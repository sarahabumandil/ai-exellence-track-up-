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Lst>
  <p:notesMasterIdLst>
    <p:notesMasterId r:id="rId37"/>
  </p:notesMasterIdLst>
  <p:sldIdLst>
    <p:sldId id="284" r:id="rId2"/>
    <p:sldId id="318" r:id="rId3"/>
    <p:sldId id="316" r:id="rId4"/>
    <p:sldId id="285" r:id="rId5"/>
    <p:sldId id="286" r:id="rId6"/>
    <p:sldId id="287" r:id="rId7"/>
    <p:sldId id="313" r:id="rId8"/>
    <p:sldId id="289" r:id="rId9"/>
    <p:sldId id="314" r:id="rId10"/>
    <p:sldId id="290" r:id="rId11"/>
    <p:sldId id="315" r:id="rId12"/>
    <p:sldId id="291" r:id="rId13"/>
    <p:sldId id="292" r:id="rId14"/>
    <p:sldId id="293" r:id="rId15"/>
    <p:sldId id="294" r:id="rId16"/>
    <p:sldId id="295" r:id="rId17"/>
    <p:sldId id="296" r:id="rId18"/>
    <p:sldId id="317"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17"/>
    <p:restoredTop sz="95305"/>
  </p:normalViewPr>
  <p:slideViewPr>
    <p:cSldViewPr snapToGrid="0">
      <p:cViewPr>
        <p:scale>
          <a:sx n="120" d="100"/>
          <a:sy n="120" d="100"/>
        </p:scale>
        <p:origin x="1200" y="14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4:10.756"/>
    </inkml:context>
    <inkml:brush xml:id="br0">
      <inkml:brushProperty name="width" value="0.35" units="cm"/>
      <inkml:brushProperty name="height" value="0.35" units="cm"/>
    </inkml:brush>
  </inkml:definitions>
  <inkml:trace contextRef="#ctx0" brushRef="#br0">0 22 24575,'52'0'0,"-1"0"0,-5 0 0,-11 0 0,-9 0 0,-8 0 0,3 0 0,3 0 0,4 0 0,0 0 0,0 0 0,-6 0 0,-7 0 0,-3 0 0,-1 2 0,0 3 0,3 4 0,1 4 0,2 4 0,0 3 0,-3 2 0,-4-1 0,-4 0 0,-4-4 0,-2-3 0,0-1 0,0-4 0,0 2 0,0-1 0,0 2 0,-2-1 0,-1-1 0,-2-1 0,-2-2 0,-2 0 0,-2-2 0,-6 0 0,-6 6 0,-7 2 0,-1 1 0,1-4 0,8-6 0,7-2 0,4-2 0,2 0 0,-1 0 0,-4 0 0,-6 0 0,-4-3 0,2-2 0,3-3 0,9-3 0,5 0 0,3-1 0,2 0 0,0 1 0,0-1 0,-1 2 0,1-1 0,0-1 0,-2-3 0,-1-1 0,1 0 0,-1 0 0,3 1 0,0 0 0,0 0 0,0-1 0,0 0 0,0-2 0,0 1 0,0 3 0,0 1 0,0 2 0,2 3 0,9 2 0,-2 6 0,8 2 0,-7 0 0,0 1 0,0-3 0,0 0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4:22.706"/>
    </inkml:context>
    <inkml:brush xml:id="br0">
      <inkml:brushProperty name="width" value="0.35" units="cm"/>
      <inkml:brushProperty name="height" value="0.35" units="cm"/>
      <inkml:brushProperty name="color" value="#FFFFFF"/>
    </inkml:brush>
  </inkml:definitions>
  <inkml:trace contextRef="#ctx0" brushRef="#br0">648 561 24575,'-44'0'0,"0"-4"0,2-4 0,0-3 0,-1-2 0,-8 3 0,-1 4 0,4 3 0,11 2 0,7 1 0,2 0 0,0 0 0,-3-5 0,0-3 0,1-5 0,9-1 0,7 3 0,9 1 0,3-1 0,1-3 0,1-7 0,-1-6 0,-2-7 0,-2-4 0,-1 1 0,0 1 0,4 2 0,2 5 0,0 5 0,0 7 0,1 5 0,6 1 0,12-3 0,12-4 0,8-2 0,-1 3 0,-7 3 0,-9 6 0,-3 3 0,-1 3 0,1 2 0,1 0 0,3 0 0,4 2 0,3 5 0,3 6 0,2 6 0,-3 3 0,-6 0 0,-8-1 0,-5-5 0,0-6 0,3-5 0,3-5 0,2 0 0,0 0 0,-6-1 0,-12-5 0,-12-6 0,-12-6 0,-7-4 0,-1 2 0,-4 3 0,-3 5 0,0 3 0,2 3 0,6 2 0,12 2 0,7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4:29.339"/>
    </inkml:context>
    <inkml:brush xml:id="br0">
      <inkml:brushProperty name="width" value="0.35" units="cm"/>
      <inkml:brushProperty name="height" value="0.35" units="cm"/>
      <inkml:brushProperty name="color" value="#FFFFFF"/>
    </inkml:brush>
  </inkml:definitions>
  <inkml:trace contextRef="#ctx0" brushRef="#br0">0 332 24575,'32'0'0,"0"0"0,-5 0 0,1 0 0,3 0 0,-4 0 0,-3 0 0,-7 2 0,-6 0 0,-3 0 0,2 1 0,5 0 0,3 0 0,3 2 0,0 3 0,0-3 0,-3 2 0,-4-2 0,-2-3 0,2 0 0,4-1 0,2-1 0,-3 0 0,-5-2 0,-7-2 0,-16-10 0,-3-2 0,-8-7 0,4 4 0,2 3 0,3 1 0,3 3 0,5-1 0,3 2 0,-1 4 0,0 31 0,1-10 0,-1 25 0,3-22 0,0-1 0,0-2 0,0 0 0,0-2 0,0-2 0,0 2 0,-2-1 0,0-2 0,-1-36 0,2 15 0,0-32 0,1 30 0,0 0 0,0 4 0,0-2 0,0-3 0,0-9 0,-5-6 0,-4-4 0,-3 0 0,-2 7 0,4 6 0,0 9 0,3 3 0,1 3 0,1 0 0,-1-3 0,-1-4 0,-2-1 0,-1-1 0,2 3 0,5 4 0,28 16 0,-7-3 0,21 11 0,-15-9 0,1 0 0,-1-1 0,-1 1 0,-7-1 0,-5 0 0,-3 1 0,-2 1 0,5 2 0,5 5 0,3 3 0,1 3 0,-2-2 0,-6 0 0,-5-1 0,-5 1 0,-1-1 0,-1 0 0,0-5 0,0-1 0,0 1 0,0-3 0,0 1 0,-2-3 0,-14-1 0,0-2 0,-11 1 0,8-1 0,5-1 0,3-2 0,1 0 0,-3 4 0,-7 2 0,-6 4 0,-5 1 0,-2 2 0,3 2 0,0 2 0,3 2 0,4 0 0,4 1 0,5-1 0,2 9 0,0 12 0,3 10 0,1 7 0,2-8 0,3-11 0,1-12 0,2-9 0,0-2 0,0 0 0,0-5 0,0-45 0,0 13 0,0-34 0,0 27 0,0-1 0,0-2 0,0-4 0,0 1 0,0 2 0,0 3 0,0 8 0,0 4 0,0 5 0,0 1 0,0-1 0,0-5 0,0-7 0,0-5 0,0 1 0,0 3 0,0 4 0,0 7 0,0 4 0,0 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4:38.940"/>
    </inkml:context>
    <inkml:brush xml:id="br0">
      <inkml:brushProperty name="width" value="0.35" units="cm"/>
      <inkml:brushProperty name="height" value="0.35" units="cm"/>
      <inkml:brushProperty name="color" value="#FFFFFF"/>
    </inkml:brush>
  </inkml:definitions>
  <inkml:trace contextRef="#ctx0" brushRef="#br0">0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4:39.923"/>
    </inkml:context>
    <inkml:brush xml:id="br0">
      <inkml:brushProperty name="width" value="0.35" units="cm"/>
      <inkml:brushProperty name="height" value="0.35" units="cm"/>
      <inkml:brushProperty name="color" value="#FFFFFF"/>
    </inkml:brush>
  </inkml:definitions>
  <inkml:trace contextRef="#ctx0" brushRef="#br0">0 0 24575,'0'0'0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4:44.727"/>
    </inkml:context>
    <inkml:brush xml:id="br0">
      <inkml:brushProperty name="width" value="0.35" units="cm"/>
      <inkml:brushProperty name="height" value="0.35" units="cm"/>
      <inkml:brushProperty name="color" value="#FFFFFF"/>
    </inkml:brush>
  </inkml:definitions>
  <inkml:trace contextRef="#ctx0" brushRef="#br0">374 4 24575,'0'50'0,"0"-6"0,0-17 0,0 1 0,0 4 0,0 7 0,0 6 0,0-3 0,0-6 0,0-11 0,0-8 0,-3-5 0,-2-2 0,-1 3 0,-3 4 0,1 6 0,0 2 0,1-2 0,2-6 0,-1-7 0,-1-7 0,-9-11 0,-3-6 0,-10-13 0,-5-7 0,-4-3 0,-2 2 0,1 1 0,5 8 0,8 4 0,8 7 0,8 6 0,6 0 0,1 2 0,3-2 0,0-3 0,0 2 0,0-2 0,0 3 0,0-3 0,0-4 0,0-7 0,0-6 0,0-4 0,0 1 0,0 5 0,0 6 0,2 9 0,2 6 0,12 4 0,0 2 0,10 0 0,-6 0 0,-1 0 0,-3 0 0,-1 0 0,2 2 0,1 1 0,2 1 0,-3 0 0,-2-1 0,-5 1 0,-1 0 0,-1-1 0,0-1 0,5 1 0,-3-1 0,2 3 0,-2 0 0,0 1 0,3-2 0,1-1 0,-1 2 0,3 0 0,-1 2 0,1 1 0,-2-2 0,-3 1 0,-2 1 0,-5 1 0,-2 0 0,-2 0 0,0 4 0,0-2 0,-2 8 0,-7 7 0,-8 9 0,-7 10 0,-2-1 0,3-7 0,8-10 0,4-11 0,3-5 0,0-5 0,0 0 0,0-1 0,1 3 0,31-19 0,-17 10 0,27-14 0,-25 13 0,3 0 0,2-2 0,1 1 0,0 1 0,-2 2 0,-3-2 0,-6-5 0,1-3 0,-2-2 0,0 2 0,-1 1 0,-2-2 0,1 0 0,-1-2 0,0 2 0,1 2 0,1-1 0,1 0 0,1-2 0,1-5 0,3-4 0,0-7 0,0-2 0,-2-1 0,-1 6 0,1 5 0,-7 8 0,-10 4 0,-36 4 0,24 4 0,-18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15.727"/>
    </inkml:context>
    <inkml:brush xml:id="br0">
      <inkml:brushProperty name="width" value="0.05" units="cm"/>
      <inkml:brushProperty name="height" value="0.05" units="cm"/>
      <inkml:brushProperty name="color" value="#FFFFFF"/>
    </inkml:brush>
  </inkml:definitions>
  <inkml:trace contextRef="#ctx0" brushRef="#br0">46 1 24575,'0'26'0,"0"7"0,0 9 0,0 2 0,0-4 0,0-7 0,0-5 0,0 3 0,0 6 0,0 11 0,0 7 0,0 2 0,0-3 0,0-4 0,0-6 0,0-6 0,0-3 0,0-7 0,0-6 0,0-5 0,0-1 0,0 4 0,0 12 0,0 11 0,0 10 0,0-2 0,0-6 0,0-7 0,0 3 0,0 10 0,0 17 0,0 20 0,0 8 0,0 2 0,0-13 0,0-18 0,0-18 0,0-19 0,2-11 0,3-10 0,2-5 0,2-5 0,-1-4 0,-4-8 0,-1-6 0,-3-4 0,0-1 0,0 3 0,0 0 0,0 2 0,0-4 0,0-8 0,0-15 0,0-22 0,0-17 0,0-11 0,0 0 0,0 10 0,-3 13 0,-3 7 0,-3 0 0,0-3 0,3 0 0,3 4 0,3 13 0,0 13 0,-2 12 0,-1 10 0,0-1 0,-1-7 0,0-12 0,-1-11 0,-1-2 0,3 6 0,0 11 0,1 8 0,-1 8 0,0 3 0,2-2 0,0-4 0,1-4 0,0-3 0,-2 7 0,2 8 0,-2 7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19.994"/>
    </inkml:context>
    <inkml:brush xml:id="br0">
      <inkml:brushProperty name="width" value="0.05" units="cm"/>
      <inkml:brushProperty name="height" value="0.05" units="cm"/>
      <inkml:brushProperty name="color" value="#FFFFFF"/>
    </inkml:brush>
  </inkml:definitions>
  <inkml:trace contextRef="#ctx0" brushRef="#br0">314 0 24575,'-5'25'0,"1"18"0,1 22 0,-3 8 0,0-9 0,0-20 0,3-16 0,3-7 0,-5 10 0,-5 21 0,-4 20 0,-2 10 0,3-8 0,3-18 0,2-19 0,3-14 0,1-4 0,-2 0 0,-5 11 0,-10 16 0,-10 18 0,-7 13 0,0-3 0,10-13 0,12-21 0,10-18 0,6-9 0,0-2 0,0 2 0,0 3 0,0 7 0,0 14 0,0 23 0,0 24 0,0 15 0,0-4 0,0-17 0,0-24 0,0-19 0,0-12 0,0-5 0,0-2 0,0-3 0,0 0 0,0 0 0,0 4 0,0 12 0,0 16 0,0 16 0,0 6 0,0-7 0,0-15 0,0-15 0,0-9 0,0 0 0,1 11 0,3 20 0,2 28 0,-3-30 0,0 2 0,1 4 0,0 0 0,1-1 0,0-1 0,2 34 0,2-18 0,0-12 0,0 2 0,3 10 0,1 8 0,-1-5 0,0-14 0,-3-18 0,-3-16 0,-2-11 0,-1-4 0,3 1 0,2 5 0,4 6 0,-2 2 0,-2 1 0,-3-3 0,-2-3 0,-1 4 0,0 7 0,1 9 0,0 1 0,-1-2 0,0-6 0,-2-9 0,0-11 0,0-15 0,0-16 0,0-17 0,0-9 0,0-4 0,0-2 0,0-2 0,0-15 0,6-26 0,1 34 0,1-2 0,1-7 0,1-2 0,2-4 0,-1 0 0,-2 4 0,0 1 0,-3 6 0,-1 2 0,-2 8 0,0 2 0,0-37 0,-3 8 0,0 3 0,0 4 0,0 3 0,0 4 0,0 8 0,2 4 0,1 7 0,3 11 0,4 4 0,5 2 0,5 0 0,2-6 0,4-1 0,2 1 0,0 5 0,-1 9 0,-7 7 0,-9 5 0,-5 2 0,-4-1 0,-2-3 0,-1-5 0,-6-6 0,-13-10 0,-17-12 0,-14-13 0,-7-11 0,-1-8 0,31 36 0,2-2 0,2-1 0,1 0 0,-17-45 0,10 4 0,8 4 0,10 4 0,6 1 0,4 2 0,2 8 0,0 11 0,0 14 0,0 13 0,0 10 0,0 6 0,0 7 0,0 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30.744"/>
    </inkml:context>
    <inkml:brush xml:id="br0">
      <inkml:brushProperty name="width" value="0.1" units="cm"/>
      <inkml:brushProperty name="height" value="0.1" units="cm"/>
      <inkml:brushProperty name="color" value="#FFFFFF"/>
    </inkml:brush>
  </inkml:definitions>
  <inkml:trace contextRef="#ctx0" brushRef="#br0">1 0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42.045"/>
    </inkml:context>
    <inkml:brush xml:id="br0">
      <inkml:brushProperty name="width" value="0.1" units="cm"/>
      <inkml:brushProperty name="height" value="0.1" units="cm"/>
      <inkml:brushProperty name="color" value="#FFFFFF"/>
    </inkml:brush>
  </inkml:definitions>
  <inkml:trace contextRef="#ctx0" brushRef="#br0">682 942 24575,'0'20'0,"0"9"0,0 13 0,0 5 0,0 0 0,0-5 0,0-2 0,0-3 0,0 0 0,0 4 0,0 0 0,-3-1 0,0-6 0,0-7 0,-2-8 0,3-5 0,-3-3 0,-2 1 0,-1 4 0,-2 2 0,2 2 0,3-2 0,2-2 0,3-3 0,0 0 0,2 2 0,4 0 0,2-1 0,5-4 0,2-5 0,-1-5 0,-3-5 0,-2-9 0,-1-7 0,-2-2 0,2-1 0,-3 3 0,-2-1 0,0 1 0,0 0 0,0-3 0,2-3 0,2-4 0,4-3 0,2 2 0,0 1 0,0 0 0,-1 1 0,2 0 0,2 1 0,1 2 0,-1 2 0,-2 1 0,0 4 0,-3 2 0,-1 2 0,-1 3 0,0 1 0,1-2 0,0 1 0,0-1 0,-2 1 0,-3 5 0,-5 7 0,-5 8 0,-6 11 0,-3 9 0,-2 5 0,1 4 0,1-1 0,3-2 0,3-4 0,1-4 0,2-3 0,1 0 0,-1-1 0,0 0 0,-3 0 0,-3 0 0,1 1 0,-1 5 0,-1 8 0,0 6 0,0 3 0,0-2 0,2-2 0,1-1 0,-1 1 0,1 2 0,-2 2 0,2 3 0,1-2 0,3-2 0,2-2 0,-2-1 0,2 0 0,-1-4 0,-1-1 0,2-5 0,-1 0 0,0 1 0,1 1 0,1 4 0,-2 0 0,1 4 0,-2 2 0,0 0 0,1 1 0,2-2 0,2-1 0,-1 4 0,-1 1 0,-4 9 0,-4 5 0,2 4 0,1-3 0,5-8 0,2-11 0,0-9 0,0-9 0,0-7 0,-1-1 0,-1 1 0,-1 7 0,-1 8 0,0 8 0,1 6 0,-3 2 0,2-3 0,0-2 0,2 1 0,2 4 0,-3 8 0,0 10 0,0 4 0,1 5 0,2 3 0,0-6 0,0-14 0,0-14 0,0-19 0,0-22 0,0-17 0,0-21 0,0-11 0,0-4 0,0-12 0,0-9 0,0-16 0,-1 36 0,2-1 0,-1-1 0,2-1 0,2 0 0,0 1 0,8-43 0,2 12 0,1 9 0,-1 8 0,-4 6 0,-3 7 0,-5 4 0,-2 6 0,0 2 0,0 2 0,0 0 0,0-2 0,0-1 0,0 1 0,0-3 0,-1 0 0,-4-9 0,-5-5 0,-8-7 0,-5-5 0,-2-2 0,2-7 0,1-4 0,-1-9 0,1-1 0,0 9 0,4 14 0,5 23 0,2 17 0,2 10 0,-17-32 0,-2-6 0,-3-11 0,4 2 0,-1-7 0,0-2-374,-1-13 0,-1-3 0,2-1 374,3 1 0,0 1 0,4 2 0,5 13 0,2 2 0,2 5 0,0-6 0,1 7 0,0-21 0,9 65 0,15 62 0,19 48 0,-9-22 0,4 3 561,3 7 0,2 0-561,-2-3 0,0-1 0,-4-7 0,-1-2 0,-3-7 0,-2-3 0,14 45 0,-18-45 0,-2 1 0,-1 7 0,-1 1 0,-2 5 0,-1 2 0,-2-2 0,-1-1 0,-2-4 0,0-2 0,1-5 0,1 0 0,2-1 0,1 0 0,2 4 0,2 0 0,1 5 0,2 1 0,-1 0 0,2-1 0,-1-5 0,2-3 0,14 29 0,-6-25 0,-7-22 0,-8-13 0,-3-4 0,3 3 0,5 13 0,4 15 0,1 10 0,-2 6 0,-5 1 0,-5 1 0,-4 5 0,-4 7 0,-1 11 0,-2 9 0,-2-42 0,-2 1 0,-5 11 0,-3 2 0,-5 3 0,-4 2 0,-4 5 0,-4 2 0,-3 1 0,-1-2 0,0-8 0,0-3 0,2-7 0,1-4 0,-15 27 0,17-31 0,11-17 0,2-6 0,-4 7 0,-5 11 0,-3 9 0,1-2 0,5-9 0,8-12 0,9-13 0,3 1 0,3 13 0,0 17 0,0 11 0,0 1 0,2-12 0,5-10 0,6-1 0,7 11 0,9 17 0,8 20 0,-17-41 0,1 1 0,19 39 0,-8-20 0,-7-29 0,1-24 0,15-14 0,20-6 0,11 1 0,-1 0 0,-13 3 0,-19 2 0,-13 2 0,-12 3 0,-8 6 0,-6 5 0,-11 7 0,-9 9 0,-10 10 0,-11 22 0,16-20 0,-1 5 0,-6 15 0,0 5 0,-4 10 0,0 3 0,-1 3 0,1 0 0,2-4 0,1-4 0,5-15 0,2-5 0,-10 26 0,18-43 0,11-33 0,6-18 0,1-13 0,0-13 0,0-23 0,0-37 0,0 27 0,0-7 0,1-12 0,1-4 0,1-8 0,3 0 0,2 6 0,2 3 0,2 14 0,1 6 0,0 15 0,-1 7 0,5-13 0,-6 25 0,-6 11 0,-1 1 0,1-7 0,1-4 0,3-3 0,2 0 0,1 1 0,0-3 0,2-5 0,-1 1 0,-3 0 0,-1 3 0,-1 3 0,0-4 0,4-9 0,-3-12 0,0-11 0,-2 1 0,-1 5 0,2 7 0,-1 3 0,0-3 0,-1-2 0,-2 0 0,-1 6 0,-2 9 0,4 5 0,6-2 0,4-10 0,2-11 0,-2-4 0,-5 4 0,-3 12 0,-5 11 0,-2 3 0,0-3 0,0-5 0,0-6 0,0-1 0,0 4 0,0 5 0,0 5 0,0 9 0,0 2 0,0-1 0,-1 18 0,-16 63 0,-5 20 0,-2 15 0,3-1 0,0 9 0,1 4-559,3-11 1,1 4-1,1 2 1,2 1 558,0 4 0,3 2 0,0-1 0,3 1 0,1-3 0,3 0 0,0-1 0,2-2-281,-1-5 0,2-1 0,0-1 0,0-4 281,0 15 0,1-3 0,1-5 0,1-18 0,0-3 0,1-5 0,2 6 0,1-8 0,8 9 0,-2-38 2096,-5-17-2096,-2-8 1262,1-5-1262,0 4 0,6 21 0,7 48 0,-7-5 0,0 9 0,-2-11 0,0 3 0,0 3-219,1 7 1,-1 2-1,1 0 219,-2-4 0,1 0 0,-2-4 0,3 19 0,-3-8 0,-2-21 0,-2-8 0,-2 9 0,-3-31 0,-2-17 0,-10-24 0,-21-44 0,5 0 0,-1-9 0,-8-23 0,1-7 0,10 24 0,1-3 0,2 0 80,1-3 0,1 0 1,4-1-81,1 2 0,4 0 0,1 1 0,-1-24 0,3 3 0,4 7 0,3 4 0,1 14 0,2 6 0,9-30 0,13 21 0,12 16 0,9 7 415,-5 10-415,-7 10 0,-8 9 0,-8 7 0,-4 4 0,-4 1 0,2-2 0,3-2 0,4-3 0,5-3 0,0-2 0,2-2 0,3-1 0,3 0 0,1-1 0,4-1 0,4-2 0,9 0 0,0-1 0,-3 1 0,-7 3 0,-10 3 0,-6 4 0,-4 3 0,0-1 0,-2 2 0,2-1 0,-2-2 0,-2 2 0,-3 0 0,-5 1 0,-3-7 0,-2-16 0,-1-18 0,-1-22 0,-6-19 0,0 38 0,-1-3 0,-3-4 0,-3 0 0,-1-1 0,-2-1 0,-3 1 0,-1 2 0,0 3 0,-1 2 0,-1 4 0,-1 1 0,1 4 0,0 1 0,-18-32 0,7 13 0,9 12 0,8 15 0,5 7 0,-1-2 0,-4-7 0,-6-13 0,-8-15 0,-1-12 0,-3-3 0,2 6 0,4 13 0,5 11 0,7 10 0,2 7 0,4 7 0,0 4 0,2 4 0,1 2 0,1 1 0,0 0 0,-1 0 0,-1 2 0,1-1 0,-2 4 0,6 3 0,-1 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47.644"/>
    </inkml:context>
    <inkml:brush xml:id="br0">
      <inkml:brushProperty name="width" value="0.2" units="cm"/>
      <inkml:brushProperty name="height" value="0.2" units="cm"/>
      <inkml:brushProperty name="color" value="#FFFFFF"/>
    </inkml:brush>
  </inkml:definitions>
  <inkml:trace contextRef="#ctx0" brushRef="#br0">0 1 24575,'0'0'0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52.396"/>
    </inkml:context>
    <inkml:brush xml:id="br0">
      <inkml:brushProperty name="width" value="0.2" units="cm"/>
      <inkml:brushProperty name="height" value="0.2" units="cm"/>
      <inkml:brushProperty name="color" value="#FFFFFF"/>
    </inkml:brush>
  </inkml:definitions>
  <inkml:trace contextRef="#ctx0" brushRef="#br0">0 1 24575,'27'0'0,"-4"0"0,-8 0 0,-1 0 0,2 0 0,2 0 0,0 0 0,3 0 0,-1 0 0,-3 0 0,-4 0 0,-2 0 0,1 0 0,1 0 0,4 0 0,1 0 0,-1 0 0,-2 2 0,-5 3 0,-6 2 0,-3 5 0,-1 4 0,0 3 0,0 6 0,0 6 0,0 7 0,0 5 0,0 0 0,0-1 0,0-1 0,0-2 0,0-2 0,0-3 0,0-2 0,0 1 0,0 2 0,0 0 0,0-5 0,0-7 0,0-5 0,0-4 0,0-2 0,0 1 0,0 11 0,0 17 0,0 17 0,0 11 0,0 8 0,0-3 0,0-5 0,0-9 0,0-10 0,0-3 0,0 1 0,0 3 0,-2 6 0,-1 2 0,-3 2 0,0-1 0,2-5 0,1-4 0,3-7 0,0-4 0,0-3 0,0 2 0,-2 7 0,-1 10 0,0 8 0,0 4 0,1 2 0,2-3 0,0 0 0,0-2 0,0-2 0,0-1 0,0 3 0,0 1 0,0 4 0,0 4 0,0-1 0,0 1 0,0-1 0,0 0 0,0 2 0,0-1 0,3-6 0,0-9 0,2-10 0,1-11 0,-3-7 0,2-7 0,-2-3 0,2 1 0,0-1 0,-1 0 0,0 0 0,-1-1 0,0-3 0,-2-2 0,-1 1 0,0 3 0,0 10 0,0 8 0,0 6 0,0 1 0,0-3 0,0-8 0,0-5 0,0-4 0,0-6 0,0 1 0,0-1 0,0 0 0,0 1 0,0-3 0,0-1 0,0 2 0,0 1 0,0 3 0,0 1 0,0-2 0,0-2 0,0-4 0,0-1 0,0 2 0,0 8 0,0 7 0,0 2 0,0-4 0,0-8 0,0-5 0,0-4 0,0-2 0,0 2 0,0 0 0,0 1 0,0-1 0,0 1 0,0 2 0,0 3 0,0 3 0,0 2 0,0-1 0,0 0 0,0 0 0,0 2 0,0 4 0,0 3 0,0 4 0,0-1 0,0-6 0,0-4 0,0-5 0,0 1 0,0-1 0,0 2 0,0 1 0,0 1 0,0-4 0,0 0 0,0-1 0,0 0 0,0-1 0,0-3 0,0-2 0,0-6 0,0-1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6:58.796"/>
    </inkml:context>
    <inkml:brush xml:id="br0">
      <inkml:brushProperty name="width" value="0.2" units="cm"/>
      <inkml:brushProperty name="height" value="0.2" units="cm"/>
      <inkml:brushProperty name="color" value="#FFFFFF"/>
    </inkml:brush>
  </inkml:definitions>
  <inkml:trace contextRef="#ctx0" brushRef="#br0">72 0 24575,'0'72'0,"0"11"0,0-33 0,0 3 0,0 4 0,0 0 0,0 2 0,0 0 0,0-6 0,0-1 0,3 33 0,0-23 0,0-23 0,-1-12 0,-2-11 0,3-1 0,0 1 0,-1 2 0,1 3 0,-1 1 0,0-4 0,1-2 0,0-3 0,-3 0 0,3 7 0,2 9 0,4 9 0,1 7 0,2 2 0,-1-3 0,1-1 0,2 1 0,2 2 0,1 5 0,2 3 0,-1 1 0,-3-7 0,0-7 0,-5-10 0,-1-3 0,0 0 0,0 7 0,1 6 0,2-2 0,-1-3 0,-4-7 0,-3-10 0,-3-5 0,1-3 0,1 0 0,-1 3 0,1 3 0,-1-2 0,0-7 0,1-7 0,-1-19 0,-2 2 0,0-12 0,-2 7 0,-3 0 0,-1-3 0,-1 0 0,2-1 0,0 0 0,-2-1 0,-2-6 0,-3-5 0,0-5 0,-1 1 0,0 0 0,0 2 0,2 1 0,-1 2 0,1 1 0,1 4 0,1 3 0,2 3 0,1 1 0,1 0 0,-2-1 0,0 2 0,0-1 0,0 1 0,2 2 0,0 3 0,3 4 0,0 1 0,-1 2 0,-2-1 0,0 1 0,0 0 0,0 1 0,2 0 0,1-1 0,0 1 0,-2 2 0,-1 0 0,1 1 0,-1-5 0,-3-1 0,3 1 0,0 0 0,0 4 0,3-1 0,-4 0 0,-1 0 0,0 0 0,-3 3 0,-3 4 0,-6 12 0,8-5 0,-1 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0.947"/>
    </inkml:context>
    <inkml:brush xml:id="br0">
      <inkml:brushProperty name="width" value="0.2" units="cm"/>
      <inkml:brushProperty name="height" value="0.2" units="cm"/>
      <inkml:brushProperty name="color" value="#FFFFFF"/>
    </inkml:brush>
  </inkml:definitions>
  <inkml:trace contextRef="#ctx0" brushRef="#br0">1 0 24575,'0'0'0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5.948"/>
    </inkml:context>
    <inkml:brush xml:id="br0">
      <inkml:brushProperty name="width" value="0.2" units="cm"/>
      <inkml:brushProperty name="height" value="0.2" units="cm"/>
      <inkml:brushProperty name="color" value="#FFFFFF"/>
    </inkml:brush>
  </inkml:definitions>
  <inkml:trace contextRef="#ctx0" brushRef="#br0">1 1 24575,'69'0'0,"-1"0"0,-15 0 0,-1 0 0,-1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6.596"/>
    </inkml:context>
    <inkml:brush xml:id="br0">
      <inkml:brushProperty name="width" value="0.2" units="cm"/>
      <inkml:brushProperty name="height" value="0.2" units="cm"/>
      <inkml:brushProperty name="color" value="#FFFFFF"/>
    </inkml:brush>
  </inkml:definitions>
  <inkml:trace contextRef="#ctx0" brushRef="#br0">1 0 24575,'0'0'0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6.963"/>
    </inkml:context>
    <inkml:brush xml:id="br0">
      <inkml:brushProperty name="width" value="0.2" units="cm"/>
      <inkml:brushProperty name="height" value="0.2" units="cm"/>
      <inkml:brushProperty name="color" value="#FFFFFF"/>
    </inkml:brush>
  </inkml:definitions>
  <inkml:trace contextRef="#ctx0" brushRef="#br0">1 0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7.080"/>
    </inkml:context>
    <inkml:brush xml:id="br0">
      <inkml:brushProperty name="width" value="0.2" units="cm"/>
      <inkml:brushProperty name="height" value="0.2" units="cm"/>
      <inkml:brushProperty name="color" value="#FFFFFF"/>
    </inkml:brush>
  </inkml:definitions>
  <inkml:trace contextRef="#ctx0" brushRef="#br0">1 0 24575,'0'0'0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7.246"/>
    </inkml:context>
    <inkml:brush xml:id="br0">
      <inkml:brushProperty name="width" value="0.2" units="cm"/>
      <inkml:brushProperty name="height" value="0.2" units="cm"/>
      <inkml:brushProperty name="color" value="#FFFFFF"/>
    </inkml:brush>
  </inkml:definitions>
  <inkml:trace contextRef="#ctx0" brushRef="#br0">1 0 24575,'0'0'0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7.780"/>
    </inkml:context>
    <inkml:brush xml:id="br0">
      <inkml:brushProperty name="width" value="0.2" units="cm"/>
      <inkml:brushProperty name="height" value="0.2" units="cm"/>
      <inkml:brushProperty name="color" value="#FFFFFF"/>
    </inkml:brush>
  </inkml:definitions>
  <inkml:trace contextRef="#ctx0" brushRef="#br0">1 0 24575,'0'0'0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8.230"/>
    </inkml:context>
    <inkml:brush xml:id="br0">
      <inkml:brushProperty name="width" value="0.2" units="cm"/>
      <inkml:brushProperty name="height" value="0.2" units="cm"/>
      <inkml:brushProperty name="color" value="#FFFFFF"/>
    </inkml:brush>
  </inkml:definitions>
  <inkml:trace contextRef="#ctx0" brushRef="#br0">0 1 24575,'0'0'0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8.430"/>
    </inkml:context>
    <inkml:brush xml:id="br0">
      <inkml:brushProperty name="width" value="0.2" units="cm"/>
      <inkml:brushProperty name="height" value="0.2" units="cm"/>
      <inkml:brushProperty name="color" value="#FFFFFF"/>
    </inkml:brush>
  </inkml:definitions>
  <inkml:trace contextRef="#ctx0" brushRef="#br0">0 1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7:18.647"/>
    </inkml:context>
    <inkml:brush xml:id="br0">
      <inkml:brushProperty name="width" value="0.2" units="cm"/>
      <inkml:brushProperty name="height" value="0.2" units="cm"/>
      <inkml:brushProperty name="color" value="#FFFFFF"/>
    </inkml:brush>
  </inkml:definitions>
  <inkml:trace contextRef="#ctx0" brushRef="#br0">0 1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9:50.420"/>
    </inkml:context>
    <inkml:brush xml:id="br0">
      <inkml:brushProperty name="width" value="0.2" units="cm"/>
      <inkml:brushProperty name="height" value="0.2" units="cm"/>
      <inkml:brushProperty name="color" value="#FFFFFF"/>
    </inkml:brush>
  </inkml:definitions>
  <inkml:trace contextRef="#ctx0" brushRef="#br0">588 448 24575,'0'-22'0,"0"2"0,0 9 0,0 1 0,0-3 0,0-1 0,0-1 0,-2 1 0,-1 3 0,0 0 0,-1 4 0,-2-1 0,-5 0 0,-7 0 0,-4-3 0,1 3 0,0 1 0,5 2 0,1 2 0,0 0 0,2 3 0,0 0 0,1 5 0,1 3 0,-3 3 0,6 4 0,6-2 0,6 2 0,6 3 0,-1-1 0,-2-1 0,-3-3 0,-1-3 0,-1 0 0,1 1 0,2-1 0,2 0 0,-1-2 0,3-3 0,-1-2 0,2-1 0,6-1 0,1 1 0,4 1 0,0 2 0,0 0 0,-4-2 0,-1-1 0,-3-2 0,1 0 0,3 0 0,3 0 0,1 0 0,0 0 0,0 0 0,-4 0 0,-1 0 0,-5-2 0,-5-3 0,-2-2 0,-1-4 0,1-3 0,2-3 0,1-2 0,0-1 0,0 2 0,-3 0 0,-2 4 0,-1-1 0,-1 2 0,0 1 0,0-3 0,0-1 0,0 0 0,0-2 0,-2 2 0,-2 4 0,-1 0 0,-2 3 0,0 1 0,0-4 0,1 2 0,-2-1 0,1 2 0,-2 1 0,-2-1 0,0 1 0,0-1 0,0 3 0,0-2 0,3 1 0,0 0 0,2 0 0,0 3 0,-6-3 0,-1 2 0,-4 0 0,-1-3 0,4 3 0,-2 0 0,4 3 0,2 2 0,-2-1 0,1 1 0,-3 0 0,-3 0 0,-4 0 0,-3 2 0,2 3 0,4 0 0,6 2 0,4 0 0,2 0 0,0 2 0,1-1 0,3 1 0,-5 1 0,-5 7 0,-17 14 0,-20 23 0,-17 20 0,29-34 0,2 0 0,-26 31 0,19-21 0,24-21 0,14-16 0,9-8 0,4-4 0,1 2 0,1 3 0,0 2 0,1 2 0,2 1 0,1 0 0,-2 0 0,0-1 0,-1 1 0,-1-1 0,1 0 0,0-2 0,1 0 0,0 0 0,1 2 0,0 0 0,0-1 0,1-1 0,-1-1 0,-2-1 0,-1 0 0,-3-1 0,-2-1 0,3 0 0,-1 0 0,1 1 0,3 0 0,1 0 0,-1 1 0,-1 1 0,-2-2 0,0 1 0,-4-4 0,-21-2 0,8 0 0,-18-1 0,16-1 0,-2-1 0,-2 1 0,2 0 0,-2 2 0,2-2 0,1-1 0,1-1 0,2-1 0,2 0 0,3-1 0,-1-2 0,0-1 0,-3 2 0,-2-1 0,-1 1 0,2-1 0,3-1 0,2 2 0,0 1 0,2 0 0,10 3 0,1 1 0,6 2 0,-5 0 0,-1 0 0,-3 2 0,0 0 0,-1 3 0,-3 1 0,-1 1 0,-2 2 0,0 0 0,2 0 0,3 1 0,5 0 0,3 3 0,0 1 0,0-1 0,-3-3 0,0-5 0,-1-3 0,0 0 0,0 1 0,2 0 0,0-1 0,0-2 0,0 0 0,0 0 0,0 0 0,0 0 0,-4 0 0,-3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2T08:19:58.837"/>
    </inkml:context>
    <inkml:brush xml:id="br0">
      <inkml:brushProperty name="width" value="0.2" units="cm"/>
      <inkml:brushProperty name="height" value="0.2" units="cm"/>
      <inkml:brushProperty name="color" value="#FFFFFF"/>
    </inkml:brush>
  </inkml:definitions>
  <inkml:trace contextRef="#ctx0" brushRef="#br0">165 0 24575,'28'18'0,"-3"-1"0,-9-2 0,-4-4 0,-3-4 0,0 0 0,-1-1 0,4 2 0,0 3 0,2 1 0,0 2 0,-2-2 0,-3-3 0,-1 0 0,3 1 0,3 2 0,6 3 0,-1-1 0,-1 0 0,-1 0 0,-1 0 0,0-2 0,-1-3 0,0 0 0,-1-1 0,1 5 0,-2-3 0,-1 0 0,1-3 0,-2-2 0,4 2 0,2 1 0,1 1 0,-1-1 0,-2-1 0,-2-1 0,0-2 0,-1 2 0,0-1 0,-3 1 0,1 0 0,-6-2 0,-18-1 0,5-3 0,-17 0 0,12-4 0,-4-4 0,-3-5 0,-4-4 0,-1 3 0,1 0 0,6 5 0,3 0 0,5 3 0,2 0 0,0 0 0,2 3 0,1 0 0,-3 3 0,-3 0 0,-6 0 0,-7 0 0,-8 0 0,-4 0 0,0 0 0,3 0 0,7 0 0,7 0 0,6 2 0,3 0 0,2 3 0,-4 4 0,-7 2 0,-11 3 0,-6 0 0,-1-2 0,5-3 0,10-5 0,13-5 0,12-1 0,10 0 0,6 2 0,1 0 0,-1 0 0,-2 0 0,-2 0 0,-1 0 0,-1 0 0,1 2 0,1 2 0,-1 3 0,-1 2 0,-1 1 0,0 0 0,-1 3 0,2 4 0,3-1 0,-6-5 0,0-4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47774-D170-7A4C-BECD-1099FA459724}" type="datetimeFigureOut">
              <a:rPr lang="en-PS" smtClean="0"/>
              <a:t>11/22/25</a:t>
            </a:fld>
            <a:endParaRPr lang="en-P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C815BA-3B62-4146-82D2-14BEA9594862}" type="slidenum">
              <a:rPr lang="en-PS" smtClean="0"/>
              <a:t>‹#›</a:t>
            </a:fld>
            <a:endParaRPr lang="en-PS"/>
          </a:p>
        </p:txBody>
      </p:sp>
    </p:spTree>
    <p:extLst>
      <p:ext uri="{BB962C8B-B14F-4D97-AF65-F5344CB8AC3E}">
        <p14:creationId xmlns:p14="http://schemas.microsoft.com/office/powerpoint/2010/main" val="2717868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16E4D3-4C34-E942-AD5D-1AA7EED8B4FB}" type="datetime1">
              <a:rPr lang="en-US" smtClean="0"/>
              <a:t>11/22/25</a:t>
            </a:fld>
            <a:endParaRPr lang="en-PS"/>
          </a:p>
        </p:txBody>
      </p:sp>
      <p:sp>
        <p:nvSpPr>
          <p:cNvPr id="5" name="Footer Placeholder 4"/>
          <p:cNvSpPr>
            <a:spLocks noGrp="1"/>
          </p:cNvSpPr>
          <p:nvPr>
            <p:ph type="ftr" sz="quarter" idx="11"/>
          </p:nvPr>
        </p:nvSpPr>
        <p:spPr/>
        <p:txBody>
          <a:bodyPr/>
          <a:lstStyle/>
          <a:p>
            <a:endParaRPr lang="en-PS"/>
          </a:p>
        </p:txBody>
      </p:sp>
      <p:sp>
        <p:nvSpPr>
          <p:cNvPr id="6" name="Slide Number Placeholder 5"/>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1735547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4CD983-9A35-914A-8996-4280C1B139CB}" type="datetime1">
              <a:rPr lang="en-US" smtClean="0"/>
              <a:t>11/22/25</a:t>
            </a:fld>
            <a:endParaRPr lang="en-PS"/>
          </a:p>
        </p:txBody>
      </p:sp>
      <p:sp>
        <p:nvSpPr>
          <p:cNvPr id="5" name="Footer Placeholder 4"/>
          <p:cNvSpPr>
            <a:spLocks noGrp="1"/>
          </p:cNvSpPr>
          <p:nvPr>
            <p:ph type="ftr" sz="quarter" idx="11"/>
          </p:nvPr>
        </p:nvSpPr>
        <p:spPr/>
        <p:txBody>
          <a:bodyPr/>
          <a:lstStyle/>
          <a:p>
            <a:endParaRPr lang="en-PS"/>
          </a:p>
        </p:txBody>
      </p:sp>
      <p:sp>
        <p:nvSpPr>
          <p:cNvPr id="6" name="Slide Number Placeholder 5"/>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1996754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A46E5C-5E8A-6846-8EEC-34CB3FB60F4D}" type="datetime1">
              <a:rPr lang="en-US" smtClean="0"/>
              <a:t>11/22/25</a:t>
            </a:fld>
            <a:endParaRPr lang="en-PS"/>
          </a:p>
        </p:txBody>
      </p:sp>
      <p:sp>
        <p:nvSpPr>
          <p:cNvPr id="5" name="Footer Placeholder 4"/>
          <p:cNvSpPr>
            <a:spLocks noGrp="1"/>
          </p:cNvSpPr>
          <p:nvPr>
            <p:ph type="ftr" sz="quarter" idx="11"/>
          </p:nvPr>
        </p:nvSpPr>
        <p:spPr/>
        <p:txBody>
          <a:bodyPr/>
          <a:lstStyle/>
          <a:p>
            <a:endParaRPr lang="en-PS"/>
          </a:p>
        </p:txBody>
      </p:sp>
      <p:sp>
        <p:nvSpPr>
          <p:cNvPr id="6" name="Slide Number Placeholder 5"/>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3135304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AA3A5D-D820-8340-B494-06F2A588D316}" type="datetime1">
              <a:rPr lang="en-US" smtClean="0"/>
              <a:t>11/22/25</a:t>
            </a:fld>
            <a:endParaRPr lang="en-PS"/>
          </a:p>
        </p:txBody>
      </p:sp>
      <p:sp>
        <p:nvSpPr>
          <p:cNvPr id="6" name="Footer Placeholder 5"/>
          <p:cNvSpPr>
            <a:spLocks noGrp="1"/>
          </p:cNvSpPr>
          <p:nvPr>
            <p:ph type="ftr" sz="quarter" idx="11"/>
          </p:nvPr>
        </p:nvSpPr>
        <p:spPr/>
        <p:txBody>
          <a:bodyPr/>
          <a:lstStyle/>
          <a:p>
            <a:endParaRPr lang="en-PS"/>
          </a:p>
        </p:txBody>
      </p:sp>
      <p:sp>
        <p:nvSpPr>
          <p:cNvPr id="7" name="Slide Number Placeholder 6"/>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3458779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87C900-64B8-0740-B64A-D802DD198372}" type="datetime1">
              <a:rPr lang="en-US" smtClean="0"/>
              <a:t>11/22/25</a:t>
            </a:fld>
            <a:endParaRPr lang="en-PS"/>
          </a:p>
        </p:txBody>
      </p:sp>
      <p:sp>
        <p:nvSpPr>
          <p:cNvPr id="8" name="Footer Placeholder 7"/>
          <p:cNvSpPr>
            <a:spLocks noGrp="1"/>
          </p:cNvSpPr>
          <p:nvPr>
            <p:ph type="ftr" sz="quarter" idx="11"/>
          </p:nvPr>
        </p:nvSpPr>
        <p:spPr/>
        <p:txBody>
          <a:bodyPr/>
          <a:lstStyle/>
          <a:p>
            <a:endParaRPr lang="en-PS"/>
          </a:p>
        </p:txBody>
      </p:sp>
      <p:sp>
        <p:nvSpPr>
          <p:cNvPr id="9" name="Slide Number Placeholder 8"/>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2539687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38C139-A634-F644-872B-142E83D41A70}" type="datetime1">
              <a:rPr lang="en-US" smtClean="0"/>
              <a:t>11/22/25</a:t>
            </a:fld>
            <a:endParaRPr lang="en-PS"/>
          </a:p>
        </p:txBody>
      </p:sp>
      <p:sp>
        <p:nvSpPr>
          <p:cNvPr id="4" name="Footer Placeholder 3"/>
          <p:cNvSpPr>
            <a:spLocks noGrp="1"/>
          </p:cNvSpPr>
          <p:nvPr>
            <p:ph type="ftr" sz="quarter" idx="11"/>
          </p:nvPr>
        </p:nvSpPr>
        <p:spPr/>
        <p:txBody>
          <a:bodyPr/>
          <a:lstStyle/>
          <a:p>
            <a:endParaRPr lang="en-PS"/>
          </a:p>
        </p:txBody>
      </p:sp>
      <p:sp>
        <p:nvSpPr>
          <p:cNvPr id="5" name="Slide Number Placeholder 4"/>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3659995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257B62-D1D5-D84B-95FA-4C487DC89633}" type="datetime1">
              <a:rPr lang="en-US" smtClean="0"/>
              <a:t>11/22/25</a:t>
            </a:fld>
            <a:endParaRPr lang="en-PS"/>
          </a:p>
        </p:txBody>
      </p:sp>
      <p:sp>
        <p:nvSpPr>
          <p:cNvPr id="3" name="Footer Placeholder 2"/>
          <p:cNvSpPr>
            <a:spLocks noGrp="1"/>
          </p:cNvSpPr>
          <p:nvPr>
            <p:ph type="ftr" sz="quarter" idx="11"/>
          </p:nvPr>
        </p:nvSpPr>
        <p:spPr/>
        <p:txBody>
          <a:bodyPr/>
          <a:lstStyle/>
          <a:p>
            <a:endParaRPr lang="en-PS"/>
          </a:p>
        </p:txBody>
      </p:sp>
      <p:sp>
        <p:nvSpPr>
          <p:cNvPr id="4" name="Slide Number Placeholder 3"/>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2854116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CF697FA-0FAC-1746-A65C-31BF04FA4D13}" type="datetime1">
              <a:rPr lang="en-US" smtClean="0"/>
              <a:t>11/22/25</a:t>
            </a:fld>
            <a:endParaRPr lang="en-PS"/>
          </a:p>
        </p:txBody>
      </p:sp>
      <p:sp>
        <p:nvSpPr>
          <p:cNvPr id="6" name="Footer Placeholder 5"/>
          <p:cNvSpPr>
            <a:spLocks noGrp="1"/>
          </p:cNvSpPr>
          <p:nvPr>
            <p:ph type="ftr" sz="quarter" idx="11"/>
          </p:nvPr>
        </p:nvSpPr>
        <p:spPr/>
        <p:txBody>
          <a:bodyPr/>
          <a:lstStyle/>
          <a:p>
            <a:endParaRPr lang="en-PS"/>
          </a:p>
        </p:txBody>
      </p:sp>
      <p:sp>
        <p:nvSpPr>
          <p:cNvPr id="7" name="Slide Number Placeholder 6"/>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3828808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74C923-79E3-A640-A07B-FB6837893D41}" type="datetime1">
              <a:rPr lang="en-US" smtClean="0"/>
              <a:t>11/22/25</a:t>
            </a:fld>
            <a:endParaRPr lang="en-PS"/>
          </a:p>
        </p:txBody>
      </p:sp>
      <p:sp>
        <p:nvSpPr>
          <p:cNvPr id="6" name="Footer Placeholder 5"/>
          <p:cNvSpPr>
            <a:spLocks noGrp="1"/>
          </p:cNvSpPr>
          <p:nvPr>
            <p:ph type="ftr" sz="quarter" idx="11"/>
          </p:nvPr>
        </p:nvSpPr>
        <p:spPr/>
        <p:txBody>
          <a:bodyPr/>
          <a:lstStyle/>
          <a:p>
            <a:endParaRPr lang="en-PS"/>
          </a:p>
        </p:txBody>
      </p:sp>
      <p:sp>
        <p:nvSpPr>
          <p:cNvPr id="7" name="Slide Number Placeholder 6"/>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39442534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88FE9C-E250-3044-987A-90724504E732}" type="datetime1">
              <a:rPr lang="en-US" smtClean="0"/>
              <a:t>11/22/25</a:t>
            </a:fld>
            <a:endParaRPr lang="en-PS"/>
          </a:p>
        </p:txBody>
      </p:sp>
      <p:sp>
        <p:nvSpPr>
          <p:cNvPr id="5" name="Footer Placeholder 4"/>
          <p:cNvSpPr>
            <a:spLocks noGrp="1"/>
          </p:cNvSpPr>
          <p:nvPr>
            <p:ph type="ftr" sz="quarter" idx="11"/>
          </p:nvPr>
        </p:nvSpPr>
        <p:spPr/>
        <p:txBody>
          <a:bodyPr/>
          <a:lstStyle/>
          <a:p>
            <a:endParaRPr lang="en-PS"/>
          </a:p>
        </p:txBody>
      </p:sp>
      <p:sp>
        <p:nvSpPr>
          <p:cNvPr id="6" name="Slide Number Placeholder 5"/>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2934334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DBF814-3215-114D-8D8C-B0D06F42524A}" type="datetime1">
              <a:rPr lang="en-US" smtClean="0"/>
              <a:t>11/22/25</a:t>
            </a:fld>
            <a:endParaRPr lang="en-PS"/>
          </a:p>
        </p:txBody>
      </p:sp>
      <p:sp>
        <p:nvSpPr>
          <p:cNvPr id="5" name="Footer Placeholder 4"/>
          <p:cNvSpPr>
            <a:spLocks noGrp="1"/>
          </p:cNvSpPr>
          <p:nvPr>
            <p:ph type="ftr" sz="quarter" idx="11"/>
          </p:nvPr>
        </p:nvSpPr>
        <p:spPr/>
        <p:txBody>
          <a:bodyPr/>
          <a:lstStyle/>
          <a:p>
            <a:endParaRPr lang="en-PS"/>
          </a:p>
        </p:txBody>
      </p:sp>
      <p:sp>
        <p:nvSpPr>
          <p:cNvPr id="6" name="Slide Number Placeholder 5"/>
          <p:cNvSpPr>
            <a:spLocks noGrp="1"/>
          </p:cNvSpPr>
          <p:nvPr>
            <p:ph type="sldNum" sz="quarter" idx="12"/>
          </p:nvPr>
        </p:nvSpPr>
        <p:spPr/>
        <p:txBody>
          <a:bodyPr/>
          <a:lstStyle/>
          <a:p>
            <a:fld id="{233E71FE-A542-4040-BA29-68F56A442EAC}" type="slidenum">
              <a:rPr lang="en-PS" smtClean="0"/>
              <a:t>‹#›</a:t>
            </a:fld>
            <a:endParaRPr lang="en-PS"/>
          </a:p>
        </p:txBody>
      </p:sp>
    </p:spTree>
    <p:extLst>
      <p:ext uri="{BB962C8B-B14F-4D97-AF65-F5344CB8AC3E}">
        <p14:creationId xmlns:p14="http://schemas.microsoft.com/office/powerpoint/2010/main" val="1656305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699689" y="716840"/>
            <a:ext cx="10792628" cy="886397"/>
          </a:xfrm>
          <a:prstGeom prst="rect">
            <a:avLst/>
          </a:prstGeom>
        </p:spPr>
        <p:txBody>
          <a:bodyPr wrap="square" lIns="0" tIns="0" rIns="0" bIns="0">
            <a:spAutoFit/>
          </a:bodyPr>
          <a:lstStyle>
            <a:lvl1pPr>
              <a:defRPr sz="6400" b="0" i="0">
                <a:solidFill>
                  <a:srgbClr val="0070EA"/>
                </a:solidFill>
                <a:latin typeface="Verdana"/>
                <a:cs typeface="Verdana"/>
              </a:defRPr>
            </a:lvl1pPr>
          </a:lstStyle>
          <a:p>
            <a:endParaRPr/>
          </a:p>
        </p:txBody>
      </p:sp>
      <p:sp>
        <p:nvSpPr>
          <p:cNvPr id="3" name="Holder 3"/>
          <p:cNvSpPr>
            <a:spLocks noGrp="1"/>
          </p:cNvSpPr>
          <p:nvPr>
            <p:ph type="subTitle" idx="4"/>
          </p:nvPr>
        </p:nvSpPr>
        <p:spPr>
          <a:xfrm>
            <a:off x="270934" y="4188040"/>
            <a:ext cx="11650133" cy="729623"/>
          </a:xfrm>
          <a:prstGeom prst="rect">
            <a:avLst/>
          </a:prstGeom>
        </p:spPr>
        <p:txBody>
          <a:bodyPr wrap="square" lIns="0" tIns="0" rIns="0" bIns="0">
            <a:spAutoFit/>
          </a:bodyPr>
          <a:lstStyle>
            <a:lvl1pPr>
              <a:defRPr sz="5268"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867" b="0" i="0">
                <a:solidFill>
                  <a:schemeClr val="bg1"/>
                </a:solidFill>
                <a:latin typeface="Verdana"/>
                <a:cs typeface="Verdana"/>
              </a:defRPr>
            </a:lvl1pPr>
          </a:lstStyle>
          <a:p>
            <a:pPr marL="16933">
              <a:spcBef>
                <a:spcPts val="180"/>
              </a:spcBef>
            </a:pPr>
            <a:endParaRPr lang="en-US" spc="2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6D3BB810-5093-F047-999E-AD206251BDE5}" type="datetime1">
              <a:rPr lang="en-US" smtClean="0"/>
              <a:t>11/22/25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922757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2012" y="-5925"/>
            <a:ext cx="2420619" cy="564428"/>
          </a:xfrm>
        </p:spPr>
        <p:txBody>
          <a:bodyPr lIns="0" tIns="0" rIns="0" bIns="0"/>
          <a:lstStyle>
            <a:lvl1pPr>
              <a:defRPr sz="3668"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67" b="0" i="0">
                <a:solidFill>
                  <a:schemeClr val="bg1"/>
                </a:solidFill>
                <a:latin typeface="Verdana"/>
                <a:cs typeface="Verdana"/>
              </a:defRPr>
            </a:lvl1pPr>
          </a:lstStyle>
          <a:p>
            <a:pPr marL="16933">
              <a:spcBef>
                <a:spcPts val="180"/>
              </a:spcBef>
            </a:pPr>
            <a:endParaRPr lang="en-US" spc="2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F26AAA0-97E2-FF46-8BF5-2A1BDCE1678C}" type="datetime1">
              <a:rPr lang="en-US" smtClean="0"/>
              <a:t>11/22/25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53649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90A24-0E19-5946-95C8-5676AAC143DE}" type="datetime1">
              <a:rPr lang="en-US" smtClean="0"/>
              <a:t>11/22/25</a:t>
            </a:fld>
            <a:endParaRPr lang="en-P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3E71FE-A542-4040-BA29-68F56A442EAC}" type="slidenum">
              <a:rPr lang="en-PS" smtClean="0"/>
              <a:t>‹#›</a:t>
            </a:fld>
            <a:endParaRPr lang="en-PS"/>
          </a:p>
        </p:txBody>
      </p:sp>
    </p:spTree>
    <p:extLst>
      <p:ext uri="{BB962C8B-B14F-4D97-AF65-F5344CB8AC3E}">
        <p14:creationId xmlns:p14="http://schemas.microsoft.com/office/powerpoint/2010/main" val="113495488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9" Type="http://schemas.openxmlformats.org/officeDocument/2006/relationships/image" Target="../media/image32.png"/><Relationship Id="rId21" Type="http://schemas.openxmlformats.org/officeDocument/2006/relationships/image" Target="../media/image20.png"/><Relationship Id="rId34" Type="http://schemas.openxmlformats.org/officeDocument/2006/relationships/image" Target="../media/image30.png"/><Relationship Id="rId42" Type="http://schemas.openxmlformats.org/officeDocument/2006/relationships/customXml" Target="../ink/ink8.xml"/><Relationship Id="rId47" Type="http://schemas.openxmlformats.org/officeDocument/2006/relationships/image" Target="../media/image36.png"/><Relationship Id="rId50" Type="http://schemas.openxmlformats.org/officeDocument/2006/relationships/customXml" Target="../ink/ink12.xml"/><Relationship Id="rId55" Type="http://schemas.openxmlformats.org/officeDocument/2006/relationships/customXml" Target="../ink/ink15.xml"/><Relationship Id="rId63" Type="http://schemas.openxmlformats.org/officeDocument/2006/relationships/customXml" Target="../ink/ink22.xml"/><Relationship Id="rId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15.png"/><Relationship Id="rId29" Type="http://schemas.openxmlformats.org/officeDocument/2006/relationships/customXml" Target="../ink/ink1.xml"/><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29.png"/><Relationship Id="rId37" Type="http://schemas.openxmlformats.org/officeDocument/2006/relationships/customXml" Target="../ink/ink5.xml"/><Relationship Id="rId40" Type="http://schemas.openxmlformats.org/officeDocument/2006/relationships/customXml" Target="../ink/ink7.xml"/><Relationship Id="rId45" Type="http://schemas.openxmlformats.org/officeDocument/2006/relationships/image" Target="../media/image35.png"/><Relationship Id="rId53" Type="http://schemas.openxmlformats.org/officeDocument/2006/relationships/image" Target="../media/image39.png"/><Relationship Id="rId58" Type="http://schemas.openxmlformats.org/officeDocument/2006/relationships/customXml" Target="../ink/ink17.xml"/><Relationship Id="rId5" Type="http://schemas.openxmlformats.org/officeDocument/2006/relationships/image" Target="../media/image4.png"/><Relationship Id="rId61" Type="http://schemas.openxmlformats.org/officeDocument/2006/relationships/customXml" Target="../ink/ink20.xml"/><Relationship Id="rId19" Type="http://schemas.openxmlformats.org/officeDocument/2006/relationships/image" Target="../media/image1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8.png"/><Relationship Id="rId35" Type="http://schemas.openxmlformats.org/officeDocument/2006/relationships/customXml" Target="../ink/ink4.xml"/><Relationship Id="rId43" Type="http://schemas.openxmlformats.org/officeDocument/2006/relationships/image" Target="../media/image34.png"/><Relationship Id="rId48" Type="http://schemas.openxmlformats.org/officeDocument/2006/relationships/customXml" Target="../ink/ink11.xml"/><Relationship Id="rId56" Type="http://schemas.openxmlformats.org/officeDocument/2006/relationships/image" Target="../media/image40.png"/><Relationship Id="rId64" Type="http://schemas.openxmlformats.org/officeDocument/2006/relationships/customXml" Target="../ink/ink23.xml"/><Relationship Id="rId8" Type="http://schemas.openxmlformats.org/officeDocument/2006/relationships/image" Target="../media/image7.png"/><Relationship Id="rId51" Type="http://schemas.openxmlformats.org/officeDocument/2006/relationships/image" Target="../media/image38.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customXml" Target="../ink/ink3.xml"/><Relationship Id="rId38" Type="http://schemas.openxmlformats.org/officeDocument/2006/relationships/customXml" Target="../ink/ink6.xml"/><Relationship Id="rId46" Type="http://schemas.openxmlformats.org/officeDocument/2006/relationships/customXml" Target="../ink/ink10.xml"/><Relationship Id="rId59" Type="http://schemas.openxmlformats.org/officeDocument/2006/relationships/customXml" Target="../ink/ink18.xml"/><Relationship Id="rId20" Type="http://schemas.openxmlformats.org/officeDocument/2006/relationships/image" Target="../media/image19.png"/><Relationship Id="rId41" Type="http://schemas.openxmlformats.org/officeDocument/2006/relationships/image" Target="../media/image33.png"/><Relationship Id="rId54" Type="http://schemas.openxmlformats.org/officeDocument/2006/relationships/customXml" Target="../ink/ink14.xml"/><Relationship Id="rId62"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image" Target="../media/image5.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1.png"/><Relationship Id="rId49" Type="http://schemas.openxmlformats.org/officeDocument/2006/relationships/image" Target="../media/image37.png"/><Relationship Id="rId57" Type="http://schemas.openxmlformats.org/officeDocument/2006/relationships/customXml" Target="../ink/ink16.xml"/><Relationship Id="rId10" Type="http://schemas.openxmlformats.org/officeDocument/2006/relationships/image" Target="../media/image9.png"/><Relationship Id="rId31" Type="http://schemas.openxmlformats.org/officeDocument/2006/relationships/customXml" Target="../ink/ink2.xml"/><Relationship Id="rId44" Type="http://schemas.openxmlformats.org/officeDocument/2006/relationships/customXml" Target="../ink/ink9.xml"/><Relationship Id="rId52" Type="http://schemas.openxmlformats.org/officeDocument/2006/relationships/customXml" Target="../ink/ink13.xml"/><Relationship Id="rId60" Type="http://schemas.openxmlformats.org/officeDocument/2006/relationships/customXml" Target="../ink/ink19.xml"/><Relationship Id="rId4" Type="http://schemas.openxmlformats.org/officeDocument/2006/relationships/image" Target="../media/image3.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2.png"/><Relationship Id="rId7" Type="http://schemas.openxmlformats.org/officeDocument/2006/relationships/customXml" Target="../ink/ink25.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customXml" Target="../ink/ink24.xml"/><Relationship Id="rId4" Type="http://schemas.openxmlformats.org/officeDocument/2006/relationships/image" Target="../media/image43.png"/></Relationships>
</file>

<file path=ppt/slides/_rels/slide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3" Type="http://schemas.openxmlformats.org/officeDocument/2006/relationships/image" Target="../media/image47.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image" Target="../media/image46.png"/><Relationship Id="rId16"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18" Type="http://schemas.openxmlformats.org/officeDocument/2006/relationships/image" Target="../media/image81.png"/><Relationship Id="rId26" Type="http://schemas.openxmlformats.org/officeDocument/2006/relationships/image" Target="../media/image89.png"/><Relationship Id="rId3" Type="http://schemas.openxmlformats.org/officeDocument/2006/relationships/image" Target="../media/image66.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2" Type="http://schemas.openxmlformats.org/officeDocument/2006/relationships/image" Target="../media/image65.png"/><Relationship Id="rId16" Type="http://schemas.openxmlformats.org/officeDocument/2006/relationships/image" Target="../media/image79.png"/><Relationship Id="rId20"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5" Type="http://schemas.openxmlformats.org/officeDocument/2006/relationships/image" Target="../media/image68.png"/><Relationship Id="rId15" Type="http://schemas.openxmlformats.org/officeDocument/2006/relationships/image" Target="../media/image78.png"/><Relationship Id="rId23" Type="http://schemas.openxmlformats.org/officeDocument/2006/relationships/image" Target="../media/image86.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s>
</file>

<file path=ppt/slides/_rels/slide14.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png"/><Relationship Id="rId18" Type="http://schemas.openxmlformats.org/officeDocument/2006/relationships/image" Target="../media/image106.png"/><Relationship Id="rId26" Type="http://schemas.openxmlformats.org/officeDocument/2006/relationships/image" Target="../media/image114.png"/><Relationship Id="rId3" Type="http://schemas.openxmlformats.org/officeDocument/2006/relationships/image" Target="../media/image91.png"/><Relationship Id="rId21" Type="http://schemas.openxmlformats.org/officeDocument/2006/relationships/image" Target="../media/image109.png"/><Relationship Id="rId7" Type="http://schemas.openxmlformats.org/officeDocument/2006/relationships/image" Target="../media/image95.png"/><Relationship Id="rId12" Type="http://schemas.openxmlformats.org/officeDocument/2006/relationships/image" Target="../media/image100.png"/><Relationship Id="rId17" Type="http://schemas.openxmlformats.org/officeDocument/2006/relationships/image" Target="../media/image105.png"/><Relationship Id="rId25" Type="http://schemas.openxmlformats.org/officeDocument/2006/relationships/image" Target="../media/image113.png"/><Relationship Id="rId2" Type="http://schemas.openxmlformats.org/officeDocument/2006/relationships/image" Target="../media/image90.png"/><Relationship Id="rId16" Type="http://schemas.openxmlformats.org/officeDocument/2006/relationships/image" Target="../media/image104.png"/><Relationship Id="rId20" Type="http://schemas.openxmlformats.org/officeDocument/2006/relationships/image" Target="../media/image108.png"/><Relationship Id="rId29"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94.png"/><Relationship Id="rId11" Type="http://schemas.openxmlformats.org/officeDocument/2006/relationships/image" Target="../media/image99.png"/><Relationship Id="rId24" Type="http://schemas.openxmlformats.org/officeDocument/2006/relationships/image" Target="../media/image112.png"/><Relationship Id="rId5" Type="http://schemas.openxmlformats.org/officeDocument/2006/relationships/image" Target="../media/image93.png"/><Relationship Id="rId15" Type="http://schemas.openxmlformats.org/officeDocument/2006/relationships/image" Target="../media/image103.png"/><Relationship Id="rId23" Type="http://schemas.openxmlformats.org/officeDocument/2006/relationships/image" Target="../media/image111.png"/><Relationship Id="rId28" Type="http://schemas.openxmlformats.org/officeDocument/2006/relationships/image" Target="../media/image116.png"/><Relationship Id="rId10" Type="http://schemas.openxmlformats.org/officeDocument/2006/relationships/image" Target="../media/image98.png"/><Relationship Id="rId19" Type="http://schemas.openxmlformats.org/officeDocument/2006/relationships/image" Target="../media/image107.png"/><Relationship Id="rId31" Type="http://schemas.openxmlformats.org/officeDocument/2006/relationships/image" Target="../media/image119.png"/><Relationship Id="rId4" Type="http://schemas.openxmlformats.org/officeDocument/2006/relationships/image" Target="../media/image92.png"/><Relationship Id="rId9" Type="http://schemas.openxmlformats.org/officeDocument/2006/relationships/image" Target="../media/image97.png"/><Relationship Id="rId14" Type="http://schemas.openxmlformats.org/officeDocument/2006/relationships/image" Target="../media/image102.png"/><Relationship Id="rId22" Type="http://schemas.openxmlformats.org/officeDocument/2006/relationships/image" Target="../media/image110.png"/><Relationship Id="rId27" Type="http://schemas.openxmlformats.org/officeDocument/2006/relationships/image" Target="../media/image115.png"/><Relationship Id="rId30" Type="http://schemas.openxmlformats.org/officeDocument/2006/relationships/image" Target="../media/image1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21.png"/><Relationship Id="rId21" Type="http://schemas.openxmlformats.org/officeDocument/2006/relationships/image" Target="../media/image139.png"/><Relationship Id="rId34" Type="http://schemas.openxmlformats.org/officeDocument/2006/relationships/image" Target="../media/image152.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33" Type="http://schemas.openxmlformats.org/officeDocument/2006/relationships/image" Target="../media/image151.png"/><Relationship Id="rId2" Type="http://schemas.openxmlformats.org/officeDocument/2006/relationships/image" Target="../media/image120.png"/><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7.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32" Type="http://schemas.openxmlformats.org/officeDocument/2006/relationships/image" Target="../media/image150.png"/><Relationship Id="rId5" Type="http://schemas.openxmlformats.org/officeDocument/2006/relationships/image" Target="../media/image123.png"/><Relationship Id="rId15" Type="http://schemas.openxmlformats.org/officeDocument/2006/relationships/image" Target="../media/image133.png"/><Relationship Id="rId23" Type="http://schemas.openxmlformats.org/officeDocument/2006/relationships/image" Target="../media/image141.png"/><Relationship Id="rId28" Type="http://schemas.openxmlformats.org/officeDocument/2006/relationships/image" Target="../media/image146.png"/><Relationship Id="rId10" Type="http://schemas.openxmlformats.org/officeDocument/2006/relationships/image" Target="../media/image128.png"/><Relationship Id="rId19" Type="http://schemas.openxmlformats.org/officeDocument/2006/relationships/image" Target="../media/image137.png"/><Relationship Id="rId31" Type="http://schemas.openxmlformats.org/officeDocument/2006/relationships/image" Target="../media/image149.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40.png"/><Relationship Id="rId27" Type="http://schemas.openxmlformats.org/officeDocument/2006/relationships/image" Target="../media/image145.png"/><Relationship Id="rId30" Type="http://schemas.openxmlformats.org/officeDocument/2006/relationships/image" Target="../media/image148.png"/><Relationship Id="rId8" Type="http://schemas.openxmlformats.org/officeDocument/2006/relationships/image" Target="../media/image126.png"/></Relationships>
</file>

<file path=ppt/slides/_rels/slide17.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image" Target="../media/image153.png"/><Relationship Id="rId1" Type="http://schemas.openxmlformats.org/officeDocument/2006/relationships/slideLayout" Target="../slideLayouts/slideLayout7.xml"/><Relationship Id="rId6" Type="http://schemas.openxmlformats.org/officeDocument/2006/relationships/image" Target="../media/image157.png"/><Relationship Id="rId11" Type="http://schemas.openxmlformats.org/officeDocument/2006/relationships/image" Target="../media/image162.png"/><Relationship Id="rId5" Type="http://schemas.openxmlformats.org/officeDocument/2006/relationships/image" Target="../media/image156.png"/><Relationship Id="rId10" Type="http://schemas.openxmlformats.org/officeDocument/2006/relationships/image" Target="../media/image161.png"/><Relationship Id="rId4" Type="http://schemas.openxmlformats.org/officeDocument/2006/relationships/image" Target="../media/image155.png"/><Relationship Id="rId9"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image" Target="../media/image153.png"/><Relationship Id="rId1" Type="http://schemas.openxmlformats.org/officeDocument/2006/relationships/slideLayout" Target="../slideLayouts/slideLayout7.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19.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18" Type="http://schemas.openxmlformats.org/officeDocument/2006/relationships/image" Target="../media/image179.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17" Type="http://schemas.openxmlformats.org/officeDocument/2006/relationships/image" Target="../media/image178.png"/><Relationship Id="rId2" Type="http://schemas.openxmlformats.org/officeDocument/2006/relationships/image" Target="../media/image163.png"/><Relationship Id="rId16" Type="http://schemas.openxmlformats.org/officeDocument/2006/relationships/image" Target="../media/image177.png"/><Relationship Id="rId20" Type="http://schemas.openxmlformats.org/officeDocument/2006/relationships/image" Target="../media/image181.png"/><Relationship Id="rId1" Type="http://schemas.openxmlformats.org/officeDocument/2006/relationships/slideLayout" Target="../slideLayouts/slideLayout7.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19" Type="http://schemas.openxmlformats.org/officeDocument/2006/relationships/image" Target="../media/image180.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20.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3.png"/><Relationship Id="rId18" Type="http://schemas.openxmlformats.org/officeDocument/2006/relationships/image" Target="../media/image198.png"/><Relationship Id="rId3" Type="http://schemas.openxmlformats.org/officeDocument/2006/relationships/image" Target="../media/image183.png"/><Relationship Id="rId21" Type="http://schemas.openxmlformats.org/officeDocument/2006/relationships/image" Target="../media/image201.png"/><Relationship Id="rId7" Type="http://schemas.openxmlformats.org/officeDocument/2006/relationships/image" Target="../media/image187.png"/><Relationship Id="rId12" Type="http://schemas.openxmlformats.org/officeDocument/2006/relationships/image" Target="../media/image192.png"/><Relationship Id="rId17" Type="http://schemas.openxmlformats.org/officeDocument/2006/relationships/image" Target="../media/image197.png"/><Relationship Id="rId2" Type="http://schemas.openxmlformats.org/officeDocument/2006/relationships/image" Target="../media/image182.png"/><Relationship Id="rId16" Type="http://schemas.openxmlformats.org/officeDocument/2006/relationships/image" Target="../media/image196.png"/><Relationship Id="rId20"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86.png"/><Relationship Id="rId11" Type="http://schemas.openxmlformats.org/officeDocument/2006/relationships/image" Target="../media/image191.png"/><Relationship Id="rId24" Type="http://schemas.openxmlformats.org/officeDocument/2006/relationships/image" Target="../media/image204.png"/><Relationship Id="rId5" Type="http://schemas.openxmlformats.org/officeDocument/2006/relationships/image" Target="../media/image185.png"/><Relationship Id="rId15" Type="http://schemas.openxmlformats.org/officeDocument/2006/relationships/image" Target="../media/image195.png"/><Relationship Id="rId23" Type="http://schemas.openxmlformats.org/officeDocument/2006/relationships/image" Target="../media/image203.png"/><Relationship Id="rId10" Type="http://schemas.openxmlformats.org/officeDocument/2006/relationships/image" Target="../media/image190.png"/><Relationship Id="rId19" Type="http://schemas.openxmlformats.org/officeDocument/2006/relationships/image" Target="../media/image199.png"/><Relationship Id="rId4" Type="http://schemas.openxmlformats.org/officeDocument/2006/relationships/image" Target="../media/image184.png"/><Relationship Id="rId9" Type="http://schemas.openxmlformats.org/officeDocument/2006/relationships/image" Target="../media/image189.png"/><Relationship Id="rId14" Type="http://schemas.openxmlformats.org/officeDocument/2006/relationships/image" Target="../media/image194.png"/><Relationship Id="rId22" Type="http://schemas.openxmlformats.org/officeDocument/2006/relationships/image" Target="../media/image202.png"/></Relationships>
</file>

<file path=ppt/slides/_rels/slide21.xml.rels><?xml version="1.0" encoding="UTF-8" standalone="yes"?>
<Relationships xmlns="http://schemas.openxmlformats.org/package/2006/relationships"><Relationship Id="rId8" Type="http://schemas.openxmlformats.org/officeDocument/2006/relationships/image" Target="../media/image195.png"/><Relationship Id="rId13" Type="http://schemas.openxmlformats.org/officeDocument/2006/relationships/image" Target="../media/image200.png"/><Relationship Id="rId3" Type="http://schemas.openxmlformats.org/officeDocument/2006/relationships/image" Target="../media/image206.png"/><Relationship Id="rId7" Type="http://schemas.openxmlformats.org/officeDocument/2006/relationships/image" Target="../media/image194.png"/><Relationship Id="rId12" Type="http://schemas.openxmlformats.org/officeDocument/2006/relationships/image" Target="../media/image199.png"/><Relationship Id="rId2"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208.png"/><Relationship Id="rId10" Type="http://schemas.openxmlformats.org/officeDocument/2006/relationships/image" Target="../media/image197.png"/><Relationship Id="rId4" Type="http://schemas.openxmlformats.org/officeDocument/2006/relationships/image" Target="../media/image207.png"/><Relationship Id="rId9" Type="http://schemas.openxmlformats.org/officeDocument/2006/relationships/image" Target="../media/image19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215.png"/><Relationship Id="rId3" Type="http://schemas.openxmlformats.org/officeDocument/2006/relationships/image" Target="../media/image210.png"/><Relationship Id="rId7" Type="http://schemas.openxmlformats.org/officeDocument/2006/relationships/image" Target="../media/image214.png"/><Relationship Id="rId12" Type="http://schemas.openxmlformats.org/officeDocument/2006/relationships/image" Target="../media/image219.png"/><Relationship Id="rId2" Type="http://schemas.openxmlformats.org/officeDocument/2006/relationships/image" Target="../media/image209.png"/><Relationship Id="rId1" Type="http://schemas.openxmlformats.org/officeDocument/2006/relationships/slideLayout" Target="../slideLayouts/slideLayout13.xml"/><Relationship Id="rId6" Type="http://schemas.openxmlformats.org/officeDocument/2006/relationships/image" Target="../media/image213.png"/><Relationship Id="rId11" Type="http://schemas.openxmlformats.org/officeDocument/2006/relationships/image" Target="../media/image218.png"/><Relationship Id="rId5" Type="http://schemas.openxmlformats.org/officeDocument/2006/relationships/image" Target="../media/image212.png"/><Relationship Id="rId10" Type="http://schemas.openxmlformats.org/officeDocument/2006/relationships/image" Target="../media/image217.png"/><Relationship Id="rId4" Type="http://schemas.openxmlformats.org/officeDocument/2006/relationships/image" Target="../media/image211.png"/><Relationship Id="rId9" Type="http://schemas.openxmlformats.org/officeDocument/2006/relationships/image" Target="../media/image216.png"/></Relationships>
</file>

<file path=ppt/slides/_rels/slide24.xml.rels><?xml version="1.0" encoding="UTF-8" standalone="yes"?>
<Relationships xmlns="http://schemas.openxmlformats.org/package/2006/relationships"><Relationship Id="rId8" Type="http://schemas.openxmlformats.org/officeDocument/2006/relationships/image" Target="../media/image226.png"/><Relationship Id="rId3" Type="http://schemas.openxmlformats.org/officeDocument/2006/relationships/image" Target="../media/image221.png"/><Relationship Id="rId7" Type="http://schemas.openxmlformats.org/officeDocument/2006/relationships/image" Target="../media/image225.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25.xml.rels><?xml version="1.0" encoding="UTF-8" standalone="yes"?>
<Relationships xmlns="http://schemas.openxmlformats.org/package/2006/relationships"><Relationship Id="rId2" Type="http://schemas.openxmlformats.org/officeDocument/2006/relationships/image" Target="../media/image227.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228.jpg"/><Relationship Id="rId1" Type="http://schemas.openxmlformats.org/officeDocument/2006/relationships/slideLayout" Target="../slideLayouts/slideLayout6.xml"/><Relationship Id="rId5" Type="http://schemas.openxmlformats.org/officeDocument/2006/relationships/image" Target="../media/image231.png"/><Relationship Id="rId4" Type="http://schemas.openxmlformats.org/officeDocument/2006/relationships/image" Target="../media/image230.png"/></Relationships>
</file>

<file path=ppt/slides/_rels/slide27.xml.rels><?xml version="1.0" encoding="UTF-8" standalone="yes"?>
<Relationships xmlns="http://schemas.openxmlformats.org/package/2006/relationships"><Relationship Id="rId2" Type="http://schemas.openxmlformats.org/officeDocument/2006/relationships/image" Target="../media/image232.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3.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8" Type="http://schemas.openxmlformats.org/officeDocument/2006/relationships/image" Target="../media/image240.png"/><Relationship Id="rId13" Type="http://schemas.openxmlformats.org/officeDocument/2006/relationships/image" Target="../media/image245.png"/><Relationship Id="rId3" Type="http://schemas.openxmlformats.org/officeDocument/2006/relationships/image" Target="../media/image235.png"/><Relationship Id="rId7" Type="http://schemas.openxmlformats.org/officeDocument/2006/relationships/image" Target="../media/image239.png"/><Relationship Id="rId12" Type="http://schemas.openxmlformats.org/officeDocument/2006/relationships/image" Target="../media/image244.png"/><Relationship Id="rId2" Type="http://schemas.openxmlformats.org/officeDocument/2006/relationships/image" Target="../media/image234.jpg"/><Relationship Id="rId16" Type="http://schemas.openxmlformats.org/officeDocument/2006/relationships/image" Target="../media/image248.png"/><Relationship Id="rId1" Type="http://schemas.openxmlformats.org/officeDocument/2006/relationships/slideLayout" Target="../slideLayouts/slideLayout7.xml"/><Relationship Id="rId6" Type="http://schemas.openxmlformats.org/officeDocument/2006/relationships/image" Target="../media/image238.png"/><Relationship Id="rId11" Type="http://schemas.openxmlformats.org/officeDocument/2006/relationships/image" Target="../media/image243.png"/><Relationship Id="rId5" Type="http://schemas.openxmlformats.org/officeDocument/2006/relationships/image" Target="../media/image237.png"/><Relationship Id="rId15" Type="http://schemas.openxmlformats.org/officeDocument/2006/relationships/image" Target="../media/image247.png"/><Relationship Id="rId10" Type="http://schemas.openxmlformats.org/officeDocument/2006/relationships/image" Target="../media/image242.png"/><Relationship Id="rId4" Type="http://schemas.openxmlformats.org/officeDocument/2006/relationships/image" Target="../media/image236.png"/><Relationship Id="rId9" Type="http://schemas.openxmlformats.org/officeDocument/2006/relationships/image" Target="../media/image241.png"/><Relationship Id="rId14" Type="http://schemas.openxmlformats.org/officeDocument/2006/relationships/image" Target="../media/image24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8" Type="http://schemas.openxmlformats.org/officeDocument/2006/relationships/image" Target="../media/image255.png"/><Relationship Id="rId13" Type="http://schemas.openxmlformats.org/officeDocument/2006/relationships/image" Target="../media/image260.png"/><Relationship Id="rId3" Type="http://schemas.openxmlformats.org/officeDocument/2006/relationships/image" Target="../media/image250.png"/><Relationship Id="rId7" Type="http://schemas.openxmlformats.org/officeDocument/2006/relationships/image" Target="../media/image254.png"/><Relationship Id="rId12" Type="http://schemas.openxmlformats.org/officeDocument/2006/relationships/image" Target="../media/image259.png"/><Relationship Id="rId2" Type="http://schemas.openxmlformats.org/officeDocument/2006/relationships/image" Target="../media/image249.jpg"/><Relationship Id="rId1" Type="http://schemas.openxmlformats.org/officeDocument/2006/relationships/slideLayout" Target="../slideLayouts/slideLayout7.xml"/><Relationship Id="rId6" Type="http://schemas.openxmlformats.org/officeDocument/2006/relationships/image" Target="../media/image253.png"/><Relationship Id="rId11" Type="http://schemas.openxmlformats.org/officeDocument/2006/relationships/image" Target="../media/image258.png"/><Relationship Id="rId5" Type="http://schemas.openxmlformats.org/officeDocument/2006/relationships/image" Target="../media/image252.png"/><Relationship Id="rId10" Type="http://schemas.openxmlformats.org/officeDocument/2006/relationships/image" Target="../media/image257.png"/><Relationship Id="rId4" Type="http://schemas.openxmlformats.org/officeDocument/2006/relationships/image" Target="../media/image251.png"/><Relationship Id="rId9" Type="http://schemas.openxmlformats.org/officeDocument/2006/relationships/image" Target="../media/image256.png"/><Relationship Id="rId14" Type="http://schemas.openxmlformats.org/officeDocument/2006/relationships/image" Target="../media/image261.png"/></Relationships>
</file>

<file path=ppt/slides/_rels/slide32.xml.rels><?xml version="1.0" encoding="UTF-8" standalone="yes"?>
<Relationships xmlns="http://schemas.openxmlformats.org/package/2006/relationships"><Relationship Id="rId3" Type="http://schemas.openxmlformats.org/officeDocument/2006/relationships/image" Target="../media/image263.png"/><Relationship Id="rId7" Type="http://schemas.openxmlformats.org/officeDocument/2006/relationships/image" Target="../media/image267.png"/><Relationship Id="rId2" Type="http://schemas.openxmlformats.org/officeDocument/2006/relationships/image" Target="../media/image262.jpg"/><Relationship Id="rId1" Type="http://schemas.openxmlformats.org/officeDocument/2006/relationships/slideLayout" Target="../slideLayouts/slideLayout7.xml"/><Relationship Id="rId6" Type="http://schemas.openxmlformats.org/officeDocument/2006/relationships/image" Target="../media/image266.png"/><Relationship Id="rId5" Type="http://schemas.openxmlformats.org/officeDocument/2006/relationships/image" Target="../media/image265.png"/><Relationship Id="rId4" Type="http://schemas.openxmlformats.org/officeDocument/2006/relationships/image" Target="../media/image264.png"/></Relationships>
</file>

<file path=ppt/slides/_rels/slide33.xml.rels><?xml version="1.0" encoding="UTF-8" standalone="yes"?>
<Relationships xmlns="http://schemas.openxmlformats.org/package/2006/relationships"><Relationship Id="rId3" Type="http://schemas.openxmlformats.org/officeDocument/2006/relationships/image" Target="../media/image269.png"/><Relationship Id="rId2" Type="http://schemas.openxmlformats.org/officeDocument/2006/relationships/image" Target="../media/image268.jpg"/><Relationship Id="rId1" Type="http://schemas.openxmlformats.org/officeDocument/2006/relationships/slideLayout" Target="../slideLayouts/slideLayout7.xml"/><Relationship Id="rId5" Type="http://schemas.openxmlformats.org/officeDocument/2006/relationships/image" Target="../media/image271.png"/><Relationship Id="rId4" Type="http://schemas.openxmlformats.org/officeDocument/2006/relationships/image" Target="../media/image270.png"/></Relationships>
</file>

<file path=ppt/slides/_rels/slide34.xml.rels><?xml version="1.0" encoding="UTF-8" standalone="yes"?>
<Relationships xmlns="http://schemas.openxmlformats.org/package/2006/relationships"><Relationship Id="rId8" Type="http://schemas.openxmlformats.org/officeDocument/2006/relationships/image" Target="../media/image278.png"/><Relationship Id="rId3" Type="http://schemas.openxmlformats.org/officeDocument/2006/relationships/image" Target="../media/image273.png"/><Relationship Id="rId7" Type="http://schemas.openxmlformats.org/officeDocument/2006/relationships/image" Target="../media/image277.png"/><Relationship Id="rId2" Type="http://schemas.openxmlformats.org/officeDocument/2006/relationships/image" Target="../media/image272.jpg"/><Relationship Id="rId1" Type="http://schemas.openxmlformats.org/officeDocument/2006/relationships/slideLayout" Target="../slideLayouts/slideLayout7.xml"/><Relationship Id="rId6" Type="http://schemas.openxmlformats.org/officeDocument/2006/relationships/image" Target="../media/image276.png"/><Relationship Id="rId5" Type="http://schemas.openxmlformats.org/officeDocument/2006/relationships/image" Target="../media/image275.png"/><Relationship Id="rId10" Type="http://schemas.openxmlformats.org/officeDocument/2006/relationships/image" Target="../media/image280.png"/><Relationship Id="rId4" Type="http://schemas.openxmlformats.org/officeDocument/2006/relationships/image" Target="../media/image274.png"/><Relationship Id="rId9" Type="http://schemas.openxmlformats.org/officeDocument/2006/relationships/image" Target="../media/image27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980662" y="4619489"/>
            <a:ext cx="6710681" cy="525145"/>
          </a:xfrm>
          <a:prstGeom prst="rect">
            <a:avLst/>
          </a:prstGeom>
        </p:spPr>
        <p:txBody>
          <a:bodyPr vert="horz" wrap="square" lIns="0" tIns="15241" rIns="0" bIns="0" rtlCol="0">
            <a:spAutoFit/>
          </a:bodyPr>
          <a:lstStyle/>
          <a:p>
            <a:pPr marL="995630" marR="6773" indent="-979544">
              <a:lnSpc>
                <a:spcPct val="115199"/>
              </a:lnSpc>
              <a:spcBef>
                <a:spcPts val="121"/>
              </a:spcBef>
            </a:pPr>
            <a:r>
              <a:rPr sz="3200" spc="-15" dirty="0">
                <a:solidFill>
                  <a:srgbClr val="0432FF"/>
                </a:solidFill>
                <a:latin typeface="Verdana"/>
                <a:cs typeface="Verdana"/>
              </a:rPr>
              <a:t>Linear</a:t>
            </a:r>
            <a:r>
              <a:rPr sz="3200" dirty="0">
                <a:solidFill>
                  <a:srgbClr val="0432FF"/>
                </a:solidFill>
                <a:latin typeface="Verdana"/>
                <a:cs typeface="Verdana"/>
              </a:rPr>
              <a:t> </a:t>
            </a:r>
            <a:r>
              <a:rPr sz="3200" spc="7" dirty="0">
                <a:solidFill>
                  <a:srgbClr val="0432FF"/>
                </a:solidFill>
                <a:latin typeface="Verdana"/>
                <a:cs typeface="Verdana"/>
              </a:rPr>
              <a:t>Regression</a:t>
            </a:r>
            <a:r>
              <a:rPr lang="en-GB" sz="3200" spc="7" dirty="0">
                <a:solidFill>
                  <a:srgbClr val="0432FF"/>
                </a:solidFill>
                <a:latin typeface="Verdana"/>
                <a:cs typeface="Verdana"/>
              </a:rPr>
              <a:t> Model part 1</a:t>
            </a:r>
            <a:endParaRPr sz="3200" dirty="0">
              <a:solidFill>
                <a:srgbClr val="0432FF"/>
              </a:solidFill>
              <a:latin typeface="Verdana"/>
              <a:cs typeface="Verdana"/>
            </a:endParaRPr>
          </a:p>
        </p:txBody>
      </p:sp>
      <p:sp>
        <p:nvSpPr>
          <p:cNvPr id="5" name="TextBox 4">
            <a:extLst>
              <a:ext uri="{FF2B5EF4-FFF2-40B4-BE49-F238E27FC236}">
                <a16:creationId xmlns:a16="http://schemas.microsoft.com/office/drawing/2014/main" id="{8EF08DA2-FAC1-8960-0C86-F20F88904B23}"/>
              </a:ext>
            </a:extLst>
          </p:cNvPr>
          <p:cNvSpPr txBox="1"/>
          <p:nvPr/>
        </p:nvSpPr>
        <p:spPr>
          <a:xfrm>
            <a:off x="1520190" y="1260086"/>
            <a:ext cx="8657082" cy="1754326"/>
          </a:xfrm>
          <a:prstGeom prst="rect">
            <a:avLst/>
          </a:prstGeom>
          <a:noFill/>
        </p:spPr>
        <p:txBody>
          <a:bodyPr wrap="square">
            <a:spAutoFit/>
          </a:bodyPr>
          <a:lstStyle/>
          <a:p>
            <a:pPr algn="ctr"/>
            <a:r>
              <a:rPr lang="en-US" sz="5400" spc="7" dirty="0"/>
              <a:t>Linear</a:t>
            </a:r>
            <a:r>
              <a:rPr lang="en-US" sz="5400" spc="-153" dirty="0"/>
              <a:t> </a:t>
            </a:r>
            <a:r>
              <a:rPr lang="en-US" sz="5400" spc="-7" dirty="0"/>
              <a:t>Regression </a:t>
            </a:r>
            <a:r>
              <a:rPr lang="en-US" sz="5400" spc="-2233" dirty="0"/>
              <a:t> </a:t>
            </a:r>
            <a:r>
              <a:rPr lang="en-US" sz="5400" spc="-7" dirty="0"/>
              <a:t>with</a:t>
            </a:r>
            <a:r>
              <a:rPr lang="en-US" sz="5400" spc="-47" dirty="0"/>
              <a:t> </a:t>
            </a:r>
            <a:r>
              <a:rPr lang="en-US" sz="5400" dirty="0"/>
              <a:t>One</a:t>
            </a:r>
            <a:r>
              <a:rPr lang="en-US" sz="5400" spc="-100" dirty="0"/>
              <a:t> </a:t>
            </a:r>
            <a:r>
              <a:rPr lang="en-US" sz="5400" spc="-7" dirty="0"/>
              <a:t>Variable</a:t>
            </a:r>
            <a:endParaRPr lang="en-PS" sz="5400" dirty="0"/>
          </a:p>
        </p:txBody>
      </p:sp>
      <p:sp>
        <p:nvSpPr>
          <p:cNvPr id="6" name="Slide Number Placeholder 5">
            <a:extLst>
              <a:ext uri="{FF2B5EF4-FFF2-40B4-BE49-F238E27FC236}">
                <a16:creationId xmlns:a16="http://schemas.microsoft.com/office/drawing/2014/main" id="{82A917A7-B368-9137-C84E-3C661C3967D1}"/>
              </a:ext>
            </a:extLst>
          </p:cNvPr>
          <p:cNvSpPr>
            <a:spLocks noGrp="1"/>
          </p:cNvSpPr>
          <p:nvPr>
            <p:ph type="sldNum" sz="quarter" idx="7"/>
          </p:nvPr>
        </p:nvSpPr>
        <p:spPr/>
        <p:txBody>
          <a:bodyPr/>
          <a:lstStyle/>
          <a:p>
            <a:fld id="{B6F15528-21DE-4FAA-801E-634DDDAF4B2B}" type="slidenum">
              <a:rPr lang="en-PS" smtClean="0"/>
              <a:t>1</a:t>
            </a:fld>
            <a:endParaRPr lang="en-P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1D05C8-5F99-4644-902C-270E5DCADFD7}"/>
              </a:ext>
            </a:extLst>
          </p:cNvPr>
          <p:cNvSpPr>
            <a:spLocks noGrp="1"/>
          </p:cNvSpPr>
          <p:nvPr>
            <p:ph type="title"/>
          </p:nvPr>
        </p:nvSpPr>
        <p:spPr/>
        <p:txBody>
          <a:bodyPr/>
          <a:lstStyle/>
          <a:p>
            <a:r>
              <a:rPr lang="en-IL" dirty="0">
                <a:solidFill>
                  <a:srgbClr val="0033CC"/>
                </a:solidFill>
              </a:rPr>
              <a:t>Content</a:t>
            </a:r>
          </a:p>
        </p:txBody>
      </p:sp>
      <p:sp>
        <p:nvSpPr>
          <p:cNvPr id="6" name="Content Placeholder 5">
            <a:extLst>
              <a:ext uri="{FF2B5EF4-FFF2-40B4-BE49-F238E27FC236}">
                <a16:creationId xmlns:a16="http://schemas.microsoft.com/office/drawing/2014/main" id="{46F02B8D-E5D5-7A42-823A-D622243D65E2}"/>
              </a:ext>
            </a:extLst>
          </p:cNvPr>
          <p:cNvSpPr>
            <a:spLocks noGrp="1"/>
          </p:cNvSpPr>
          <p:nvPr>
            <p:ph idx="1"/>
          </p:nvPr>
        </p:nvSpPr>
        <p:spPr/>
        <p:txBody>
          <a:bodyPr>
            <a:normAutofit/>
          </a:bodyPr>
          <a:lstStyle/>
          <a:p>
            <a:r>
              <a:rPr lang="en-IL" sz="3200" dirty="0"/>
              <a:t>Linear Regression Model </a:t>
            </a:r>
          </a:p>
          <a:p>
            <a:r>
              <a:rPr lang="en-IL" sz="3200" dirty="0"/>
              <a:t>The process of supervised learning</a:t>
            </a:r>
          </a:p>
          <a:p>
            <a:r>
              <a:rPr lang="en-IL" sz="3200" dirty="0"/>
              <a:t>Cost function</a:t>
            </a:r>
          </a:p>
          <a:p>
            <a:r>
              <a:rPr lang="en-US" sz="3200" dirty="0"/>
              <a:t>I</a:t>
            </a:r>
            <a:r>
              <a:rPr lang="en-IL" sz="3200" dirty="0"/>
              <a:t>ntution of cost function </a:t>
            </a:r>
          </a:p>
          <a:p>
            <a:r>
              <a:rPr lang="en-IL" sz="3200" dirty="0"/>
              <a:t>Visualizing the cost function </a:t>
            </a:r>
          </a:p>
          <a:p>
            <a:pPr marL="0" indent="0">
              <a:buNone/>
            </a:pPr>
            <a:endParaRPr lang="en-IL" sz="3200" dirty="0"/>
          </a:p>
          <a:p>
            <a:pPr marL="0" indent="0">
              <a:buNone/>
            </a:pPr>
            <a:endParaRPr lang="en-IL" sz="3200" dirty="0"/>
          </a:p>
          <a:p>
            <a:endParaRPr lang="en-IL" sz="3200" dirty="0"/>
          </a:p>
          <a:p>
            <a:endParaRPr lang="en-IL" sz="3200" dirty="0"/>
          </a:p>
          <a:p>
            <a:endParaRPr lang="en-IL" sz="3200" dirty="0"/>
          </a:p>
          <a:p>
            <a:endParaRPr lang="en-IL" sz="3200" dirty="0"/>
          </a:p>
        </p:txBody>
      </p:sp>
      <p:sp>
        <p:nvSpPr>
          <p:cNvPr id="4" name="Slide Number Placeholder 3">
            <a:extLst>
              <a:ext uri="{FF2B5EF4-FFF2-40B4-BE49-F238E27FC236}">
                <a16:creationId xmlns:a16="http://schemas.microsoft.com/office/drawing/2014/main" id="{F9DE8142-ECD8-4449-BC3A-7B765A4D8DAA}"/>
              </a:ext>
            </a:extLst>
          </p:cNvPr>
          <p:cNvSpPr>
            <a:spLocks noGrp="1"/>
          </p:cNvSpPr>
          <p:nvPr>
            <p:ph type="sldNum" sz="quarter" idx="12"/>
          </p:nvPr>
        </p:nvSpPr>
        <p:spPr/>
        <p:txBody>
          <a:bodyPr/>
          <a:lstStyle/>
          <a:p>
            <a:fld id="{B6F15528-21DE-4FAA-801E-634DDDAF4B2B}" type="slidenum">
              <a:rPr lang="en-IL" smtClean="0"/>
              <a:t>2</a:t>
            </a:fld>
            <a:endParaRPr lang="en-IL"/>
          </a:p>
        </p:txBody>
      </p:sp>
    </p:spTree>
    <p:extLst>
      <p:ext uri="{BB962C8B-B14F-4D97-AF65-F5344CB8AC3E}">
        <p14:creationId xmlns:p14="http://schemas.microsoft.com/office/powerpoint/2010/main" val="77778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5335" y="831936"/>
            <a:ext cx="5892800" cy="2895600"/>
          </a:xfrm>
          <a:custGeom>
            <a:avLst/>
            <a:gdLst/>
            <a:ahLst/>
            <a:cxnLst/>
            <a:rect l="l" t="t" r="r" b="b"/>
            <a:pathLst>
              <a:path w="4419600" h="2171700">
                <a:moveTo>
                  <a:pt x="66675" y="1685925"/>
                </a:moveTo>
                <a:lnTo>
                  <a:pt x="4419600" y="1685925"/>
                </a:lnTo>
              </a:path>
              <a:path w="4419600" h="2171700">
                <a:moveTo>
                  <a:pt x="66675" y="1266825"/>
                </a:moveTo>
                <a:lnTo>
                  <a:pt x="4419600" y="1266825"/>
                </a:lnTo>
              </a:path>
              <a:path w="4419600" h="2171700">
                <a:moveTo>
                  <a:pt x="66675" y="838200"/>
                </a:moveTo>
                <a:lnTo>
                  <a:pt x="4419600" y="838200"/>
                </a:lnTo>
              </a:path>
              <a:path w="4419600" h="2171700">
                <a:moveTo>
                  <a:pt x="66675" y="419100"/>
                </a:moveTo>
                <a:lnTo>
                  <a:pt x="4419600" y="419100"/>
                </a:lnTo>
              </a:path>
              <a:path w="4419600" h="2171700">
                <a:moveTo>
                  <a:pt x="66675" y="0"/>
                </a:moveTo>
                <a:lnTo>
                  <a:pt x="4419600" y="0"/>
                </a:lnTo>
              </a:path>
              <a:path w="4419600" h="2171700">
                <a:moveTo>
                  <a:pt x="66675" y="2105025"/>
                </a:moveTo>
                <a:lnTo>
                  <a:pt x="66675" y="0"/>
                </a:lnTo>
              </a:path>
              <a:path w="4419600" h="2171700">
                <a:moveTo>
                  <a:pt x="0" y="2105025"/>
                </a:moveTo>
                <a:lnTo>
                  <a:pt x="66675" y="2105025"/>
                </a:lnTo>
              </a:path>
              <a:path w="4419600" h="2171700">
                <a:moveTo>
                  <a:pt x="0" y="1685925"/>
                </a:moveTo>
                <a:lnTo>
                  <a:pt x="66675" y="1685925"/>
                </a:lnTo>
              </a:path>
              <a:path w="4419600" h="2171700">
                <a:moveTo>
                  <a:pt x="0" y="1266825"/>
                </a:moveTo>
                <a:lnTo>
                  <a:pt x="66675" y="1266825"/>
                </a:lnTo>
              </a:path>
              <a:path w="4419600" h="2171700">
                <a:moveTo>
                  <a:pt x="0" y="838200"/>
                </a:moveTo>
                <a:lnTo>
                  <a:pt x="66675" y="838200"/>
                </a:lnTo>
              </a:path>
              <a:path w="4419600" h="2171700">
                <a:moveTo>
                  <a:pt x="0" y="419100"/>
                </a:moveTo>
                <a:lnTo>
                  <a:pt x="66675" y="419100"/>
                </a:lnTo>
              </a:path>
              <a:path w="4419600" h="2171700">
                <a:moveTo>
                  <a:pt x="0" y="0"/>
                </a:moveTo>
                <a:lnTo>
                  <a:pt x="66675" y="0"/>
                </a:lnTo>
              </a:path>
              <a:path w="4419600" h="2171700">
                <a:moveTo>
                  <a:pt x="66675" y="2105025"/>
                </a:moveTo>
                <a:lnTo>
                  <a:pt x="4419600" y="2105025"/>
                </a:lnTo>
              </a:path>
              <a:path w="4419600" h="2171700">
                <a:moveTo>
                  <a:pt x="66675" y="2105025"/>
                </a:moveTo>
                <a:lnTo>
                  <a:pt x="66675" y="2171700"/>
                </a:lnTo>
              </a:path>
              <a:path w="4419600" h="2171700">
                <a:moveTo>
                  <a:pt x="1514475" y="2105025"/>
                </a:moveTo>
                <a:lnTo>
                  <a:pt x="1514475" y="2171700"/>
                </a:lnTo>
              </a:path>
              <a:path w="4419600" h="2171700">
                <a:moveTo>
                  <a:pt x="2962275" y="2105025"/>
                </a:moveTo>
                <a:lnTo>
                  <a:pt x="2962275" y="2171700"/>
                </a:lnTo>
              </a:path>
              <a:path w="4419600" h="2171700">
                <a:moveTo>
                  <a:pt x="4419600" y="2105025"/>
                </a:moveTo>
                <a:lnTo>
                  <a:pt x="4419600" y="2171700"/>
                </a:lnTo>
              </a:path>
            </a:pathLst>
          </a:custGeom>
          <a:ln w="9525">
            <a:solidFill>
              <a:srgbClr val="868686"/>
            </a:solidFill>
          </a:ln>
        </p:spPr>
        <p:txBody>
          <a:bodyPr wrap="square" lIns="0" tIns="0" rIns="0" bIns="0" rtlCol="0"/>
          <a:lstStyle/>
          <a:p>
            <a:endParaRPr sz="2400"/>
          </a:p>
        </p:txBody>
      </p:sp>
      <p:sp>
        <p:nvSpPr>
          <p:cNvPr id="3" name="object 3"/>
          <p:cNvSpPr txBox="1">
            <a:spLocks noGrp="1"/>
          </p:cNvSpPr>
          <p:nvPr>
            <p:ph type="title"/>
          </p:nvPr>
        </p:nvSpPr>
        <p:spPr>
          <a:xfrm>
            <a:off x="3305894" y="138103"/>
            <a:ext cx="3913295" cy="464572"/>
          </a:xfrm>
          <a:prstGeom prst="rect">
            <a:avLst/>
          </a:prstGeom>
        </p:spPr>
        <p:txBody>
          <a:bodyPr vert="horz" wrap="square" lIns="0" tIns="21167" rIns="0" bIns="0" rtlCol="0" anchor="ctr">
            <a:spAutoFit/>
          </a:bodyPr>
          <a:lstStyle/>
          <a:p>
            <a:pPr marL="16933">
              <a:spcBef>
                <a:spcPts val="167"/>
              </a:spcBef>
            </a:pPr>
            <a:r>
              <a:rPr sz="3200" dirty="0">
                <a:solidFill>
                  <a:srgbClr val="0432FF"/>
                </a:solidFill>
              </a:rPr>
              <a:t>House</a:t>
            </a:r>
            <a:r>
              <a:rPr sz="3200" spc="-73" dirty="0">
                <a:solidFill>
                  <a:srgbClr val="0432FF"/>
                </a:solidFill>
              </a:rPr>
              <a:t> </a:t>
            </a:r>
            <a:r>
              <a:rPr sz="3200" dirty="0">
                <a:solidFill>
                  <a:srgbClr val="0432FF"/>
                </a:solidFill>
              </a:rPr>
              <a:t>sizes</a:t>
            </a:r>
            <a:r>
              <a:rPr sz="3200" spc="-80" dirty="0">
                <a:solidFill>
                  <a:srgbClr val="0432FF"/>
                </a:solidFill>
              </a:rPr>
              <a:t> </a:t>
            </a:r>
            <a:r>
              <a:rPr sz="3200" spc="15" dirty="0">
                <a:solidFill>
                  <a:srgbClr val="0432FF"/>
                </a:solidFill>
              </a:rPr>
              <a:t>and</a:t>
            </a:r>
            <a:r>
              <a:rPr sz="3200" spc="-60" dirty="0">
                <a:solidFill>
                  <a:srgbClr val="0432FF"/>
                </a:solidFill>
              </a:rPr>
              <a:t> </a:t>
            </a:r>
            <a:r>
              <a:rPr sz="3200" spc="15" dirty="0">
                <a:solidFill>
                  <a:srgbClr val="0432FF"/>
                </a:solidFill>
              </a:rPr>
              <a:t>prices</a:t>
            </a:r>
            <a:endParaRPr sz="3200" dirty="0">
              <a:solidFill>
                <a:srgbClr val="0432FF"/>
              </a:solidFill>
            </a:endParaRPr>
          </a:p>
        </p:txBody>
      </p:sp>
      <p:sp>
        <p:nvSpPr>
          <p:cNvPr id="4" name="object 4"/>
          <p:cNvSpPr txBox="1"/>
          <p:nvPr/>
        </p:nvSpPr>
        <p:spPr>
          <a:xfrm>
            <a:off x="345017" y="5078752"/>
            <a:ext cx="4121573" cy="756617"/>
          </a:xfrm>
          <a:prstGeom prst="rect">
            <a:avLst/>
          </a:prstGeom>
        </p:spPr>
        <p:txBody>
          <a:bodyPr vert="horz" wrap="square" lIns="0" tIns="17780" rIns="0" bIns="0" rtlCol="0">
            <a:spAutoFit/>
          </a:bodyPr>
          <a:lstStyle/>
          <a:p>
            <a:pPr marL="16933">
              <a:spcBef>
                <a:spcPts val="140"/>
              </a:spcBef>
            </a:pPr>
            <a:r>
              <a:rPr sz="2400" spc="-20" dirty="0">
                <a:solidFill>
                  <a:srgbClr val="C00000"/>
                </a:solidFill>
                <a:latin typeface="Verdana"/>
                <a:cs typeface="Verdana"/>
              </a:rPr>
              <a:t>Supervised</a:t>
            </a:r>
            <a:r>
              <a:rPr sz="2400" spc="121" dirty="0">
                <a:solidFill>
                  <a:srgbClr val="C00000"/>
                </a:solidFill>
                <a:latin typeface="Verdana"/>
                <a:cs typeface="Verdana"/>
              </a:rPr>
              <a:t> </a:t>
            </a:r>
            <a:r>
              <a:rPr sz="2400" spc="-33" dirty="0">
                <a:solidFill>
                  <a:srgbClr val="C00000"/>
                </a:solidFill>
                <a:latin typeface="Verdana"/>
                <a:cs typeface="Verdana"/>
              </a:rPr>
              <a:t>learning</a:t>
            </a:r>
            <a:r>
              <a:rPr sz="2400" spc="187" dirty="0">
                <a:solidFill>
                  <a:srgbClr val="C00000"/>
                </a:solidFill>
                <a:latin typeface="Verdana"/>
                <a:cs typeface="Verdana"/>
              </a:rPr>
              <a:t> </a:t>
            </a:r>
            <a:r>
              <a:rPr sz="2400" spc="-7" dirty="0">
                <a:latin typeface="Verdana"/>
                <a:cs typeface="Verdana"/>
              </a:rPr>
              <a:t>model</a:t>
            </a:r>
            <a:endParaRPr sz="2400" dirty="0">
              <a:latin typeface="Verdana"/>
              <a:cs typeface="Verdana"/>
            </a:endParaRPr>
          </a:p>
          <a:p>
            <a:pPr marL="16933">
              <a:spcBef>
                <a:spcPts val="27"/>
              </a:spcBef>
            </a:pPr>
            <a:r>
              <a:rPr sz="2400" spc="-15" dirty="0">
                <a:latin typeface="Verdana"/>
                <a:cs typeface="Verdana"/>
              </a:rPr>
              <a:t>Data </a:t>
            </a:r>
            <a:r>
              <a:rPr sz="2400" spc="-20" dirty="0">
                <a:latin typeface="Verdana"/>
                <a:cs typeface="Verdana"/>
              </a:rPr>
              <a:t>has</a:t>
            </a:r>
            <a:r>
              <a:rPr sz="2400" spc="80" dirty="0">
                <a:latin typeface="Verdana"/>
                <a:cs typeface="Verdana"/>
              </a:rPr>
              <a:t> </a:t>
            </a:r>
            <a:r>
              <a:rPr sz="2400" spc="-20" dirty="0">
                <a:latin typeface="Verdana"/>
                <a:cs typeface="Verdana"/>
              </a:rPr>
              <a:t>“</a:t>
            </a:r>
            <a:r>
              <a:rPr sz="2400" spc="-20" dirty="0">
                <a:solidFill>
                  <a:srgbClr val="C00000"/>
                </a:solidFill>
                <a:latin typeface="Verdana"/>
                <a:cs typeface="Verdana"/>
              </a:rPr>
              <a:t>right</a:t>
            </a:r>
            <a:r>
              <a:rPr sz="2400" spc="87" dirty="0">
                <a:solidFill>
                  <a:srgbClr val="C00000"/>
                </a:solidFill>
                <a:latin typeface="Verdana"/>
                <a:cs typeface="Verdana"/>
              </a:rPr>
              <a:t> </a:t>
            </a:r>
            <a:r>
              <a:rPr sz="2400" dirty="0">
                <a:solidFill>
                  <a:srgbClr val="C00000"/>
                </a:solidFill>
                <a:latin typeface="Verdana"/>
                <a:cs typeface="Verdana"/>
              </a:rPr>
              <a:t>answers</a:t>
            </a:r>
            <a:r>
              <a:rPr sz="2400" dirty="0">
                <a:latin typeface="Verdana"/>
                <a:cs typeface="Verdana"/>
              </a:rPr>
              <a:t>”</a:t>
            </a:r>
          </a:p>
        </p:txBody>
      </p:sp>
      <p:sp>
        <p:nvSpPr>
          <p:cNvPr id="5" name="object 5"/>
          <p:cNvSpPr txBox="1"/>
          <p:nvPr/>
        </p:nvSpPr>
        <p:spPr>
          <a:xfrm>
            <a:off x="6971625" y="4945275"/>
            <a:ext cx="4269400" cy="1490130"/>
          </a:xfrm>
          <a:prstGeom prst="rect">
            <a:avLst/>
          </a:prstGeom>
        </p:spPr>
        <p:txBody>
          <a:bodyPr vert="horz" wrap="square" lIns="0" tIns="14393" rIns="0" bIns="0" rtlCol="0">
            <a:spAutoFit/>
          </a:bodyPr>
          <a:lstStyle/>
          <a:p>
            <a:pPr marL="16933" marR="6773">
              <a:lnSpc>
                <a:spcPct val="100800"/>
              </a:lnSpc>
              <a:spcBef>
                <a:spcPts val="113"/>
              </a:spcBef>
            </a:pPr>
            <a:r>
              <a:rPr sz="2400" dirty="0">
                <a:solidFill>
                  <a:srgbClr val="0432FF"/>
                </a:solidFill>
                <a:latin typeface="Verdana"/>
                <a:cs typeface="Verdana"/>
              </a:rPr>
              <a:t>Regression</a:t>
            </a:r>
            <a:r>
              <a:rPr sz="2400" spc="-140" dirty="0">
                <a:solidFill>
                  <a:srgbClr val="0432FF"/>
                </a:solidFill>
                <a:latin typeface="Verdana"/>
                <a:cs typeface="Verdana"/>
              </a:rPr>
              <a:t> </a:t>
            </a:r>
            <a:r>
              <a:rPr sz="2400" spc="-15" dirty="0">
                <a:solidFill>
                  <a:srgbClr val="0432FF"/>
                </a:solidFill>
                <a:latin typeface="Verdana"/>
                <a:cs typeface="Verdana"/>
              </a:rPr>
              <a:t>model </a:t>
            </a:r>
            <a:r>
              <a:rPr sz="2400" spc="-827" dirty="0">
                <a:solidFill>
                  <a:srgbClr val="0432FF"/>
                </a:solidFill>
                <a:latin typeface="Verdana"/>
                <a:cs typeface="Verdana"/>
              </a:rPr>
              <a:t> </a:t>
            </a:r>
            <a:r>
              <a:rPr sz="2400" spc="-20" dirty="0">
                <a:solidFill>
                  <a:srgbClr val="0432FF"/>
                </a:solidFill>
                <a:latin typeface="Verdana"/>
                <a:cs typeface="Verdana"/>
              </a:rPr>
              <a:t>Predicts</a:t>
            </a:r>
            <a:r>
              <a:rPr sz="2400" spc="140" dirty="0">
                <a:solidFill>
                  <a:srgbClr val="0432FF"/>
                </a:solidFill>
                <a:latin typeface="Verdana"/>
                <a:cs typeface="Verdana"/>
              </a:rPr>
              <a:t> </a:t>
            </a:r>
            <a:r>
              <a:rPr sz="2400" spc="-27" dirty="0">
                <a:solidFill>
                  <a:srgbClr val="0432FF"/>
                </a:solidFill>
                <a:latin typeface="Verdana"/>
                <a:cs typeface="Verdana"/>
              </a:rPr>
              <a:t>numbers</a:t>
            </a:r>
            <a:r>
              <a:rPr lang="en-GB" sz="2400" spc="-27" dirty="0">
                <a:solidFill>
                  <a:srgbClr val="0432FF"/>
                </a:solidFill>
                <a:latin typeface="Verdana"/>
                <a:cs typeface="Verdana"/>
              </a:rPr>
              <a:t> </a:t>
            </a:r>
            <a:r>
              <a:rPr lang="en-US" sz="2400" spc="-41" dirty="0">
                <a:solidFill>
                  <a:srgbClr val="0432FF"/>
                </a:solidFill>
                <a:latin typeface="Verdana"/>
                <a:cs typeface="Verdana"/>
              </a:rPr>
              <a:t>Infinitely</a:t>
            </a:r>
            <a:r>
              <a:rPr lang="en-US" sz="2400" spc="320" dirty="0">
                <a:solidFill>
                  <a:srgbClr val="0432FF"/>
                </a:solidFill>
                <a:latin typeface="Verdana"/>
                <a:cs typeface="Verdana"/>
              </a:rPr>
              <a:t> </a:t>
            </a:r>
            <a:r>
              <a:rPr lang="en-US" sz="2400" spc="-27" dirty="0">
                <a:solidFill>
                  <a:srgbClr val="0432FF"/>
                </a:solidFill>
                <a:latin typeface="Verdana"/>
                <a:cs typeface="Verdana"/>
              </a:rPr>
              <a:t>many</a:t>
            </a:r>
            <a:r>
              <a:rPr lang="en-US" sz="2400" spc="127" dirty="0">
                <a:solidFill>
                  <a:srgbClr val="0432FF"/>
                </a:solidFill>
                <a:latin typeface="Verdana"/>
                <a:cs typeface="Verdana"/>
              </a:rPr>
              <a:t> </a:t>
            </a:r>
            <a:r>
              <a:rPr lang="en-US" sz="2400" dirty="0">
                <a:solidFill>
                  <a:srgbClr val="0432FF"/>
                </a:solidFill>
                <a:latin typeface="Verdana"/>
                <a:cs typeface="Verdana"/>
              </a:rPr>
              <a:t>possible</a:t>
            </a:r>
            <a:r>
              <a:rPr lang="en-US" sz="2400" spc="20" dirty="0">
                <a:solidFill>
                  <a:srgbClr val="0432FF"/>
                </a:solidFill>
                <a:latin typeface="Verdana"/>
                <a:cs typeface="Verdana"/>
              </a:rPr>
              <a:t> </a:t>
            </a:r>
            <a:r>
              <a:rPr lang="en-US" sz="2400" spc="-15" dirty="0">
                <a:solidFill>
                  <a:srgbClr val="0432FF"/>
                </a:solidFill>
                <a:latin typeface="Verdana"/>
                <a:cs typeface="Verdana"/>
              </a:rPr>
              <a:t>outputs</a:t>
            </a:r>
            <a:endParaRPr lang="en-US" sz="2400" dirty="0">
              <a:solidFill>
                <a:srgbClr val="0432FF"/>
              </a:solidFill>
              <a:latin typeface="Verdana"/>
              <a:cs typeface="Verdana"/>
            </a:endParaRPr>
          </a:p>
          <a:p>
            <a:pPr marL="16933" marR="6773">
              <a:lnSpc>
                <a:spcPct val="100800"/>
              </a:lnSpc>
              <a:spcBef>
                <a:spcPts val="113"/>
              </a:spcBef>
            </a:pPr>
            <a:endParaRPr sz="2400" dirty="0">
              <a:solidFill>
                <a:srgbClr val="0432FF"/>
              </a:solidFill>
              <a:latin typeface="Verdana"/>
              <a:cs typeface="Verdana"/>
            </a:endParaRPr>
          </a:p>
        </p:txBody>
      </p:sp>
      <p:sp>
        <p:nvSpPr>
          <p:cNvPr id="6" name="object 6"/>
          <p:cNvSpPr txBox="1"/>
          <p:nvPr/>
        </p:nvSpPr>
        <p:spPr>
          <a:xfrm>
            <a:off x="541444" y="1867324"/>
            <a:ext cx="938107" cy="585631"/>
          </a:xfrm>
          <a:prstGeom prst="rect">
            <a:avLst/>
          </a:prstGeom>
        </p:spPr>
        <p:txBody>
          <a:bodyPr vert="horz" wrap="square" lIns="0" tIns="21167" rIns="0" bIns="0" rtlCol="0">
            <a:spAutoFit/>
          </a:bodyPr>
          <a:lstStyle/>
          <a:p>
            <a:pPr marL="29633">
              <a:lnSpc>
                <a:spcPts val="2228"/>
              </a:lnSpc>
              <a:spcBef>
                <a:spcPts val="167"/>
              </a:spcBef>
            </a:pPr>
            <a:r>
              <a:rPr sz="1867" spc="33" dirty="0">
                <a:latin typeface="Verdana"/>
                <a:cs typeface="Verdana"/>
              </a:rPr>
              <a:t>p</a:t>
            </a:r>
            <a:r>
              <a:rPr sz="1867" dirty="0">
                <a:latin typeface="Verdana"/>
                <a:cs typeface="Verdana"/>
              </a:rPr>
              <a:t>r</a:t>
            </a:r>
            <a:r>
              <a:rPr sz="1867" spc="80" dirty="0">
                <a:latin typeface="Verdana"/>
                <a:cs typeface="Verdana"/>
              </a:rPr>
              <a:t>i</a:t>
            </a:r>
            <a:r>
              <a:rPr sz="1867" spc="20" dirty="0">
                <a:latin typeface="Verdana"/>
                <a:cs typeface="Verdana"/>
              </a:rPr>
              <a:t>ce</a:t>
            </a:r>
            <a:r>
              <a:rPr sz="1867" spc="-187" dirty="0">
                <a:latin typeface="Verdana"/>
                <a:cs typeface="Verdana"/>
              </a:rPr>
              <a:t> </a:t>
            </a:r>
            <a:r>
              <a:rPr sz="1867" spc="80" dirty="0">
                <a:latin typeface="Verdana"/>
                <a:cs typeface="Verdana"/>
              </a:rPr>
              <a:t>i</a:t>
            </a:r>
            <a:r>
              <a:rPr sz="1867" spc="20" dirty="0">
                <a:latin typeface="Verdana"/>
                <a:cs typeface="Verdana"/>
              </a:rPr>
              <a:t>n</a:t>
            </a:r>
            <a:endParaRPr sz="1867" dirty="0">
              <a:latin typeface="Verdana"/>
              <a:cs typeface="Verdana"/>
            </a:endParaRPr>
          </a:p>
          <a:p>
            <a:pPr marL="16933">
              <a:lnSpc>
                <a:spcPts val="2228"/>
              </a:lnSpc>
            </a:pPr>
            <a:r>
              <a:rPr sz="1867" spc="33" dirty="0">
                <a:latin typeface="Verdana"/>
                <a:cs typeface="Verdana"/>
              </a:rPr>
              <a:t>$</a:t>
            </a:r>
            <a:r>
              <a:rPr sz="1867" spc="33" dirty="0">
                <a:latin typeface="Cambria Math"/>
                <a:cs typeface="Cambria Math"/>
              </a:rPr>
              <a:t>1000</a:t>
            </a:r>
            <a:r>
              <a:rPr sz="1867" spc="33" dirty="0">
                <a:latin typeface="Verdana"/>
                <a:cs typeface="Verdana"/>
              </a:rPr>
              <a:t>'s</a:t>
            </a:r>
            <a:endParaRPr sz="1867" dirty="0">
              <a:latin typeface="Verdana"/>
              <a:cs typeface="Verdana"/>
            </a:endParaRPr>
          </a:p>
        </p:txBody>
      </p:sp>
      <p:grpSp>
        <p:nvGrpSpPr>
          <p:cNvPr id="7" name="object 7"/>
          <p:cNvGrpSpPr/>
          <p:nvPr/>
        </p:nvGrpSpPr>
        <p:grpSpPr>
          <a:xfrm>
            <a:off x="2616202" y="746423"/>
            <a:ext cx="5930900" cy="3013287"/>
            <a:chOff x="1962150" y="559816"/>
            <a:chExt cx="4448175" cy="2259965"/>
          </a:xfrm>
        </p:grpSpPr>
        <p:sp>
          <p:nvSpPr>
            <p:cNvPr id="8" name="object 8"/>
            <p:cNvSpPr/>
            <p:nvPr/>
          </p:nvSpPr>
          <p:spPr>
            <a:xfrm>
              <a:off x="2043176" y="623951"/>
              <a:ext cx="4352925" cy="1685925"/>
            </a:xfrm>
            <a:custGeom>
              <a:avLst/>
              <a:gdLst/>
              <a:ahLst/>
              <a:cxnLst/>
              <a:rect l="l" t="t" r="r" b="b"/>
              <a:pathLst>
                <a:path w="4352925" h="1685925">
                  <a:moveTo>
                    <a:pt x="0" y="1685925"/>
                  </a:moveTo>
                  <a:lnTo>
                    <a:pt x="4352925" y="1685925"/>
                  </a:lnTo>
                </a:path>
                <a:path w="4352925" h="1685925">
                  <a:moveTo>
                    <a:pt x="0" y="1266825"/>
                  </a:moveTo>
                  <a:lnTo>
                    <a:pt x="4352925" y="1266825"/>
                  </a:lnTo>
                </a:path>
                <a:path w="4352925" h="1685925">
                  <a:moveTo>
                    <a:pt x="0" y="838200"/>
                  </a:moveTo>
                  <a:lnTo>
                    <a:pt x="4352925" y="838200"/>
                  </a:lnTo>
                </a:path>
                <a:path w="4352925" h="1685925">
                  <a:moveTo>
                    <a:pt x="0" y="419100"/>
                  </a:moveTo>
                  <a:lnTo>
                    <a:pt x="4352925" y="419100"/>
                  </a:lnTo>
                </a:path>
                <a:path w="4352925" h="1685925">
                  <a:moveTo>
                    <a:pt x="0" y="0"/>
                  </a:moveTo>
                  <a:lnTo>
                    <a:pt x="4352925" y="0"/>
                  </a:lnTo>
                </a:path>
              </a:pathLst>
            </a:custGeom>
            <a:ln w="9525">
              <a:solidFill>
                <a:srgbClr val="868686"/>
              </a:solidFill>
            </a:ln>
          </p:spPr>
          <p:txBody>
            <a:bodyPr wrap="square" lIns="0" tIns="0" rIns="0" bIns="0" rtlCol="0"/>
            <a:lstStyle/>
            <a:p>
              <a:endParaRPr sz="2400"/>
            </a:p>
          </p:txBody>
        </p:sp>
        <p:sp>
          <p:nvSpPr>
            <p:cNvPr id="9" name="object 9"/>
            <p:cNvSpPr/>
            <p:nvPr/>
          </p:nvSpPr>
          <p:spPr>
            <a:xfrm>
              <a:off x="1981200" y="619125"/>
              <a:ext cx="4410075" cy="2181225"/>
            </a:xfrm>
            <a:custGeom>
              <a:avLst/>
              <a:gdLst/>
              <a:ahLst/>
              <a:cxnLst/>
              <a:rect l="l" t="t" r="r" b="b"/>
              <a:pathLst>
                <a:path w="4410075" h="2181225">
                  <a:moveTo>
                    <a:pt x="57150" y="2114550"/>
                  </a:moveTo>
                  <a:lnTo>
                    <a:pt x="57150" y="0"/>
                  </a:lnTo>
                </a:path>
                <a:path w="4410075" h="2181225">
                  <a:moveTo>
                    <a:pt x="0" y="2114550"/>
                  </a:moveTo>
                  <a:lnTo>
                    <a:pt x="123825" y="2114550"/>
                  </a:lnTo>
                </a:path>
                <a:path w="4410075" h="2181225">
                  <a:moveTo>
                    <a:pt x="0" y="1695450"/>
                  </a:moveTo>
                  <a:lnTo>
                    <a:pt x="123825" y="1695450"/>
                  </a:lnTo>
                </a:path>
                <a:path w="4410075" h="2181225">
                  <a:moveTo>
                    <a:pt x="0" y="1266825"/>
                  </a:moveTo>
                  <a:lnTo>
                    <a:pt x="123825" y="1266825"/>
                  </a:lnTo>
                </a:path>
                <a:path w="4410075" h="2181225">
                  <a:moveTo>
                    <a:pt x="0" y="847725"/>
                  </a:moveTo>
                  <a:lnTo>
                    <a:pt x="123825" y="847725"/>
                  </a:lnTo>
                </a:path>
                <a:path w="4410075" h="2181225">
                  <a:moveTo>
                    <a:pt x="0" y="428625"/>
                  </a:moveTo>
                  <a:lnTo>
                    <a:pt x="123825" y="428625"/>
                  </a:lnTo>
                </a:path>
                <a:path w="4410075" h="2181225">
                  <a:moveTo>
                    <a:pt x="0" y="0"/>
                  </a:moveTo>
                  <a:lnTo>
                    <a:pt x="123825" y="0"/>
                  </a:lnTo>
                </a:path>
                <a:path w="4410075" h="2181225">
                  <a:moveTo>
                    <a:pt x="57150" y="2114550"/>
                  </a:moveTo>
                  <a:lnTo>
                    <a:pt x="4410075" y="2114550"/>
                  </a:lnTo>
                </a:path>
                <a:path w="4410075" h="2181225">
                  <a:moveTo>
                    <a:pt x="57150" y="2047875"/>
                  </a:moveTo>
                  <a:lnTo>
                    <a:pt x="57150" y="2181225"/>
                  </a:lnTo>
                </a:path>
                <a:path w="4410075" h="2181225">
                  <a:moveTo>
                    <a:pt x="1514475" y="2047875"/>
                  </a:moveTo>
                  <a:lnTo>
                    <a:pt x="1514475" y="2181225"/>
                  </a:lnTo>
                </a:path>
                <a:path w="4410075" h="2181225">
                  <a:moveTo>
                    <a:pt x="2962275" y="2047875"/>
                  </a:moveTo>
                  <a:lnTo>
                    <a:pt x="2962275" y="2181225"/>
                  </a:lnTo>
                </a:path>
                <a:path w="4410075" h="2181225">
                  <a:moveTo>
                    <a:pt x="4410075" y="2047875"/>
                  </a:moveTo>
                  <a:lnTo>
                    <a:pt x="4410075" y="2181225"/>
                  </a:lnTo>
                </a:path>
              </a:pathLst>
            </a:custGeom>
            <a:ln w="38100">
              <a:solidFill>
                <a:srgbClr val="000000"/>
              </a:solidFill>
            </a:ln>
          </p:spPr>
          <p:txBody>
            <a:bodyPr wrap="square" lIns="0" tIns="0" rIns="0" bIns="0" rtlCol="0"/>
            <a:lstStyle/>
            <a:p>
              <a:endParaRPr sz="2400"/>
            </a:p>
          </p:txBody>
        </p:sp>
        <p:sp>
          <p:nvSpPr>
            <p:cNvPr id="10" name="object 10"/>
            <p:cNvSpPr/>
            <p:nvPr/>
          </p:nvSpPr>
          <p:spPr>
            <a:xfrm>
              <a:off x="3229991" y="572516"/>
              <a:ext cx="2686050" cy="1495425"/>
            </a:xfrm>
            <a:custGeom>
              <a:avLst/>
              <a:gdLst/>
              <a:ahLst/>
              <a:cxnLst/>
              <a:rect l="l" t="t" r="r" b="b"/>
              <a:pathLst>
                <a:path w="2686050" h="1495425">
                  <a:moveTo>
                    <a:pt x="1914524" y="523875"/>
                  </a:moveTo>
                  <a:lnTo>
                    <a:pt x="1809749" y="419100"/>
                  </a:lnTo>
                </a:path>
                <a:path w="2686050" h="1495425">
                  <a:moveTo>
                    <a:pt x="1809749" y="523875"/>
                  </a:moveTo>
                  <a:lnTo>
                    <a:pt x="1914524" y="419100"/>
                  </a:lnTo>
                </a:path>
                <a:path w="2686050" h="1495425">
                  <a:moveTo>
                    <a:pt x="1190624" y="819150"/>
                  </a:moveTo>
                  <a:lnTo>
                    <a:pt x="1085849" y="714375"/>
                  </a:lnTo>
                </a:path>
                <a:path w="2686050" h="1495425">
                  <a:moveTo>
                    <a:pt x="1085849" y="819150"/>
                  </a:moveTo>
                  <a:lnTo>
                    <a:pt x="1190624" y="714375"/>
                  </a:lnTo>
                </a:path>
                <a:path w="2686050" h="1495425">
                  <a:moveTo>
                    <a:pt x="2343149" y="657225"/>
                  </a:moveTo>
                  <a:lnTo>
                    <a:pt x="2238374" y="552450"/>
                  </a:lnTo>
                </a:path>
                <a:path w="2686050" h="1495425">
                  <a:moveTo>
                    <a:pt x="2238374" y="657225"/>
                  </a:moveTo>
                  <a:lnTo>
                    <a:pt x="2343149" y="552450"/>
                  </a:lnTo>
                </a:path>
                <a:path w="2686050" h="1495425">
                  <a:moveTo>
                    <a:pt x="923924" y="1238250"/>
                  </a:moveTo>
                  <a:lnTo>
                    <a:pt x="819149" y="1133475"/>
                  </a:lnTo>
                </a:path>
                <a:path w="2686050" h="1495425">
                  <a:moveTo>
                    <a:pt x="819149" y="1238250"/>
                  </a:moveTo>
                  <a:lnTo>
                    <a:pt x="923924" y="1133475"/>
                  </a:lnTo>
                </a:path>
                <a:path w="2686050" h="1495425">
                  <a:moveTo>
                    <a:pt x="1743074" y="942975"/>
                  </a:moveTo>
                  <a:lnTo>
                    <a:pt x="1638299" y="838200"/>
                  </a:lnTo>
                </a:path>
                <a:path w="2686050" h="1495425">
                  <a:moveTo>
                    <a:pt x="1638299" y="942975"/>
                  </a:moveTo>
                  <a:lnTo>
                    <a:pt x="1743074" y="838200"/>
                  </a:lnTo>
                </a:path>
                <a:path w="2686050" h="1495425">
                  <a:moveTo>
                    <a:pt x="1095374" y="885825"/>
                  </a:moveTo>
                  <a:lnTo>
                    <a:pt x="990599" y="781050"/>
                  </a:lnTo>
                </a:path>
                <a:path w="2686050" h="1495425">
                  <a:moveTo>
                    <a:pt x="990599" y="885825"/>
                  </a:moveTo>
                  <a:lnTo>
                    <a:pt x="1095374" y="781050"/>
                  </a:lnTo>
                </a:path>
                <a:path w="2686050" h="1495425">
                  <a:moveTo>
                    <a:pt x="933449" y="1371600"/>
                  </a:moveTo>
                  <a:lnTo>
                    <a:pt x="828674" y="1266825"/>
                  </a:lnTo>
                </a:path>
                <a:path w="2686050" h="1495425">
                  <a:moveTo>
                    <a:pt x="828674" y="1371600"/>
                  </a:moveTo>
                  <a:lnTo>
                    <a:pt x="933449" y="1266825"/>
                  </a:lnTo>
                </a:path>
                <a:path w="2686050" h="1495425">
                  <a:moveTo>
                    <a:pt x="866774" y="1314450"/>
                  </a:moveTo>
                  <a:lnTo>
                    <a:pt x="761999" y="1209675"/>
                  </a:lnTo>
                </a:path>
                <a:path w="2686050" h="1495425">
                  <a:moveTo>
                    <a:pt x="761999" y="1314450"/>
                  </a:moveTo>
                  <a:lnTo>
                    <a:pt x="866774" y="1209675"/>
                  </a:lnTo>
                </a:path>
                <a:path w="2686050" h="1495425">
                  <a:moveTo>
                    <a:pt x="1028699" y="1190625"/>
                  </a:moveTo>
                  <a:lnTo>
                    <a:pt x="923924" y="1085850"/>
                  </a:lnTo>
                </a:path>
                <a:path w="2686050" h="1495425">
                  <a:moveTo>
                    <a:pt x="923924" y="1190625"/>
                  </a:moveTo>
                  <a:lnTo>
                    <a:pt x="1028699" y="1085850"/>
                  </a:lnTo>
                </a:path>
                <a:path w="2686050" h="1495425">
                  <a:moveTo>
                    <a:pt x="1676399" y="1200150"/>
                  </a:moveTo>
                  <a:lnTo>
                    <a:pt x="1571624" y="1095375"/>
                  </a:lnTo>
                </a:path>
                <a:path w="2686050" h="1495425">
                  <a:moveTo>
                    <a:pt x="1571624" y="1200150"/>
                  </a:moveTo>
                  <a:lnTo>
                    <a:pt x="1676399" y="1095375"/>
                  </a:lnTo>
                </a:path>
                <a:path w="2686050" h="1495425">
                  <a:moveTo>
                    <a:pt x="1762124" y="752475"/>
                  </a:moveTo>
                  <a:lnTo>
                    <a:pt x="1657349" y="647700"/>
                  </a:lnTo>
                </a:path>
                <a:path w="2686050" h="1495425">
                  <a:moveTo>
                    <a:pt x="1657349" y="752475"/>
                  </a:moveTo>
                  <a:lnTo>
                    <a:pt x="1762124" y="647700"/>
                  </a:lnTo>
                </a:path>
                <a:path w="2686050" h="1495425">
                  <a:moveTo>
                    <a:pt x="1609724" y="819150"/>
                  </a:moveTo>
                  <a:lnTo>
                    <a:pt x="1504949" y="714375"/>
                  </a:lnTo>
                </a:path>
                <a:path w="2686050" h="1495425">
                  <a:moveTo>
                    <a:pt x="1504949" y="819150"/>
                  </a:moveTo>
                  <a:lnTo>
                    <a:pt x="1609724" y="714375"/>
                  </a:lnTo>
                </a:path>
                <a:path w="2686050" h="1495425">
                  <a:moveTo>
                    <a:pt x="704849" y="1114425"/>
                  </a:moveTo>
                  <a:lnTo>
                    <a:pt x="600074" y="1009650"/>
                  </a:lnTo>
                </a:path>
                <a:path w="2686050" h="1495425">
                  <a:moveTo>
                    <a:pt x="600074" y="1114425"/>
                  </a:moveTo>
                  <a:lnTo>
                    <a:pt x="704849" y="1009650"/>
                  </a:lnTo>
                </a:path>
                <a:path w="2686050" h="1495425">
                  <a:moveTo>
                    <a:pt x="2200274" y="314325"/>
                  </a:moveTo>
                  <a:lnTo>
                    <a:pt x="2095499" y="209550"/>
                  </a:lnTo>
                </a:path>
                <a:path w="2686050" h="1495425">
                  <a:moveTo>
                    <a:pt x="2095499" y="314325"/>
                  </a:moveTo>
                  <a:lnTo>
                    <a:pt x="2200274" y="209550"/>
                  </a:lnTo>
                </a:path>
                <a:path w="2686050" h="1495425">
                  <a:moveTo>
                    <a:pt x="781049" y="942975"/>
                  </a:moveTo>
                  <a:lnTo>
                    <a:pt x="676274" y="838200"/>
                  </a:lnTo>
                </a:path>
                <a:path w="2686050" h="1495425">
                  <a:moveTo>
                    <a:pt x="676274" y="942975"/>
                  </a:moveTo>
                  <a:lnTo>
                    <a:pt x="781049" y="838200"/>
                  </a:lnTo>
                </a:path>
                <a:path w="2686050" h="1495425">
                  <a:moveTo>
                    <a:pt x="657224" y="1371600"/>
                  </a:moveTo>
                  <a:lnTo>
                    <a:pt x="552449" y="1266825"/>
                  </a:lnTo>
                </a:path>
                <a:path w="2686050" h="1495425">
                  <a:moveTo>
                    <a:pt x="552449" y="1371600"/>
                  </a:moveTo>
                  <a:lnTo>
                    <a:pt x="657224" y="1266825"/>
                  </a:lnTo>
                </a:path>
                <a:path w="2686050" h="1495425">
                  <a:moveTo>
                    <a:pt x="2647949" y="104775"/>
                  </a:moveTo>
                  <a:lnTo>
                    <a:pt x="2543174" y="0"/>
                  </a:lnTo>
                </a:path>
                <a:path w="2686050" h="1495425">
                  <a:moveTo>
                    <a:pt x="2543174" y="104775"/>
                  </a:moveTo>
                  <a:lnTo>
                    <a:pt x="2647949" y="0"/>
                  </a:lnTo>
                </a:path>
                <a:path w="2686050" h="1495425">
                  <a:moveTo>
                    <a:pt x="1428749" y="1143000"/>
                  </a:moveTo>
                  <a:lnTo>
                    <a:pt x="1323974" y="1038225"/>
                  </a:lnTo>
                </a:path>
                <a:path w="2686050" h="1495425">
                  <a:moveTo>
                    <a:pt x="1323974" y="1143000"/>
                  </a:moveTo>
                  <a:lnTo>
                    <a:pt x="1428749" y="1038225"/>
                  </a:lnTo>
                </a:path>
                <a:path w="2686050" h="1495425">
                  <a:moveTo>
                    <a:pt x="1600199" y="1133475"/>
                  </a:moveTo>
                  <a:lnTo>
                    <a:pt x="1495424" y="1028700"/>
                  </a:lnTo>
                </a:path>
                <a:path w="2686050" h="1495425">
                  <a:moveTo>
                    <a:pt x="1495424" y="1133475"/>
                  </a:moveTo>
                  <a:lnTo>
                    <a:pt x="1600199" y="1028700"/>
                  </a:lnTo>
                </a:path>
                <a:path w="2686050" h="1495425">
                  <a:moveTo>
                    <a:pt x="1190624" y="1190625"/>
                  </a:moveTo>
                  <a:lnTo>
                    <a:pt x="1085849" y="1085850"/>
                  </a:lnTo>
                </a:path>
                <a:path w="2686050" h="1495425">
                  <a:moveTo>
                    <a:pt x="1085849" y="1190625"/>
                  </a:moveTo>
                  <a:lnTo>
                    <a:pt x="1190624" y="1085850"/>
                  </a:lnTo>
                </a:path>
                <a:path w="2686050" h="1495425">
                  <a:moveTo>
                    <a:pt x="1714499" y="1114425"/>
                  </a:moveTo>
                  <a:lnTo>
                    <a:pt x="1609724" y="1009650"/>
                  </a:lnTo>
                </a:path>
                <a:path w="2686050" h="1495425">
                  <a:moveTo>
                    <a:pt x="1609724" y="1114425"/>
                  </a:moveTo>
                  <a:lnTo>
                    <a:pt x="1714499" y="1009650"/>
                  </a:lnTo>
                </a:path>
                <a:path w="2686050" h="1495425">
                  <a:moveTo>
                    <a:pt x="457199" y="1162050"/>
                  </a:moveTo>
                  <a:lnTo>
                    <a:pt x="352424" y="1057275"/>
                  </a:lnTo>
                </a:path>
                <a:path w="2686050" h="1495425">
                  <a:moveTo>
                    <a:pt x="352424" y="1162050"/>
                  </a:moveTo>
                  <a:lnTo>
                    <a:pt x="457199" y="1057275"/>
                  </a:lnTo>
                </a:path>
                <a:path w="2686050" h="1495425">
                  <a:moveTo>
                    <a:pt x="981074" y="257175"/>
                  </a:moveTo>
                  <a:lnTo>
                    <a:pt x="876299" y="152400"/>
                  </a:lnTo>
                </a:path>
                <a:path w="2686050" h="1495425">
                  <a:moveTo>
                    <a:pt x="876299" y="257175"/>
                  </a:moveTo>
                  <a:lnTo>
                    <a:pt x="981074" y="152400"/>
                  </a:lnTo>
                </a:path>
                <a:path w="2686050" h="1495425">
                  <a:moveTo>
                    <a:pt x="2533649" y="238125"/>
                  </a:moveTo>
                  <a:lnTo>
                    <a:pt x="2428874" y="133350"/>
                  </a:lnTo>
                </a:path>
                <a:path w="2686050" h="1495425">
                  <a:moveTo>
                    <a:pt x="2428874" y="238125"/>
                  </a:moveTo>
                  <a:lnTo>
                    <a:pt x="2533649" y="133350"/>
                  </a:lnTo>
                </a:path>
                <a:path w="2686050" h="1495425">
                  <a:moveTo>
                    <a:pt x="2057399" y="209550"/>
                  </a:moveTo>
                  <a:lnTo>
                    <a:pt x="1952624" y="104775"/>
                  </a:lnTo>
                </a:path>
                <a:path w="2686050" h="1495425">
                  <a:moveTo>
                    <a:pt x="1952624" y="209550"/>
                  </a:moveTo>
                  <a:lnTo>
                    <a:pt x="2057399" y="104775"/>
                  </a:lnTo>
                </a:path>
                <a:path w="2686050" h="1495425">
                  <a:moveTo>
                    <a:pt x="2686049" y="942975"/>
                  </a:moveTo>
                  <a:lnTo>
                    <a:pt x="2581274" y="838200"/>
                  </a:lnTo>
                </a:path>
                <a:path w="2686050" h="1495425">
                  <a:moveTo>
                    <a:pt x="2581274" y="942975"/>
                  </a:moveTo>
                  <a:lnTo>
                    <a:pt x="2686049" y="838200"/>
                  </a:lnTo>
                </a:path>
                <a:path w="2686050" h="1495425">
                  <a:moveTo>
                    <a:pt x="1533524" y="733425"/>
                  </a:moveTo>
                  <a:lnTo>
                    <a:pt x="1428749" y="628650"/>
                  </a:lnTo>
                </a:path>
                <a:path w="2686050" h="1495425">
                  <a:moveTo>
                    <a:pt x="1428749" y="733425"/>
                  </a:moveTo>
                  <a:lnTo>
                    <a:pt x="1533524" y="628650"/>
                  </a:lnTo>
                </a:path>
                <a:path w="2686050" h="1495425">
                  <a:moveTo>
                    <a:pt x="314324" y="1495425"/>
                  </a:moveTo>
                  <a:lnTo>
                    <a:pt x="209549" y="1390650"/>
                  </a:lnTo>
                </a:path>
                <a:path w="2686050" h="1495425">
                  <a:moveTo>
                    <a:pt x="209549" y="1495425"/>
                  </a:moveTo>
                  <a:lnTo>
                    <a:pt x="314324" y="1390650"/>
                  </a:lnTo>
                </a:path>
                <a:path w="2686050" h="1495425">
                  <a:moveTo>
                    <a:pt x="1828799" y="885825"/>
                  </a:moveTo>
                  <a:lnTo>
                    <a:pt x="1724024" y="781050"/>
                  </a:lnTo>
                </a:path>
                <a:path w="2686050" h="1495425">
                  <a:moveTo>
                    <a:pt x="1724024" y="885825"/>
                  </a:moveTo>
                  <a:lnTo>
                    <a:pt x="1828799" y="781050"/>
                  </a:lnTo>
                </a:path>
                <a:path w="2686050" h="1495425">
                  <a:moveTo>
                    <a:pt x="1495424" y="1009650"/>
                  </a:moveTo>
                  <a:lnTo>
                    <a:pt x="1390649" y="904875"/>
                  </a:lnTo>
                </a:path>
                <a:path w="2686050" h="1495425">
                  <a:moveTo>
                    <a:pt x="1390649" y="1009650"/>
                  </a:moveTo>
                  <a:lnTo>
                    <a:pt x="1495424" y="904875"/>
                  </a:lnTo>
                </a:path>
                <a:path w="2686050" h="1495425">
                  <a:moveTo>
                    <a:pt x="952499" y="1162050"/>
                  </a:moveTo>
                  <a:lnTo>
                    <a:pt x="847724" y="1057275"/>
                  </a:lnTo>
                </a:path>
                <a:path w="2686050" h="1495425">
                  <a:moveTo>
                    <a:pt x="847724" y="1162050"/>
                  </a:moveTo>
                  <a:lnTo>
                    <a:pt x="952499" y="1057275"/>
                  </a:lnTo>
                </a:path>
                <a:path w="2686050" h="1495425">
                  <a:moveTo>
                    <a:pt x="666749" y="1247775"/>
                  </a:moveTo>
                  <a:lnTo>
                    <a:pt x="561974" y="1143000"/>
                  </a:lnTo>
                </a:path>
                <a:path w="2686050" h="1495425">
                  <a:moveTo>
                    <a:pt x="561974" y="1247775"/>
                  </a:moveTo>
                  <a:lnTo>
                    <a:pt x="666749" y="1143000"/>
                  </a:lnTo>
                </a:path>
                <a:path w="2686050" h="1495425">
                  <a:moveTo>
                    <a:pt x="1962149" y="752475"/>
                  </a:moveTo>
                  <a:lnTo>
                    <a:pt x="1857374" y="647700"/>
                  </a:lnTo>
                </a:path>
                <a:path w="2686050" h="1495425">
                  <a:moveTo>
                    <a:pt x="1857374" y="752475"/>
                  </a:moveTo>
                  <a:lnTo>
                    <a:pt x="1962149" y="647700"/>
                  </a:lnTo>
                </a:path>
                <a:path w="2686050" h="1495425">
                  <a:moveTo>
                    <a:pt x="2000249" y="1000125"/>
                  </a:moveTo>
                  <a:lnTo>
                    <a:pt x="1895474" y="895350"/>
                  </a:lnTo>
                </a:path>
                <a:path w="2686050" h="1495425">
                  <a:moveTo>
                    <a:pt x="1895474" y="1000125"/>
                  </a:moveTo>
                  <a:lnTo>
                    <a:pt x="2000249" y="895350"/>
                  </a:lnTo>
                </a:path>
                <a:path w="2686050" h="1495425">
                  <a:moveTo>
                    <a:pt x="1276349" y="657225"/>
                  </a:moveTo>
                  <a:lnTo>
                    <a:pt x="1171574" y="552450"/>
                  </a:lnTo>
                </a:path>
                <a:path w="2686050" h="1495425">
                  <a:moveTo>
                    <a:pt x="1171574" y="657225"/>
                  </a:moveTo>
                  <a:lnTo>
                    <a:pt x="1276349" y="552450"/>
                  </a:lnTo>
                </a:path>
                <a:path w="2686050" h="1495425">
                  <a:moveTo>
                    <a:pt x="2114549" y="819150"/>
                  </a:moveTo>
                  <a:lnTo>
                    <a:pt x="2009774" y="714375"/>
                  </a:lnTo>
                </a:path>
                <a:path w="2686050" h="1495425">
                  <a:moveTo>
                    <a:pt x="2009774" y="819150"/>
                  </a:moveTo>
                  <a:lnTo>
                    <a:pt x="2114549" y="714375"/>
                  </a:lnTo>
                </a:path>
                <a:path w="2686050" h="1495425">
                  <a:moveTo>
                    <a:pt x="2590799" y="885825"/>
                  </a:moveTo>
                  <a:lnTo>
                    <a:pt x="2486024" y="781050"/>
                  </a:lnTo>
                </a:path>
                <a:path w="2686050" h="1495425">
                  <a:moveTo>
                    <a:pt x="2486024" y="885825"/>
                  </a:moveTo>
                  <a:lnTo>
                    <a:pt x="2590799" y="781050"/>
                  </a:lnTo>
                </a:path>
                <a:path w="2686050" h="1495425">
                  <a:moveTo>
                    <a:pt x="609599" y="952500"/>
                  </a:moveTo>
                  <a:lnTo>
                    <a:pt x="504824" y="847725"/>
                  </a:lnTo>
                </a:path>
                <a:path w="2686050" h="1495425">
                  <a:moveTo>
                    <a:pt x="504824" y="952500"/>
                  </a:moveTo>
                  <a:lnTo>
                    <a:pt x="609599" y="847725"/>
                  </a:lnTo>
                </a:path>
                <a:path w="2686050" h="1495425">
                  <a:moveTo>
                    <a:pt x="104774" y="1457325"/>
                  </a:moveTo>
                  <a:lnTo>
                    <a:pt x="0" y="1352550"/>
                  </a:lnTo>
                </a:path>
                <a:path w="2686050" h="1495425">
                  <a:moveTo>
                    <a:pt x="0" y="1457325"/>
                  </a:moveTo>
                  <a:lnTo>
                    <a:pt x="104774" y="1352550"/>
                  </a:lnTo>
                </a:path>
                <a:path w="2686050" h="1495425">
                  <a:moveTo>
                    <a:pt x="1552574" y="942975"/>
                  </a:moveTo>
                  <a:lnTo>
                    <a:pt x="1447799" y="838200"/>
                  </a:lnTo>
                </a:path>
                <a:path w="2686050" h="1495425">
                  <a:moveTo>
                    <a:pt x="1447799" y="942975"/>
                  </a:moveTo>
                  <a:lnTo>
                    <a:pt x="1552574" y="838200"/>
                  </a:lnTo>
                </a:path>
                <a:path w="2686050" h="1495425">
                  <a:moveTo>
                    <a:pt x="609599" y="1200150"/>
                  </a:moveTo>
                  <a:lnTo>
                    <a:pt x="504824" y="1095375"/>
                  </a:lnTo>
                </a:path>
                <a:path w="2686050" h="1495425">
                  <a:moveTo>
                    <a:pt x="504824" y="1200150"/>
                  </a:moveTo>
                  <a:lnTo>
                    <a:pt x="609599" y="1095375"/>
                  </a:lnTo>
                </a:path>
              </a:pathLst>
            </a:custGeom>
            <a:ln w="25400">
              <a:solidFill>
                <a:srgbClr val="C00000"/>
              </a:solidFill>
            </a:ln>
          </p:spPr>
          <p:txBody>
            <a:bodyPr wrap="square" lIns="0" tIns="0" rIns="0" bIns="0" rtlCol="0"/>
            <a:lstStyle/>
            <a:p>
              <a:endParaRPr sz="2400"/>
            </a:p>
          </p:txBody>
        </p:sp>
      </p:grpSp>
      <p:sp>
        <p:nvSpPr>
          <p:cNvPr id="11" name="object 11"/>
          <p:cNvSpPr txBox="1"/>
          <p:nvPr/>
        </p:nvSpPr>
        <p:spPr>
          <a:xfrm>
            <a:off x="2314788" y="3450082"/>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2" name="object 12"/>
          <p:cNvSpPr txBox="1"/>
          <p:nvPr/>
        </p:nvSpPr>
        <p:spPr>
          <a:xfrm>
            <a:off x="2014220" y="2886371"/>
            <a:ext cx="491067"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100</a:t>
            </a:r>
            <a:endParaRPr sz="2068">
              <a:latin typeface="Cambria Math"/>
              <a:cs typeface="Cambria Math"/>
            </a:endParaRPr>
          </a:p>
        </p:txBody>
      </p:sp>
      <p:sp>
        <p:nvSpPr>
          <p:cNvPr id="13" name="object 13"/>
          <p:cNvSpPr txBox="1"/>
          <p:nvPr/>
        </p:nvSpPr>
        <p:spPr>
          <a:xfrm>
            <a:off x="2051475" y="2417654"/>
            <a:ext cx="491067"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200</a:t>
            </a:r>
            <a:endParaRPr sz="2068">
              <a:latin typeface="Cambria Math"/>
              <a:cs typeface="Cambria Math"/>
            </a:endParaRPr>
          </a:p>
        </p:txBody>
      </p:sp>
      <p:sp>
        <p:nvSpPr>
          <p:cNvPr id="14" name="object 14"/>
          <p:cNvSpPr txBox="1"/>
          <p:nvPr/>
        </p:nvSpPr>
        <p:spPr>
          <a:xfrm>
            <a:off x="2014220" y="1757682"/>
            <a:ext cx="491067" cy="340459"/>
          </a:xfrm>
          <a:prstGeom prst="rect">
            <a:avLst/>
          </a:prstGeom>
        </p:spPr>
        <p:txBody>
          <a:bodyPr vert="horz" wrap="square" lIns="0" tIns="22015" rIns="0" bIns="0" rtlCol="0">
            <a:spAutoFit/>
          </a:bodyPr>
          <a:lstStyle/>
          <a:p>
            <a:pPr marL="16933">
              <a:spcBef>
                <a:spcPts val="175"/>
              </a:spcBef>
            </a:pPr>
            <a:r>
              <a:rPr sz="2068" spc="53" dirty="0">
                <a:latin typeface="Cambria Math"/>
                <a:cs typeface="Cambria Math"/>
              </a:rPr>
              <a:t>300</a:t>
            </a:r>
            <a:endParaRPr sz="2068">
              <a:latin typeface="Cambria Math"/>
              <a:cs typeface="Cambria Math"/>
            </a:endParaRPr>
          </a:p>
        </p:txBody>
      </p:sp>
      <p:sp>
        <p:nvSpPr>
          <p:cNvPr id="15" name="object 15"/>
          <p:cNvSpPr txBox="1"/>
          <p:nvPr/>
        </p:nvSpPr>
        <p:spPr>
          <a:xfrm>
            <a:off x="2634490" y="3792982"/>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6" name="object 16"/>
          <p:cNvSpPr txBox="1"/>
          <p:nvPr/>
        </p:nvSpPr>
        <p:spPr>
          <a:xfrm>
            <a:off x="4310719" y="3617083"/>
            <a:ext cx="2011680" cy="971462"/>
          </a:xfrm>
          <a:prstGeom prst="rect">
            <a:avLst/>
          </a:prstGeom>
        </p:spPr>
        <p:txBody>
          <a:bodyPr vert="horz" wrap="square" lIns="0" tIns="197273" rIns="0" bIns="0" rtlCol="0">
            <a:spAutoFit/>
          </a:bodyPr>
          <a:lstStyle/>
          <a:p>
            <a:pPr marL="50797">
              <a:spcBef>
                <a:spcPts val="1553"/>
              </a:spcBef>
            </a:pPr>
            <a:r>
              <a:rPr sz="2068" spc="20" dirty="0">
                <a:latin typeface="Cambria Math"/>
                <a:cs typeface="Cambria Math"/>
              </a:rPr>
              <a:t>1000</a:t>
            </a:r>
            <a:endParaRPr sz="2068" dirty="0">
              <a:latin typeface="Cambria Math"/>
              <a:cs typeface="Cambria Math"/>
            </a:endParaRPr>
          </a:p>
          <a:p>
            <a:pPr marL="579091">
              <a:spcBef>
                <a:spcPts val="1300"/>
              </a:spcBef>
            </a:pPr>
            <a:r>
              <a:rPr sz="1867" spc="15" dirty="0">
                <a:latin typeface="Verdana"/>
                <a:cs typeface="Verdana"/>
              </a:rPr>
              <a:t>s</a:t>
            </a:r>
            <a:r>
              <a:rPr sz="1867" spc="80" dirty="0">
                <a:latin typeface="Verdana"/>
                <a:cs typeface="Verdana"/>
              </a:rPr>
              <a:t>i</a:t>
            </a:r>
            <a:r>
              <a:rPr sz="1867" spc="7" dirty="0">
                <a:latin typeface="Verdana"/>
                <a:cs typeface="Verdana"/>
              </a:rPr>
              <a:t>z</a:t>
            </a:r>
            <a:r>
              <a:rPr sz="1867" spc="20" dirty="0">
                <a:latin typeface="Verdana"/>
                <a:cs typeface="Verdana"/>
              </a:rPr>
              <a:t>e</a:t>
            </a:r>
            <a:r>
              <a:rPr sz="1867" spc="-193"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33" dirty="0">
                <a:latin typeface="Verdana"/>
                <a:cs typeface="Verdana"/>
              </a:rPr>
              <a:t>f</a:t>
            </a:r>
            <a:r>
              <a:rPr sz="1867" spc="-20" dirty="0">
                <a:latin typeface="Verdana"/>
                <a:cs typeface="Verdana"/>
              </a:rPr>
              <a:t>eet</a:t>
            </a:r>
            <a:r>
              <a:rPr sz="1801" baseline="27777" dirty="0">
                <a:latin typeface="Cambria Math"/>
                <a:cs typeface="Cambria Math"/>
              </a:rPr>
              <a:t>2</a:t>
            </a:r>
          </a:p>
        </p:txBody>
      </p:sp>
      <p:sp>
        <p:nvSpPr>
          <p:cNvPr id="17" name="object 17"/>
          <p:cNvSpPr txBox="1"/>
          <p:nvPr/>
        </p:nvSpPr>
        <p:spPr>
          <a:xfrm>
            <a:off x="6280237" y="3792980"/>
            <a:ext cx="627380"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20</a:t>
            </a:r>
            <a:r>
              <a:rPr sz="2068" spc="-47" dirty="0">
                <a:latin typeface="Cambria Math"/>
                <a:cs typeface="Cambria Math"/>
              </a:rPr>
              <a:t>0</a:t>
            </a:r>
            <a:r>
              <a:rPr sz="2068" spc="20" dirty="0">
                <a:latin typeface="Cambria Math"/>
                <a:cs typeface="Cambria Math"/>
              </a:rPr>
              <a:t>0</a:t>
            </a:r>
            <a:endParaRPr sz="2068">
              <a:latin typeface="Cambria Math"/>
              <a:cs typeface="Cambria Math"/>
            </a:endParaRPr>
          </a:p>
        </p:txBody>
      </p:sp>
      <p:sp>
        <p:nvSpPr>
          <p:cNvPr id="18" name="object 18"/>
          <p:cNvSpPr txBox="1"/>
          <p:nvPr/>
        </p:nvSpPr>
        <p:spPr>
          <a:xfrm>
            <a:off x="8216055" y="3792980"/>
            <a:ext cx="626533"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30</a:t>
            </a:r>
            <a:r>
              <a:rPr sz="2068" spc="-47" dirty="0">
                <a:latin typeface="Cambria Math"/>
                <a:cs typeface="Cambria Math"/>
              </a:rPr>
              <a:t>0</a:t>
            </a:r>
            <a:r>
              <a:rPr sz="2068" spc="20" dirty="0">
                <a:latin typeface="Cambria Math"/>
                <a:cs typeface="Cambria Math"/>
              </a:rPr>
              <a:t>0</a:t>
            </a:r>
            <a:endParaRPr sz="2068">
              <a:latin typeface="Cambria Math"/>
              <a:cs typeface="Cambria Math"/>
            </a:endParaRPr>
          </a:p>
        </p:txBody>
      </p:sp>
      <p:sp>
        <p:nvSpPr>
          <p:cNvPr id="23" name="object 23"/>
          <p:cNvSpPr/>
          <p:nvPr/>
        </p:nvSpPr>
        <p:spPr>
          <a:xfrm>
            <a:off x="4154679" y="912662"/>
            <a:ext cx="4238413" cy="2015066"/>
          </a:xfrm>
          <a:custGeom>
            <a:avLst/>
            <a:gdLst/>
            <a:ahLst/>
            <a:cxnLst/>
            <a:rect l="l" t="t" r="r" b="b"/>
            <a:pathLst>
              <a:path w="3178810" h="1511300">
                <a:moveTo>
                  <a:pt x="0" y="1511045"/>
                </a:moveTo>
                <a:lnTo>
                  <a:pt x="3178429" y="0"/>
                </a:lnTo>
              </a:path>
            </a:pathLst>
          </a:custGeom>
          <a:ln w="31750">
            <a:solidFill>
              <a:srgbClr val="4285F4"/>
            </a:solidFill>
          </a:ln>
        </p:spPr>
        <p:txBody>
          <a:bodyPr wrap="square" lIns="0" tIns="0" rIns="0" bIns="0" rtlCol="0"/>
          <a:lstStyle/>
          <a:p>
            <a:pPr marL="0" algn="r" defTabSz="457200" rtl="1" eaLnBrk="1" latinLnBrk="0" hangingPunct="1"/>
            <a:endParaRPr sz="2400"/>
          </a:p>
        </p:txBody>
      </p:sp>
      <p:sp>
        <p:nvSpPr>
          <p:cNvPr id="60" name="Right Arrow 59">
            <a:extLst>
              <a:ext uri="{FF2B5EF4-FFF2-40B4-BE49-F238E27FC236}">
                <a16:creationId xmlns:a16="http://schemas.microsoft.com/office/drawing/2014/main" id="{2C928848-7C8B-60B5-CB5A-6B7551EFB955}"/>
              </a:ext>
            </a:extLst>
          </p:cNvPr>
          <p:cNvSpPr/>
          <p:nvPr/>
        </p:nvSpPr>
        <p:spPr>
          <a:xfrm>
            <a:off x="5190578" y="5340420"/>
            <a:ext cx="871218" cy="233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61" name="Slide Number Placeholder 60">
            <a:extLst>
              <a:ext uri="{FF2B5EF4-FFF2-40B4-BE49-F238E27FC236}">
                <a16:creationId xmlns:a16="http://schemas.microsoft.com/office/drawing/2014/main" id="{9C52E272-5E46-335B-555E-E6EF1929675F}"/>
              </a:ext>
            </a:extLst>
          </p:cNvPr>
          <p:cNvSpPr>
            <a:spLocks noGrp="1"/>
          </p:cNvSpPr>
          <p:nvPr>
            <p:ph type="sldNum" sz="quarter" idx="12"/>
          </p:nvPr>
        </p:nvSpPr>
        <p:spPr/>
        <p:txBody>
          <a:bodyPr/>
          <a:lstStyle/>
          <a:p>
            <a:fld id="{233E71FE-A542-4040-BA29-68F56A442EAC}" type="slidenum">
              <a:rPr lang="en-PS" smtClean="0"/>
              <a:t>3</a:t>
            </a:fld>
            <a:endParaRPr lang="en-PS"/>
          </a:p>
        </p:txBody>
      </p:sp>
      <p:sp>
        <p:nvSpPr>
          <p:cNvPr id="19" name="Oval 18">
            <a:extLst>
              <a:ext uri="{FF2B5EF4-FFF2-40B4-BE49-F238E27FC236}">
                <a16:creationId xmlns:a16="http://schemas.microsoft.com/office/drawing/2014/main" id="{78DFA575-A6E2-959E-7259-85769DD8CE55}"/>
              </a:ext>
            </a:extLst>
          </p:cNvPr>
          <p:cNvSpPr/>
          <p:nvPr/>
        </p:nvSpPr>
        <p:spPr>
          <a:xfrm>
            <a:off x="6322399" y="2160139"/>
            <a:ext cx="271528" cy="25751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cxnSp>
        <p:nvCxnSpPr>
          <p:cNvPr id="21" name="Straight Arrow Connector 20">
            <a:extLst>
              <a:ext uri="{FF2B5EF4-FFF2-40B4-BE49-F238E27FC236}">
                <a16:creationId xmlns:a16="http://schemas.microsoft.com/office/drawing/2014/main" id="{990257C9-4CA0-FBFE-7B6C-E66EC950EC8A}"/>
              </a:ext>
            </a:extLst>
          </p:cNvPr>
          <p:cNvCxnSpPr>
            <a:cxnSpLocks/>
          </p:cNvCxnSpPr>
          <p:nvPr/>
        </p:nvCxnSpPr>
        <p:spPr>
          <a:xfrm>
            <a:off x="6491533" y="2379942"/>
            <a:ext cx="39764" cy="846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129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35335" y="831936"/>
            <a:ext cx="5892800" cy="2895600"/>
          </a:xfrm>
          <a:custGeom>
            <a:avLst/>
            <a:gdLst/>
            <a:ahLst/>
            <a:cxnLst/>
            <a:rect l="l" t="t" r="r" b="b"/>
            <a:pathLst>
              <a:path w="4419600" h="2171700">
                <a:moveTo>
                  <a:pt x="66675" y="1685925"/>
                </a:moveTo>
                <a:lnTo>
                  <a:pt x="4419600" y="1685925"/>
                </a:lnTo>
              </a:path>
              <a:path w="4419600" h="2171700">
                <a:moveTo>
                  <a:pt x="66675" y="1266825"/>
                </a:moveTo>
                <a:lnTo>
                  <a:pt x="4419600" y="1266825"/>
                </a:lnTo>
              </a:path>
              <a:path w="4419600" h="2171700">
                <a:moveTo>
                  <a:pt x="66675" y="838200"/>
                </a:moveTo>
                <a:lnTo>
                  <a:pt x="4419600" y="838200"/>
                </a:lnTo>
              </a:path>
              <a:path w="4419600" h="2171700">
                <a:moveTo>
                  <a:pt x="66675" y="419100"/>
                </a:moveTo>
                <a:lnTo>
                  <a:pt x="4419600" y="419100"/>
                </a:lnTo>
              </a:path>
              <a:path w="4419600" h="2171700">
                <a:moveTo>
                  <a:pt x="66675" y="0"/>
                </a:moveTo>
                <a:lnTo>
                  <a:pt x="4419600" y="0"/>
                </a:lnTo>
              </a:path>
              <a:path w="4419600" h="2171700">
                <a:moveTo>
                  <a:pt x="66675" y="2105025"/>
                </a:moveTo>
                <a:lnTo>
                  <a:pt x="66675" y="0"/>
                </a:lnTo>
              </a:path>
              <a:path w="4419600" h="2171700">
                <a:moveTo>
                  <a:pt x="0" y="2105025"/>
                </a:moveTo>
                <a:lnTo>
                  <a:pt x="66675" y="2105025"/>
                </a:lnTo>
              </a:path>
              <a:path w="4419600" h="2171700">
                <a:moveTo>
                  <a:pt x="0" y="1685925"/>
                </a:moveTo>
                <a:lnTo>
                  <a:pt x="66675" y="1685925"/>
                </a:lnTo>
              </a:path>
              <a:path w="4419600" h="2171700">
                <a:moveTo>
                  <a:pt x="0" y="1266825"/>
                </a:moveTo>
                <a:lnTo>
                  <a:pt x="66675" y="1266825"/>
                </a:lnTo>
              </a:path>
              <a:path w="4419600" h="2171700">
                <a:moveTo>
                  <a:pt x="0" y="838200"/>
                </a:moveTo>
                <a:lnTo>
                  <a:pt x="66675" y="838200"/>
                </a:lnTo>
              </a:path>
              <a:path w="4419600" h="2171700">
                <a:moveTo>
                  <a:pt x="0" y="419100"/>
                </a:moveTo>
                <a:lnTo>
                  <a:pt x="66675" y="419100"/>
                </a:lnTo>
              </a:path>
              <a:path w="4419600" h="2171700">
                <a:moveTo>
                  <a:pt x="0" y="0"/>
                </a:moveTo>
                <a:lnTo>
                  <a:pt x="66675" y="0"/>
                </a:lnTo>
              </a:path>
              <a:path w="4419600" h="2171700">
                <a:moveTo>
                  <a:pt x="66675" y="2105025"/>
                </a:moveTo>
                <a:lnTo>
                  <a:pt x="4419600" y="2105025"/>
                </a:lnTo>
              </a:path>
              <a:path w="4419600" h="2171700">
                <a:moveTo>
                  <a:pt x="66675" y="2105025"/>
                </a:moveTo>
                <a:lnTo>
                  <a:pt x="66675" y="2171700"/>
                </a:lnTo>
              </a:path>
              <a:path w="4419600" h="2171700">
                <a:moveTo>
                  <a:pt x="1514475" y="2105025"/>
                </a:moveTo>
                <a:lnTo>
                  <a:pt x="1514475" y="2171700"/>
                </a:lnTo>
              </a:path>
              <a:path w="4419600" h="2171700">
                <a:moveTo>
                  <a:pt x="2962275" y="2105025"/>
                </a:moveTo>
                <a:lnTo>
                  <a:pt x="2962275" y="2171700"/>
                </a:lnTo>
              </a:path>
              <a:path w="4419600" h="2171700">
                <a:moveTo>
                  <a:pt x="4419600" y="2105025"/>
                </a:moveTo>
                <a:lnTo>
                  <a:pt x="4419600" y="2171700"/>
                </a:lnTo>
              </a:path>
            </a:pathLst>
          </a:custGeom>
          <a:ln w="9525">
            <a:solidFill>
              <a:srgbClr val="868686"/>
            </a:solidFill>
          </a:ln>
        </p:spPr>
        <p:txBody>
          <a:bodyPr wrap="square" lIns="0" tIns="0" rIns="0" bIns="0" rtlCol="0"/>
          <a:lstStyle/>
          <a:p>
            <a:endParaRPr sz="2400"/>
          </a:p>
        </p:txBody>
      </p:sp>
      <p:sp>
        <p:nvSpPr>
          <p:cNvPr id="3" name="object 3"/>
          <p:cNvSpPr txBox="1">
            <a:spLocks noGrp="1"/>
          </p:cNvSpPr>
          <p:nvPr>
            <p:ph type="title"/>
          </p:nvPr>
        </p:nvSpPr>
        <p:spPr>
          <a:xfrm>
            <a:off x="3305894" y="138103"/>
            <a:ext cx="3913295" cy="464572"/>
          </a:xfrm>
          <a:prstGeom prst="rect">
            <a:avLst/>
          </a:prstGeom>
        </p:spPr>
        <p:txBody>
          <a:bodyPr vert="horz" wrap="square" lIns="0" tIns="21167" rIns="0" bIns="0" rtlCol="0" anchor="ctr">
            <a:spAutoFit/>
          </a:bodyPr>
          <a:lstStyle/>
          <a:p>
            <a:pPr marL="16933">
              <a:spcBef>
                <a:spcPts val="167"/>
              </a:spcBef>
            </a:pPr>
            <a:r>
              <a:rPr sz="3200" dirty="0">
                <a:solidFill>
                  <a:srgbClr val="0432FF"/>
                </a:solidFill>
              </a:rPr>
              <a:t>House</a:t>
            </a:r>
            <a:r>
              <a:rPr sz="3200" spc="-73" dirty="0">
                <a:solidFill>
                  <a:srgbClr val="0432FF"/>
                </a:solidFill>
              </a:rPr>
              <a:t> </a:t>
            </a:r>
            <a:r>
              <a:rPr sz="3200" dirty="0">
                <a:solidFill>
                  <a:srgbClr val="0432FF"/>
                </a:solidFill>
              </a:rPr>
              <a:t>sizes</a:t>
            </a:r>
            <a:r>
              <a:rPr sz="3200" spc="-80" dirty="0">
                <a:solidFill>
                  <a:srgbClr val="0432FF"/>
                </a:solidFill>
              </a:rPr>
              <a:t> </a:t>
            </a:r>
            <a:r>
              <a:rPr sz="3200" spc="15" dirty="0">
                <a:solidFill>
                  <a:srgbClr val="0432FF"/>
                </a:solidFill>
              </a:rPr>
              <a:t>and</a:t>
            </a:r>
            <a:r>
              <a:rPr sz="3200" spc="-60" dirty="0">
                <a:solidFill>
                  <a:srgbClr val="0432FF"/>
                </a:solidFill>
              </a:rPr>
              <a:t> </a:t>
            </a:r>
            <a:r>
              <a:rPr sz="3200" spc="15" dirty="0">
                <a:solidFill>
                  <a:srgbClr val="0432FF"/>
                </a:solidFill>
              </a:rPr>
              <a:t>prices</a:t>
            </a:r>
            <a:endParaRPr sz="3200" dirty="0">
              <a:solidFill>
                <a:srgbClr val="0432FF"/>
              </a:solidFill>
            </a:endParaRPr>
          </a:p>
        </p:txBody>
      </p:sp>
      <p:sp>
        <p:nvSpPr>
          <p:cNvPr id="4" name="object 4"/>
          <p:cNvSpPr txBox="1"/>
          <p:nvPr/>
        </p:nvSpPr>
        <p:spPr>
          <a:xfrm>
            <a:off x="345017" y="5078752"/>
            <a:ext cx="4121573" cy="756617"/>
          </a:xfrm>
          <a:prstGeom prst="rect">
            <a:avLst/>
          </a:prstGeom>
        </p:spPr>
        <p:txBody>
          <a:bodyPr vert="horz" wrap="square" lIns="0" tIns="17780" rIns="0" bIns="0" rtlCol="0">
            <a:spAutoFit/>
          </a:bodyPr>
          <a:lstStyle/>
          <a:p>
            <a:pPr marL="16933">
              <a:spcBef>
                <a:spcPts val="140"/>
              </a:spcBef>
            </a:pPr>
            <a:r>
              <a:rPr sz="2400" spc="-20" dirty="0">
                <a:solidFill>
                  <a:srgbClr val="C00000"/>
                </a:solidFill>
                <a:latin typeface="Verdana"/>
                <a:cs typeface="Verdana"/>
              </a:rPr>
              <a:t>Supervised</a:t>
            </a:r>
            <a:r>
              <a:rPr sz="2400" spc="121" dirty="0">
                <a:solidFill>
                  <a:srgbClr val="C00000"/>
                </a:solidFill>
                <a:latin typeface="Verdana"/>
                <a:cs typeface="Verdana"/>
              </a:rPr>
              <a:t> </a:t>
            </a:r>
            <a:r>
              <a:rPr sz="2400" spc="-33" dirty="0">
                <a:solidFill>
                  <a:srgbClr val="C00000"/>
                </a:solidFill>
                <a:latin typeface="Verdana"/>
                <a:cs typeface="Verdana"/>
              </a:rPr>
              <a:t>learning</a:t>
            </a:r>
            <a:r>
              <a:rPr sz="2400" spc="187" dirty="0">
                <a:solidFill>
                  <a:srgbClr val="C00000"/>
                </a:solidFill>
                <a:latin typeface="Verdana"/>
                <a:cs typeface="Verdana"/>
              </a:rPr>
              <a:t> </a:t>
            </a:r>
            <a:r>
              <a:rPr sz="2400" spc="-7" dirty="0">
                <a:latin typeface="Verdana"/>
                <a:cs typeface="Verdana"/>
              </a:rPr>
              <a:t>model</a:t>
            </a:r>
            <a:endParaRPr sz="2400" dirty="0">
              <a:latin typeface="Verdana"/>
              <a:cs typeface="Verdana"/>
            </a:endParaRPr>
          </a:p>
          <a:p>
            <a:pPr marL="16933">
              <a:spcBef>
                <a:spcPts val="27"/>
              </a:spcBef>
            </a:pPr>
            <a:r>
              <a:rPr sz="2400" spc="-15" dirty="0">
                <a:latin typeface="Verdana"/>
                <a:cs typeface="Verdana"/>
              </a:rPr>
              <a:t>Data </a:t>
            </a:r>
            <a:r>
              <a:rPr sz="2400" spc="-20" dirty="0">
                <a:latin typeface="Verdana"/>
                <a:cs typeface="Verdana"/>
              </a:rPr>
              <a:t>has</a:t>
            </a:r>
            <a:r>
              <a:rPr sz="2400" spc="80" dirty="0">
                <a:latin typeface="Verdana"/>
                <a:cs typeface="Verdana"/>
              </a:rPr>
              <a:t> </a:t>
            </a:r>
            <a:r>
              <a:rPr sz="2400" spc="-20" dirty="0">
                <a:latin typeface="Verdana"/>
                <a:cs typeface="Verdana"/>
              </a:rPr>
              <a:t>“</a:t>
            </a:r>
            <a:r>
              <a:rPr sz="2400" spc="-20" dirty="0">
                <a:solidFill>
                  <a:srgbClr val="C00000"/>
                </a:solidFill>
                <a:latin typeface="Verdana"/>
                <a:cs typeface="Verdana"/>
              </a:rPr>
              <a:t>right</a:t>
            </a:r>
            <a:r>
              <a:rPr sz="2400" spc="87" dirty="0">
                <a:solidFill>
                  <a:srgbClr val="C00000"/>
                </a:solidFill>
                <a:latin typeface="Verdana"/>
                <a:cs typeface="Verdana"/>
              </a:rPr>
              <a:t> </a:t>
            </a:r>
            <a:r>
              <a:rPr sz="2400" dirty="0">
                <a:solidFill>
                  <a:srgbClr val="C00000"/>
                </a:solidFill>
                <a:latin typeface="Verdana"/>
                <a:cs typeface="Verdana"/>
              </a:rPr>
              <a:t>answers</a:t>
            </a:r>
            <a:r>
              <a:rPr sz="2400" dirty="0">
                <a:latin typeface="Verdana"/>
                <a:cs typeface="Verdana"/>
              </a:rPr>
              <a:t>”</a:t>
            </a:r>
          </a:p>
        </p:txBody>
      </p:sp>
      <p:sp>
        <p:nvSpPr>
          <p:cNvPr id="5" name="object 5"/>
          <p:cNvSpPr txBox="1"/>
          <p:nvPr/>
        </p:nvSpPr>
        <p:spPr>
          <a:xfrm>
            <a:off x="6971625" y="4945275"/>
            <a:ext cx="4269400" cy="1490130"/>
          </a:xfrm>
          <a:prstGeom prst="rect">
            <a:avLst/>
          </a:prstGeom>
        </p:spPr>
        <p:txBody>
          <a:bodyPr vert="horz" wrap="square" lIns="0" tIns="14393" rIns="0" bIns="0" rtlCol="0">
            <a:spAutoFit/>
          </a:bodyPr>
          <a:lstStyle/>
          <a:p>
            <a:pPr marL="16933" marR="6773">
              <a:lnSpc>
                <a:spcPct val="100800"/>
              </a:lnSpc>
              <a:spcBef>
                <a:spcPts val="113"/>
              </a:spcBef>
            </a:pPr>
            <a:r>
              <a:rPr sz="2400" dirty="0">
                <a:solidFill>
                  <a:srgbClr val="0432FF"/>
                </a:solidFill>
                <a:latin typeface="Verdana"/>
                <a:cs typeface="Verdana"/>
              </a:rPr>
              <a:t>Regression</a:t>
            </a:r>
            <a:r>
              <a:rPr sz="2400" spc="-140" dirty="0">
                <a:solidFill>
                  <a:srgbClr val="0432FF"/>
                </a:solidFill>
                <a:latin typeface="Verdana"/>
                <a:cs typeface="Verdana"/>
              </a:rPr>
              <a:t> </a:t>
            </a:r>
            <a:r>
              <a:rPr sz="2400" spc="-15" dirty="0">
                <a:solidFill>
                  <a:srgbClr val="0432FF"/>
                </a:solidFill>
                <a:latin typeface="Verdana"/>
                <a:cs typeface="Verdana"/>
              </a:rPr>
              <a:t>model </a:t>
            </a:r>
            <a:r>
              <a:rPr sz="2400" spc="-827" dirty="0">
                <a:solidFill>
                  <a:srgbClr val="0432FF"/>
                </a:solidFill>
                <a:latin typeface="Verdana"/>
                <a:cs typeface="Verdana"/>
              </a:rPr>
              <a:t> </a:t>
            </a:r>
            <a:r>
              <a:rPr sz="2400" spc="-20" dirty="0">
                <a:solidFill>
                  <a:srgbClr val="0432FF"/>
                </a:solidFill>
                <a:latin typeface="Verdana"/>
                <a:cs typeface="Verdana"/>
              </a:rPr>
              <a:t>Predicts</a:t>
            </a:r>
            <a:r>
              <a:rPr sz="2400" spc="140" dirty="0">
                <a:solidFill>
                  <a:srgbClr val="0432FF"/>
                </a:solidFill>
                <a:latin typeface="Verdana"/>
                <a:cs typeface="Verdana"/>
              </a:rPr>
              <a:t> </a:t>
            </a:r>
            <a:r>
              <a:rPr sz="2400" spc="-27" dirty="0">
                <a:solidFill>
                  <a:srgbClr val="0432FF"/>
                </a:solidFill>
                <a:latin typeface="Verdana"/>
                <a:cs typeface="Verdana"/>
              </a:rPr>
              <a:t>numbers</a:t>
            </a:r>
            <a:r>
              <a:rPr lang="en-GB" sz="2400" spc="-27" dirty="0">
                <a:solidFill>
                  <a:srgbClr val="0432FF"/>
                </a:solidFill>
                <a:latin typeface="Verdana"/>
                <a:cs typeface="Verdana"/>
              </a:rPr>
              <a:t> </a:t>
            </a:r>
            <a:r>
              <a:rPr lang="en-US" sz="2400" spc="-41" dirty="0">
                <a:solidFill>
                  <a:srgbClr val="0432FF"/>
                </a:solidFill>
                <a:latin typeface="Verdana"/>
                <a:cs typeface="Verdana"/>
              </a:rPr>
              <a:t>Infinitely</a:t>
            </a:r>
            <a:r>
              <a:rPr lang="en-US" sz="2400" spc="320" dirty="0">
                <a:solidFill>
                  <a:srgbClr val="0432FF"/>
                </a:solidFill>
                <a:latin typeface="Verdana"/>
                <a:cs typeface="Verdana"/>
              </a:rPr>
              <a:t> </a:t>
            </a:r>
            <a:r>
              <a:rPr lang="en-US" sz="2400" spc="-27" dirty="0">
                <a:solidFill>
                  <a:srgbClr val="0432FF"/>
                </a:solidFill>
                <a:latin typeface="Verdana"/>
                <a:cs typeface="Verdana"/>
              </a:rPr>
              <a:t>many</a:t>
            </a:r>
            <a:r>
              <a:rPr lang="en-US" sz="2400" spc="127" dirty="0">
                <a:solidFill>
                  <a:srgbClr val="0432FF"/>
                </a:solidFill>
                <a:latin typeface="Verdana"/>
                <a:cs typeface="Verdana"/>
              </a:rPr>
              <a:t> </a:t>
            </a:r>
            <a:r>
              <a:rPr lang="en-US" sz="2400" dirty="0">
                <a:solidFill>
                  <a:srgbClr val="0432FF"/>
                </a:solidFill>
                <a:latin typeface="Verdana"/>
                <a:cs typeface="Verdana"/>
              </a:rPr>
              <a:t>possible</a:t>
            </a:r>
            <a:r>
              <a:rPr lang="en-US" sz="2400" spc="20" dirty="0">
                <a:solidFill>
                  <a:srgbClr val="0432FF"/>
                </a:solidFill>
                <a:latin typeface="Verdana"/>
                <a:cs typeface="Verdana"/>
              </a:rPr>
              <a:t> </a:t>
            </a:r>
            <a:r>
              <a:rPr lang="en-US" sz="2400" spc="-15" dirty="0">
                <a:solidFill>
                  <a:srgbClr val="0432FF"/>
                </a:solidFill>
                <a:latin typeface="Verdana"/>
                <a:cs typeface="Verdana"/>
              </a:rPr>
              <a:t>outputs</a:t>
            </a:r>
            <a:endParaRPr lang="en-US" sz="2400" dirty="0">
              <a:solidFill>
                <a:srgbClr val="0432FF"/>
              </a:solidFill>
              <a:latin typeface="Verdana"/>
              <a:cs typeface="Verdana"/>
            </a:endParaRPr>
          </a:p>
          <a:p>
            <a:pPr marL="16933" marR="6773">
              <a:lnSpc>
                <a:spcPct val="100800"/>
              </a:lnSpc>
              <a:spcBef>
                <a:spcPts val="113"/>
              </a:spcBef>
            </a:pPr>
            <a:endParaRPr sz="2400" dirty="0">
              <a:solidFill>
                <a:srgbClr val="0432FF"/>
              </a:solidFill>
              <a:latin typeface="Verdana"/>
              <a:cs typeface="Verdana"/>
            </a:endParaRPr>
          </a:p>
        </p:txBody>
      </p:sp>
      <p:sp>
        <p:nvSpPr>
          <p:cNvPr id="6" name="object 6"/>
          <p:cNvSpPr txBox="1"/>
          <p:nvPr/>
        </p:nvSpPr>
        <p:spPr>
          <a:xfrm>
            <a:off x="541444" y="1867324"/>
            <a:ext cx="938107" cy="585631"/>
          </a:xfrm>
          <a:prstGeom prst="rect">
            <a:avLst/>
          </a:prstGeom>
        </p:spPr>
        <p:txBody>
          <a:bodyPr vert="horz" wrap="square" lIns="0" tIns="21167" rIns="0" bIns="0" rtlCol="0">
            <a:spAutoFit/>
          </a:bodyPr>
          <a:lstStyle/>
          <a:p>
            <a:pPr marL="29633">
              <a:lnSpc>
                <a:spcPts val="2228"/>
              </a:lnSpc>
              <a:spcBef>
                <a:spcPts val="167"/>
              </a:spcBef>
            </a:pPr>
            <a:r>
              <a:rPr sz="1867" spc="33" dirty="0">
                <a:latin typeface="Verdana"/>
                <a:cs typeface="Verdana"/>
              </a:rPr>
              <a:t>p</a:t>
            </a:r>
            <a:r>
              <a:rPr sz="1867" dirty="0">
                <a:latin typeface="Verdana"/>
                <a:cs typeface="Verdana"/>
              </a:rPr>
              <a:t>r</a:t>
            </a:r>
            <a:r>
              <a:rPr sz="1867" spc="80" dirty="0">
                <a:latin typeface="Verdana"/>
                <a:cs typeface="Verdana"/>
              </a:rPr>
              <a:t>i</a:t>
            </a:r>
            <a:r>
              <a:rPr sz="1867" spc="20" dirty="0">
                <a:latin typeface="Verdana"/>
                <a:cs typeface="Verdana"/>
              </a:rPr>
              <a:t>ce</a:t>
            </a:r>
            <a:r>
              <a:rPr sz="1867" spc="-187" dirty="0">
                <a:latin typeface="Verdana"/>
                <a:cs typeface="Verdana"/>
              </a:rPr>
              <a:t> </a:t>
            </a:r>
            <a:r>
              <a:rPr sz="1867" spc="80" dirty="0">
                <a:latin typeface="Verdana"/>
                <a:cs typeface="Verdana"/>
              </a:rPr>
              <a:t>i</a:t>
            </a:r>
            <a:r>
              <a:rPr sz="1867" spc="20" dirty="0">
                <a:latin typeface="Verdana"/>
                <a:cs typeface="Verdana"/>
              </a:rPr>
              <a:t>n</a:t>
            </a:r>
            <a:endParaRPr sz="1867" dirty="0">
              <a:latin typeface="Verdana"/>
              <a:cs typeface="Verdana"/>
            </a:endParaRPr>
          </a:p>
          <a:p>
            <a:pPr marL="16933">
              <a:lnSpc>
                <a:spcPts val="2228"/>
              </a:lnSpc>
            </a:pPr>
            <a:r>
              <a:rPr sz="1867" spc="33" dirty="0">
                <a:latin typeface="Verdana"/>
                <a:cs typeface="Verdana"/>
              </a:rPr>
              <a:t>$</a:t>
            </a:r>
            <a:r>
              <a:rPr sz="1867" spc="33" dirty="0">
                <a:latin typeface="Cambria Math"/>
                <a:cs typeface="Cambria Math"/>
              </a:rPr>
              <a:t>1000</a:t>
            </a:r>
            <a:r>
              <a:rPr sz="1867" spc="33" dirty="0">
                <a:latin typeface="Verdana"/>
                <a:cs typeface="Verdana"/>
              </a:rPr>
              <a:t>'s</a:t>
            </a:r>
            <a:endParaRPr sz="1867" dirty="0">
              <a:latin typeface="Verdana"/>
              <a:cs typeface="Verdana"/>
            </a:endParaRPr>
          </a:p>
        </p:txBody>
      </p:sp>
      <p:grpSp>
        <p:nvGrpSpPr>
          <p:cNvPr id="7" name="object 7"/>
          <p:cNvGrpSpPr/>
          <p:nvPr/>
        </p:nvGrpSpPr>
        <p:grpSpPr>
          <a:xfrm>
            <a:off x="2616202" y="746423"/>
            <a:ext cx="5930900" cy="3013287"/>
            <a:chOff x="1962150" y="559816"/>
            <a:chExt cx="4448175" cy="2259965"/>
          </a:xfrm>
        </p:grpSpPr>
        <p:sp>
          <p:nvSpPr>
            <p:cNvPr id="8" name="object 8"/>
            <p:cNvSpPr/>
            <p:nvPr/>
          </p:nvSpPr>
          <p:spPr>
            <a:xfrm>
              <a:off x="2043176" y="623951"/>
              <a:ext cx="4352925" cy="1685925"/>
            </a:xfrm>
            <a:custGeom>
              <a:avLst/>
              <a:gdLst/>
              <a:ahLst/>
              <a:cxnLst/>
              <a:rect l="l" t="t" r="r" b="b"/>
              <a:pathLst>
                <a:path w="4352925" h="1685925">
                  <a:moveTo>
                    <a:pt x="0" y="1685925"/>
                  </a:moveTo>
                  <a:lnTo>
                    <a:pt x="4352925" y="1685925"/>
                  </a:lnTo>
                </a:path>
                <a:path w="4352925" h="1685925">
                  <a:moveTo>
                    <a:pt x="0" y="1266825"/>
                  </a:moveTo>
                  <a:lnTo>
                    <a:pt x="4352925" y="1266825"/>
                  </a:lnTo>
                </a:path>
                <a:path w="4352925" h="1685925">
                  <a:moveTo>
                    <a:pt x="0" y="838200"/>
                  </a:moveTo>
                  <a:lnTo>
                    <a:pt x="4352925" y="838200"/>
                  </a:lnTo>
                </a:path>
                <a:path w="4352925" h="1685925">
                  <a:moveTo>
                    <a:pt x="0" y="419100"/>
                  </a:moveTo>
                  <a:lnTo>
                    <a:pt x="4352925" y="419100"/>
                  </a:lnTo>
                </a:path>
                <a:path w="4352925" h="1685925">
                  <a:moveTo>
                    <a:pt x="0" y="0"/>
                  </a:moveTo>
                  <a:lnTo>
                    <a:pt x="4352925" y="0"/>
                  </a:lnTo>
                </a:path>
              </a:pathLst>
            </a:custGeom>
            <a:ln w="9525">
              <a:solidFill>
                <a:srgbClr val="868686"/>
              </a:solidFill>
            </a:ln>
          </p:spPr>
          <p:txBody>
            <a:bodyPr wrap="square" lIns="0" tIns="0" rIns="0" bIns="0" rtlCol="0"/>
            <a:lstStyle/>
            <a:p>
              <a:endParaRPr sz="2400"/>
            </a:p>
          </p:txBody>
        </p:sp>
        <p:sp>
          <p:nvSpPr>
            <p:cNvPr id="9" name="object 9"/>
            <p:cNvSpPr/>
            <p:nvPr/>
          </p:nvSpPr>
          <p:spPr>
            <a:xfrm>
              <a:off x="1981200" y="619125"/>
              <a:ext cx="4410075" cy="2181225"/>
            </a:xfrm>
            <a:custGeom>
              <a:avLst/>
              <a:gdLst/>
              <a:ahLst/>
              <a:cxnLst/>
              <a:rect l="l" t="t" r="r" b="b"/>
              <a:pathLst>
                <a:path w="4410075" h="2181225">
                  <a:moveTo>
                    <a:pt x="57150" y="2114550"/>
                  </a:moveTo>
                  <a:lnTo>
                    <a:pt x="57150" y="0"/>
                  </a:lnTo>
                </a:path>
                <a:path w="4410075" h="2181225">
                  <a:moveTo>
                    <a:pt x="0" y="2114550"/>
                  </a:moveTo>
                  <a:lnTo>
                    <a:pt x="123825" y="2114550"/>
                  </a:lnTo>
                </a:path>
                <a:path w="4410075" h="2181225">
                  <a:moveTo>
                    <a:pt x="0" y="1695450"/>
                  </a:moveTo>
                  <a:lnTo>
                    <a:pt x="123825" y="1695450"/>
                  </a:lnTo>
                </a:path>
                <a:path w="4410075" h="2181225">
                  <a:moveTo>
                    <a:pt x="0" y="1266825"/>
                  </a:moveTo>
                  <a:lnTo>
                    <a:pt x="123825" y="1266825"/>
                  </a:lnTo>
                </a:path>
                <a:path w="4410075" h="2181225">
                  <a:moveTo>
                    <a:pt x="0" y="847725"/>
                  </a:moveTo>
                  <a:lnTo>
                    <a:pt x="123825" y="847725"/>
                  </a:lnTo>
                </a:path>
                <a:path w="4410075" h="2181225">
                  <a:moveTo>
                    <a:pt x="0" y="428625"/>
                  </a:moveTo>
                  <a:lnTo>
                    <a:pt x="123825" y="428625"/>
                  </a:lnTo>
                </a:path>
                <a:path w="4410075" h="2181225">
                  <a:moveTo>
                    <a:pt x="0" y="0"/>
                  </a:moveTo>
                  <a:lnTo>
                    <a:pt x="123825" y="0"/>
                  </a:lnTo>
                </a:path>
                <a:path w="4410075" h="2181225">
                  <a:moveTo>
                    <a:pt x="57150" y="2114550"/>
                  </a:moveTo>
                  <a:lnTo>
                    <a:pt x="4410075" y="2114550"/>
                  </a:lnTo>
                </a:path>
                <a:path w="4410075" h="2181225">
                  <a:moveTo>
                    <a:pt x="57150" y="2047875"/>
                  </a:moveTo>
                  <a:lnTo>
                    <a:pt x="57150" y="2181225"/>
                  </a:lnTo>
                </a:path>
                <a:path w="4410075" h="2181225">
                  <a:moveTo>
                    <a:pt x="1514475" y="2047875"/>
                  </a:moveTo>
                  <a:lnTo>
                    <a:pt x="1514475" y="2181225"/>
                  </a:lnTo>
                </a:path>
                <a:path w="4410075" h="2181225">
                  <a:moveTo>
                    <a:pt x="2962275" y="2047875"/>
                  </a:moveTo>
                  <a:lnTo>
                    <a:pt x="2962275" y="2181225"/>
                  </a:lnTo>
                </a:path>
                <a:path w="4410075" h="2181225">
                  <a:moveTo>
                    <a:pt x="4410075" y="2047875"/>
                  </a:moveTo>
                  <a:lnTo>
                    <a:pt x="4410075" y="2181225"/>
                  </a:lnTo>
                </a:path>
              </a:pathLst>
            </a:custGeom>
            <a:ln w="38100">
              <a:solidFill>
                <a:srgbClr val="000000"/>
              </a:solidFill>
            </a:ln>
          </p:spPr>
          <p:txBody>
            <a:bodyPr wrap="square" lIns="0" tIns="0" rIns="0" bIns="0" rtlCol="0"/>
            <a:lstStyle/>
            <a:p>
              <a:endParaRPr sz="2400"/>
            </a:p>
          </p:txBody>
        </p:sp>
        <p:sp>
          <p:nvSpPr>
            <p:cNvPr id="10" name="object 10"/>
            <p:cNvSpPr/>
            <p:nvPr/>
          </p:nvSpPr>
          <p:spPr>
            <a:xfrm>
              <a:off x="3229991" y="572516"/>
              <a:ext cx="2686050" cy="1495425"/>
            </a:xfrm>
            <a:custGeom>
              <a:avLst/>
              <a:gdLst/>
              <a:ahLst/>
              <a:cxnLst/>
              <a:rect l="l" t="t" r="r" b="b"/>
              <a:pathLst>
                <a:path w="2686050" h="1495425">
                  <a:moveTo>
                    <a:pt x="1914524" y="523875"/>
                  </a:moveTo>
                  <a:lnTo>
                    <a:pt x="1809749" y="419100"/>
                  </a:lnTo>
                </a:path>
                <a:path w="2686050" h="1495425">
                  <a:moveTo>
                    <a:pt x="1809749" y="523875"/>
                  </a:moveTo>
                  <a:lnTo>
                    <a:pt x="1914524" y="419100"/>
                  </a:lnTo>
                </a:path>
                <a:path w="2686050" h="1495425">
                  <a:moveTo>
                    <a:pt x="1190624" y="819150"/>
                  </a:moveTo>
                  <a:lnTo>
                    <a:pt x="1085849" y="714375"/>
                  </a:lnTo>
                </a:path>
                <a:path w="2686050" h="1495425">
                  <a:moveTo>
                    <a:pt x="1085849" y="819150"/>
                  </a:moveTo>
                  <a:lnTo>
                    <a:pt x="1190624" y="714375"/>
                  </a:lnTo>
                </a:path>
                <a:path w="2686050" h="1495425">
                  <a:moveTo>
                    <a:pt x="2343149" y="657225"/>
                  </a:moveTo>
                  <a:lnTo>
                    <a:pt x="2238374" y="552450"/>
                  </a:lnTo>
                </a:path>
                <a:path w="2686050" h="1495425">
                  <a:moveTo>
                    <a:pt x="2238374" y="657225"/>
                  </a:moveTo>
                  <a:lnTo>
                    <a:pt x="2343149" y="552450"/>
                  </a:lnTo>
                </a:path>
                <a:path w="2686050" h="1495425">
                  <a:moveTo>
                    <a:pt x="923924" y="1238250"/>
                  </a:moveTo>
                  <a:lnTo>
                    <a:pt x="819149" y="1133475"/>
                  </a:lnTo>
                </a:path>
                <a:path w="2686050" h="1495425">
                  <a:moveTo>
                    <a:pt x="819149" y="1238250"/>
                  </a:moveTo>
                  <a:lnTo>
                    <a:pt x="923924" y="1133475"/>
                  </a:lnTo>
                </a:path>
                <a:path w="2686050" h="1495425">
                  <a:moveTo>
                    <a:pt x="1743074" y="942975"/>
                  </a:moveTo>
                  <a:lnTo>
                    <a:pt x="1638299" y="838200"/>
                  </a:lnTo>
                </a:path>
                <a:path w="2686050" h="1495425">
                  <a:moveTo>
                    <a:pt x="1638299" y="942975"/>
                  </a:moveTo>
                  <a:lnTo>
                    <a:pt x="1743074" y="838200"/>
                  </a:lnTo>
                </a:path>
                <a:path w="2686050" h="1495425">
                  <a:moveTo>
                    <a:pt x="1095374" y="885825"/>
                  </a:moveTo>
                  <a:lnTo>
                    <a:pt x="990599" y="781050"/>
                  </a:lnTo>
                </a:path>
                <a:path w="2686050" h="1495425">
                  <a:moveTo>
                    <a:pt x="990599" y="885825"/>
                  </a:moveTo>
                  <a:lnTo>
                    <a:pt x="1095374" y="781050"/>
                  </a:lnTo>
                </a:path>
                <a:path w="2686050" h="1495425">
                  <a:moveTo>
                    <a:pt x="933449" y="1371600"/>
                  </a:moveTo>
                  <a:lnTo>
                    <a:pt x="828674" y="1266825"/>
                  </a:lnTo>
                </a:path>
                <a:path w="2686050" h="1495425">
                  <a:moveTo>
                    <a:pt x="828674" y="1371600"/>
                  </a:moveTo>
                  <a:lnTo>
                    <a:pt x="933449" y="1266825"/>
                  </a:lnTo>
                </a:path>
                <a:path w="2686050" h="1495425">
                  <a:moveTo>
                    <a:pt x="866774" y="1314450"/>
                  </a:moveTo>
                  <a:lnTo>
                    <a:pt x="761999" y="1209675"/>
                  </a:lnTo>
                </a:path>
                <a:path w="2686050" h="1495425">
                  <a:moveTo>
                    <a:pt x="761999" y="1314450"/>
                  </a:moveTo>
                  <a:lnTo>
                    <a:pt x="866774" y="1209675"/>
                  </a:lnTo>
                </a:path>
                <a:path w="2686050" h="1495425">
                  <a:moveTo>
                    <a:pt x="1028699" y="1190625"/>
                  </a:moveTo>
                  <a:lnTo>
                    <a:pt x="923924" y="1085850"/>
                  </a:lnTo>
                </a:path>
                <a:path w="2686050" h="1495425">
                  <a:moveTo>
                    <a:pt x="923924" y="1190625"/>
                  </a:moveTo>
                  <a:lnTo>
                    <a:pt x="1028699" y="1085850"/>
                  </a:lnTo>
                </a:path>
                <a:path w="2686050" h="1495425">
                  <a:moveTo>
                    <a:pt x="1676399" y="1200150"/>
                  </a:moveTo>
                  <a:lnTo>
                    <a:pt x="1571624" y="1095375"/>
                  </a:lnTo>
                </a:path>
                <a:path w="2686050" h="1495425">
                  <a:moveTo>
                    <a:pt x="1571624" y="1200150"/>
                  </a:moveTo>
                  <a:lnTo>
                    <a:pt x="1676399" y="1095375"/>
                  </a:lnTo>
                </a:path>
                <a:path w="2686050" h="1495425">
                  <a:moveTo>
                    <a:pt x="1762124" y="752475"/>
                  </a:moveTo>
                  <a:lnTo>
                    <a:pt x="1657349" y="647700"/>
                  </a:lnTo>
                </a:path>
                <a:path w="2686050" h="1495425">
                  <a:moveTo>
                    <a:pt x="1657349" y="752475"/>
                  </a:moveTo>
                  <a:lnTo>
                    <a:pt x="1762124" y="647700"/>
                  </a:lnTo>
                </a:path>
                <a:path w="2686050" h="1495425">
                  <a:moveTo>
                    <a:pt x="1609724" y="819150"/>
                  </a:moveTo>
                  <a:lnTo>
                    <a:pt x="1504949" y="714375"/>
                  </a:lnTo>
                </a:path>
                <a:path w="2686050" h="1495425">
                  <a:moveTo>
                    <a:pt x="1504949" y="819150"/>
                  </a:moveTo>
                  <a:lnTo>
                    <a:pt x="1609724" y="714375"/>
                  </a:lnTo>
                </a:path>
                <a:path w="2686050" h="1495425">
                  <a:moveTo>
                    <a:pt x="704849" y="1114425"/>
                  </a:moveTo>
                  <a:lnTo>
                    <a:pt x="600074" y="1009650"/>
                  </a:lnTo>
                </a:path>
                <a:path w="2686050" h="1495425">
                  <a:moveTo>
                    <a:pt x="600074" y="1114425"/>
                  </a:moveTo>
                  <a:lnTo>
                    <a:pt x="704849" y="1009650"/>
                  </a:lnTo>
                </a:path>
                <a:path w="2686050" h="1495425">
                  <a:moveTo>
                    <a:pt x="2200274" y="314325"/>
                  </a:moveTo>
                  <a:lnTo>
                    <a:pt x="2095499" y="209550"/>
                  </a:lnTo>
                </a:path>
                <a:path w="2686050" h="1495425">
                  <a:moveTo>
                    <a:pt x="2095499" y="314325"/>
                  </a:moveTo>
                  <a:lnTo>
                    <a:pt x="2200274" y="209550"/>
                  </a:lnTo>
                </a:path>
                <a:path w="2686050" h="1495425">
                  <a:moveTo>
                    <a:pt x="781049" y="942975"/>
                  </a:moveTo>
                  <a:lnTo>
                    <a:pt x="676274" y="838200"/>
                  </a:lnTo>
                </a:path>
                <a:path w="2686050" h="1495425">
                  <a:moveTo>
                    <a:pt x="676274" y="942975"/>
                  </a:moveTo>
                  <a:lnTo>
                    <a:pt x="781049" y="838200"/>
                  </a:lnTo>
                </a:path>
                <a:path w="2686050" h="1495425">
                  <a:moveTo>
                    <a:pt x="657224" y="1371600"/>
                  </a:moveTo>
                  <a:lnTo>
                    <a:pt x="552449" y="1266825"/>
                  </a:lnTo>
                </a:path>
                <a:path w="2686050" h="1495425">
                  <a:moveTo>
                    <a:pt x="552449" y="1371600"/>
                  </a:moveTo>
                  <a:lnTo>
                    <a:pt x="657224" y="1266825"/>
                  </a:lnTo>
                </a:path>
                <a:path w="2686050" h="1495425">
                  <a:moveTo>
                    <a:pt x="2647949" y="104775"/>
                  </a:moveTo>
                  <a:lnTo>
                    <a:pt x="2543174" y="0"/>
                  </a:lnTo>
                </a:path>
                <a:path w="2686050" h="1495425">
                  <a:moveTo>
                    <a:pt x="2543174" y="104775"/>
                  </a:moveTo>
                  <a:lnTo>
                    <a:pt x="2647949" y="0"/>
                  </a:lnTo>
                </a:path>
                <a:path w="2686050" h="1495425">
                  <a:moveTo>
                    <a:pt x="1428749" y="1143000"/>
                  </a:moveTo>
                  <a:lnTo>
                    <a:pt x="1323974" y="1038225"/>
                  </a:lnTo>
                </a:path>
                <a:path w="2686050" h="1495425">
                  <a:moveTo>
                    <a:pt x="1323974" y="1143000"/>
                  </a:moveTo>
                  <a:lnTo>
                    <a:pt x="1428749" y="1038225"/>
                  </a:lnTo>
                </a:path>
                <a:path w="2686050" h="1495425">
                  <a:moveTo>
                    <a:pt x="1600199" y="1133475"/>
                  </a:moveTo>
                  <a:lnTo>
                    <a:pt x="1495424" y="1028700"/>
                  </a:lnTo>
                </a:path>
                <a:path w="2686050" h="1495425">
                  <a:moveTo>
                    <a:pt x="1495424" y="1133475"/>
                  </a:moveTo>
                  <a:lnTo>
                    <a:pt x="1600199" y="1028700"/>
                  </a:lnTo>
                </a:path>
                <a:path w="2686050" h="1495425">
                  <a:moveTo>
                    <a:pt x="1190624" y="1190625"/>
                  </a:moveTo>
                  <a:lnTo>
                    <a:pt x="1085849" y="1085850"/>
                  </a:lnTo>
                </a:path>
                <a:path w="2686050" h="1495425">
                  <a:moveTo>
                    <a:pt x="1085849" y="1190625"/>
                  </a:moveTo>
                  <a:lnTo>
                    <a:pt x="1190624" y="1085850"/>
                  </a:lnTo>
                </a:path>
                <a:path w="2686050" h="1495425">
                  <a:moveTo>
                    <a:pt x="1714499" y="1114425"/>
                  </a:moveTo>
                  <a:lnTo>
                    <a:pt x="1609724" y="1009650"/>
                  </a:lnTo>
                </a:path>
                <a:path w="2686050" h="1495425">
                  <a:moveTo>
                    <a:pt x="1609724" y="1114425"/>
                  </a:moveTo>
                  <a:lnTo>
                    <a:pt x="1714499" y="1009650"/>
                  </a:lnTo>
                </a:path>
                <a:path w="2686050" h="1495425">
                  <a:moveTo>
                    <a:pt x="457199" y="1162050"/>
                  </a:moveTo>
                  <a:lnTo>
                    <a:pt x="352424" y="1057275"/>
                  </a:lnTo>
                </a:path>
                <a:path w="2686050" h="1495425">
                  <a:moveTo>
                    <a:pt x="352424" y="1162050"/>
                  </a:moveTo>
                  <a:lnTo>
                    <a:pt x="457199" y="1057275"/>
                  </a:lnTo>
                </a:path>
                <a:path w="2686050" h="1495425">
                  <a:moveTo>
                    <a:pt x="981074" y="257175"/>
                  </a:moveTo>
                  <a:lnTo>
                    <a:pt x="876299" y="152400"/>
                  </a:lnTo>
                </a:path>
                <a:path w="2686050" h="1495425">
                  <a:moveTo>
                    <a:pt x="876299" y="257175"/>
                  </a:moveTo>
                  <a:lnTo>
                    <a:pt x="981074" y="152400"/>
                  </a:lnTo>
                </a:path>
                <a:path w="2686050" h="1495425">
                  <a:moveTo>
                    <a:pt x="2533649" y="238125"/>
                  </a:moveTo>
                  <a:lnTo>
                    <a:pt x="2428874" y="133350"/>
                  </a:lnTo>
                </a:path>
                <a:path w="2686050" h="1495425">
                  <a:moveTo>
                    <a:pt x="2428874" y="238125"/>
                  </a:moveTo>
                  <a:lnTo>
                    <a:pt x="2533649" y="133350"/>
                  </a:lnTo>
                </a:path>
                <a:path w="2686050" h="1495425">
                  <a:moveTo>
                    <a:pt x="2057399" y="209550"/>
                  </a:moveTo>
                  <a:lnTo>
                    <a:pt x="1952624" y="104775"/>
                  </a:lnTo>
                </a:path>
                <a:path w="2686050" h="1495425">
                  <a:moveTo>
                    <a:pt x="1952624" y="209550"/>
                  </a:moveTo>
                  <a:lnTo>
                    <a:pt x="2057399" y="104775"/>
                  </a:lnTo>
                </a:path>
                <a:path w="2686050" h="1495425">
                  <a:moveTo>
                    <a:pt x="2686049" y="942975"/>
                  </a:moveTo>
                  <a:lnTo>
                    <a:pt x="2581274" y="838200"/>
                  </a:lnTo>
                </a:path>
                <a:path w="2686050" h="1495425">
                  <a:moveTo>
                    <a:pt x="2581274" y="942975"/>
                  </a:moveTo>
                  <a:lnTo>
                    <a:pt x="2686049" y="838200"/>
                  </a:lnTo>
                </a:path>
                <a:path w="2686050" h="1495425">
                  <a:moveTo>
                    <a:pt x="1533524" y="733425"/>
                  </a:moveTo>
                  <a:lnTo>
                    <a:pt x="1428749" y="628650"/>
                  </a:lnTo>
                </a:path>
                <a:path w="2686050" h="1495425">
                  <a:moveTo>
                    <a:pt x="1428749" y="733425"/>
                  </a:moveTo>
                  <a:lnTo>
                    <a:pt x="1533524" y="628650"/>
                  </a:lnTo>
                </a:path>
                <a:path w="2686050" h="1495425">
                  <a:moveTo>
                    <a:pt x="314324" y="1495425"/>
                  </a:moveTo>
                  <a:lnTo>
                    <a:pt x="209549" y="1390650"/>
                  </a:lnTo>
                </a:path>
                <a:path w="2686050" h="1495425">
                  <a:moveTo>
                    <a:pt x="209549" y="1495425"/>
                  </a:moveTo>
                  <a:lnTo>
                    <a:pt x="314324" y="1390650"/>
                  </a:lnTo>
                </a:path>
                <a:path w="2686050" h="1495425">
                  <a:moveTo>
                    <a:pt x="1828799" y="885825"/>
                  </a:moveTo>
                  <a:lnTo>
                    <a:pt x="1724024" y="781050"/>
                  </a:lnTo>
                </a:path>
                <a:path w="2686050" h="1495425">
                  <a:moveTo>
                    <a:pt x="1724024" y="885825"/>
                  </a:moveTo>
                  <a:lnTo>
                    <a:pt x="1828799" y="781050"/>
                  </a:lnTo>
                </a:path>
                <a:path w="2686050" h="1495425">
                  <a:moveTo>
                    <a:pt x="1495424" y="1009650"/>
                  </a:moveTo>
                  <a:lnTo>
                    <a:pt x="1390649" y="904875"/>
                  </a:lnTo>
                </a:path>
                <a:path w="2686050" h="1495425">
                  <a:moveTo>
                    <a:pt x="1390649" y="1009650"/>
                  </a:moveTo>
                  <a:lnTo>
                    <a:pt x="1495424" y="904875"/>
                  </a:lnTo>
                </a:path>
                <a:path w="2686050" h="1495425">
                  <a:moveTo>
                    <a:pt x="952499" y="1162050"/>
                  </a:moveTo>
                  <a:lnTo>
                    <a:pt x="847724" y="1057275"/>
                  </a:lnTo>
                </a:path>
                <a:path w="2686050" h="1495425">
                  <a:moveTo>
                    <a:pt x="847724" y="1162050"/>
                  </a:moveTo>
                  <a:lnTo>
                    <a:pt x="952499" y="1057275"/>
                  </a:lnTo>
                </a:path>
                <a:path w="2686050" h="1495425">
                  <a:moveTo>
                    <a:pt x="666749" y="1247775"/>
                  </a:moveTo>
                  <a:lnTo>
                    <a:pt x="561974" y="1143000"/>
                  </a:lnTo>
                </a:path>
                <a:path w="2686050" h="1495425">
                  <a:moveTo>
                    <a:pt x="561974" y="1247775"/>
                  </a:moveTo>
                  <a:lnTo>
                    <a:pt x="666749" y="1143000"/>
                  </a:lnTo>
                </a:path>
                <a:path w="2686050" h="1495425">
                  <a:moveTo>
                    <a:pt x="1962149" y="752475"/>
                  </a:moveTo>
                  <a:lnTo>
                    <a:pt x="1857374" y="647700"/>
                  </a:lnTo>
                </a:path>
                <a:path w="2686050" h="1495425">
                  <a:moveTo>
                    <a:pt x="1857374" y="752475"/>
                  </a:moveTo>
                  <a:lnTo>
                    <a:pt x="1962149" y="647700"/>
                  </a:lnTo>
                </a:path>
                <a:path w="2686050" h="1495425">
                  <a:moveTo>
                    <a:pt x="2000249" y="1000125"/>
                  </a:moveTo>
                  <a:lnTo>
                    <a:pt x="1895474" y="895350"/>
                  </a:lnTo>
                </a:path>
                <a:path w="2686050" h="1495425">
                  <a:moveTo>
                    <a:pt x="1895474" y="1000125"/>
                  </a:moveTo>
                  <a:lnTo>
                    <a:pt x="2000249" y="895350"/>
                  </a:lnTo>
                </a:path>
                <a:path w="2686050" h="1495425">
                  <a:moveTo>
                    <a:pt x="1276349" y="657225"/>
                  </a:moveTo>
                  <a:lnTo>
                    <a:pt x="1171574" y="552450"/>
                  </a:lnTo>
                </a:path>
                <a:path w="2686050" h="1495425">
                  <a:moveTo>
                    <a:pt x="1171574" y="657225"/>
                  </a:moveTo>
                  <a:lnTo>
                    <a:pt x="1276349" y="552450"/>
                  </a:lnTo>
                </a:path>
                <a:path w="2686050" h="1495425">
                  <a:moveTo>
                    <a:pt x="2114549" y="819150"/>
                  </a:moveTo>
                  <a:lnTo>
                    <a:pt x="2009774" y="714375"/>
                  </a:lnTo>
                </a:path>
                <a:path w="2686050" h="1495425">
                  <a:moveTo>
                    <a:pt x="2009774" y="819150"/>
                  </a:moveTo>
                  <a:lnTo>
                    <a:pt x="2114549" y="714375"/>
                  </a:lnTo>
                </a:path>
                <a:path w="2686050" h="1495425">
                  <a:moveTo>
                    <a:pt x="2590799" y="885825"/>
                  </a:moveTo>
                  <a:lnTo>
                    <a:pt x="2486024" y="781050"/>
                  </a:lnTo>
                </a:path>
                <a:path w="2686050" h="1495425">
                  <a:moveTo>
                    <a:pt x="2486024" y="885825"/>
                  </a:moveTo>
                  <a:lnTo>
                    <a:pt x="2590799" y="781050"/>
                  </a:lnTo>
                </a:path>
                <a:path w="2686050" h="1495425">
                  <a:moveTo>
                    <a:pt x="609599" y="952500"/>
                  </a:moveTo>
                  <a:lnTo>
                    <a:pt x="504824" y="847725"/>
                  </a:lnTo>
                </a:path>
                <a:path w="2686050" h="1495425">
                  <a:moveTo>
                    <a:pt x="504824" y="952500"/>
                  </a:moveTo>
                  <a:lnTo>
                    <a:pt x="609599" y="847725"/>
                  </a:lnTo>
                </a:path>
                <a:path w="2686050" h="1495425">
                  <a:moveTo>
                    <a:pt x="104774" y="1457325"/>
                  </a:moveTo>
                  <a:lnTo>
                    <a:pt x="0" y="1352550"/>
                  </a:lnTo>
                </a:path>
                <a:path w="2686050" h="1495425">
                  <a:moveTo>
                    <a:pt x="0" y="1457325"/>
                  </a:moveTo>
                  <a:lnTo>
                    <a:pt x="104774" y="1352550"/>
                  </a:lnTo>
                </a:path>
                <a:path w="2686050" h="1495425">
                  <a:moveTo>
                    <a:pt x="1552574" y="942975"/>
                  </a:moveTo>
                  <a:lnTo>
                    <a:pt x="1447799" y="838200"/>
                  </a:lnTo>
                </a:path>
                <a:path w="2686050" h="1495425">
                  <a:moveTo>
                    <a:pt x="1447799" y="942975"/>
                  </a:moveTo>
                  <a:lnTo>
                    <a:pt x="1552574" y="838200"/>
                  </a:lnTo>
                </a:path>
                <a:path w="2686050" h="1495425">
                  <a:moveTo>
                    <a:pt x="609599" y="1200150"/>
                  </a:moveTo>
                  <a:lnTo>
                    <a:pt x="504824" y="1095375"/>
                  </a:lnTo>
                </a:path>
                <a:path w="2686050" h="1495425">
                  <a:moveTo>
                    <a:pt x="504824" y="1200150"/>
                  </a:moveTo>
                  <a:lnTo>
                    <a:pt x="609599" y="1095375"/>
                  </a:lnTo>
                </a:path>
              </a:pathLst>
            </a:custGeom>
            <a:ln w="25400">
              <a:solidFill>
                <a:srgbClr val="C00000"/>
              </a:solidFill>
            </a:ln>
          </p:spPr>
          <p:txBody>
            <a:bodyPr wrap="square" lIns="0" tIns="0" rIns="0" bIns="0" rtlCol="0"/>
            <a:lstStyle/>
            <a:p>
              <a:endParaRPr sz="2400"/>
            </a:p>
          </p:txBody>
        </p:sp>
      </p:grpSp>
      <p:sp>
        <p:nvSpPr>
          <p:cNvPr id="11" name="object 11"/>
          <p:cNvSpPr txBox="1"/>
          <p:nvPr/>
        </p:nvSpPr>
        <p:spPr>
          <a:xfrm>
            <a:off x="2314788" y="3450082"/>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2" name="object 12"/>
          <p:cNvSpPr txBox="1"/>
          <p:nvPr/>
        </p:nvSpPr>
        <p:spPr>
          <a:xfrm>
            <a:off x="2014220" y="2886371"/>
            <a:ext cx="491067"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100</a:t>
            </a:r>
            <a:endParaRPr sz="2068">
              <a:latin typeface="Cambria Math"/>
              <a:cs typeface="Cambria Math"/>
            </a:endParaRPr>
          </a:p>
        </p:txBody>
      </p:sp>
      <p:sp>
        <p:nvSpPr>
          <p:cNvPr id="13" name="object 13"/>
          <p:cNvSpPr txBox="1"/>
          <p:nvPr/>
        </p:nvSpPr>
        <p:spPr>
          <a:xfrm>
            <a:off x="2051475" y="2417654"/>
            <a:ext cx="491067"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200</a:t>
            </a:r>
            <a:endParaRPr sz="2068">
              <a:latin typeface="Cambria Math"/>
              <a:cs typeface="Cambria Math"/>
            </a:endParaRPr>
          </a:p>
        </p:txBody>
      </p:sp>
      <p:sp>
        <p:nvSpPr>
          <p:cNvPr id="14" name="object 14"/>
          <p:cNvSpPr txBox="1"/>
          <p:nvPr/>
        </p:nvSpPr>
        <p:spPr>
          <a:xfrm>
            <a:off x="2014220" y="1757682"/>
            <a:ext cx="491067" cy="340459"/>
          </a:xfrm>
          <a:prstGeom prst="rect">
            <a:avLst/>
          </a:prstGeom>
        </p:spPr>
        <p:txBody>
          <a:bodyPr vert="horz" wrap="square" lIns="0" tIns="22015" rIns="0" bIns="0" rtlCol="0">
            <a:spAutoFit/>
          </a:bodyPr>
          <a:lstStyle/>
          <a:p>
            <a:pPr marL="16933">
              <a:spcBef>
                <a:spcPts val="175"/>
              </a:spcBef>
            </a:pPr>
            <a:r>
              <a:rPr sz="2068" spc="53" dirty="0">
                <a:latin typeface="Cambria Math"/>
                <a:cs typeface="Cambria Math"/>
              </a:rPr>
              <a:t>300</a:t>
            </a:r>
            <a:endParaRPr sz="2068">
              <a:latin typeface="Cambria Math"/>
              <a:cs typeface="Cambria Math"/>
            </a:endParaRPr>
          </a:p>
        </p:txBody>
      </p:sp>
      <p:sp>
        <p:nvSpPr>
          <p:cNvPr id="15" name="object 15"/>
          <p:cNvSpPr txBox="1"/>
          <p:nvPr/>
        </p:nvSpPr>
        <p:spPr>
          <a:xfrm>
            <a:off x="2634490" y="3792982"/>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6" name="object 16"/>
          <p:cNvSpPr txBox="1"/>
          <p:nvPr/>
        </p:nvSpPr>
        <p:spPr>
          <a:xfrm>
            <a:off x="4310719" y="3617083"/>
            <a:ext cx="2011680" cy="971462"/>
          </a:xfrm>
          <a:prstGeom prst="rect">
            <a:avLst/>
          </a:prstGeom>
        </p:spPr>
        <p:txBody>
          <a:bodyPr vert="horz" wrap="square" lIns="0" tIns="197273" rIns="0" bIns="0" rtlCol="0">
            <a:spAutoFit/>
          </a:bodyPr>
          <a:lstStyle/>
          <a:p>
            <a:pPr marL="50797">
              <a:spcBef>
                <a:spcPts val="1553"/>
              </a:spcBef>
            </a:pPr>
            <a:r>
              <a:rPr sz="2068" spc="20" dirty="0">
                <a:latin typeface="Cambria Math"/>
                <a:cs typeface="Cambria Math"/>
              </a:rPr>
              <a:t>1000</a:t>
            </a:r>
            <a:endParaRPr sz="2068" dirty="0">
              <a:latin typeface="Cambria Math"/>
              <a:cs typeface="Cambria Math"/>
            </a:endParaRPr>
          </a:p>
          <a:p>
            <a:pPr marL="579091">
              <a:spcBef>
                <a:spcPts val="1300"/>
              </a:spcBef>
            </a:pPr>
            <a:r>
              <a:rPr sz="1867" spc="15" dirty="0">
                <a:latin typeface="Verdana"/>
                <a:cs typeface="Verdana"/>
              </a:rPr>
              <a:t>s</a:t>
            </a:r>
            <a:r>
              <a:rPr sz="1867" spc="80" dirty="0">
                <a:latin typeface="Verdana"/>
                <a:cs typeface="Verdana"/>
              </a:rPr>
              <a:t>i</a:t>
            </a:r>
            <a:r>
              <a:rPr sz="1867" spc="7" dirty="0">
                <a:latin typeface="Verdana"/>
                <a:cs typeface="Verdana"/>
              </a:rPr>
              <a:t>z</a:t>
            </a:r>
            <a:r>
              <a:rPr sz="1867" spc="20" dirty="0">
                <a:latin typeface="Verdana"/>
                <a:cs typeface="Verdana"/>
              </a:rPr>
              <a:t>e</a:t>
            </a:r>
            <a:r>
              <a:rPr sz="1867" spc="-193"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33" dirty="0">
                <a:latin typeface="Verdana"/>
                <a:cs typeface="Verdana"/>
              </a:rPr>
              <a:t>f</a:t>
            </a:r>
            <a:r>
              <a:rPr sz="1867" spc="-20" dirty="0">
                <a:latin typeface="Verdana"/>
                <a:cs typeface="Verdana"/>
              </a:rPr>
              <a:t>eet</a:t>
            </a:r>
            <a:r>
              <a:rPr sz="1801" baseline="27777" dirty="0">
                <a:latin typeface="Cambria Math"/>
                <a:cs typeface="Cambria Math"/>
              </a:rPr>
              <a:t>2</a:t>
            </a:r>
          </a:p>
        </p:txBody>
      </p:sp>
      <p:sp>
        <p:nvSpPr>
          <p:cNvPr id="17" name="object 17"/>
          <p:cNvSpPr txBox="1"/>
          <p:nvPr/>
        </p:nvSpPr>
        <p:spPr>
          <a:xfrm>
            <a:off x="6280237" y="3792980"/>
            <a:ext cx="627380"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20</a:t>
            </a:r>
            <a:r>
              <a:rPr sz="2068" spc="-47" dirty="0">
                <a:latin typeface="Cambria Math"/>
                <a:cs typeface="Cambria Math"/>
              </a:rPr>
              <a:t>0</a:t>
            </a:r>
            <a:r>
              <a:rPr sz="2068" spc="20" dirty="0">
                <a:latin typeface="Cambria Math"/>
                <a:cs typeface="Cambria Math"/>
              </a:rPr>
              <a:t>0</a:t>
            </a:r>
            <a:endParaRPr sz="2068">
              <a:latin typeface="Cambria Math"/>
              <a:cs typeface="Cambria Math"/>
            </a:endParaRPr>
          </a:p>
        </p:txBody>
      </p:sp>
      <p:sp>
        <p:nvSpPr>
          <p:cNvPr id="18" name="object 18"/>
          <p:cNvSpPr txBox="1"/>
          <p:nvPr/>
        </p:nvSpPr>
        <p:spPr>
          <a:xfrm>
            <a:off x="8216055" y="3792980"/>
            <a:ext cx="626533"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30</a:t>
            </a:r>
            <a:r>
              <a:rPr sz="2068" spc="-47" dirty="0">
                <a:latin typeface="Cambria Math"/>
                <a:cs typeface="Cambria Math"/>
              </a:rPr>
              <a:t>0</a:t>
            </a:r>
            <a:r>
              <a:rPr sz="2068" spc="20" dirty="0">
                <a:latin typeface="Cambria Math"/>
                <a:cs typeface="Cambria Math"/>
              </a:rPr>
              <a:t>0</a:t>
            </a:r>
            <a:endParaRPr sz="2068">
              <a:latin typeface="Cambria Math"/>
              <a:cs typeface="Cambria Math"/>
            </a:endParaRPr>
          </a:p>
        </p:txBody>
      </p:sp>
      <p:sp>
        <p:nvSpPr>
          <p:cNvPr id="23" name="object 23"/>
          <p:cNvSpPr/>
          <p:nvPr/>
        </p:nvSpPr>
        <p:spPr>
          <a:xfrm>
            <a:off x="4154679" y="912662"/>
            <a:ext cx="4238413" cy="2015066"/>
          </a:xfrm>
          <a:custGeom>
            <a:avLst/>
            <a:gdLst/>
            <a:ahLst/>
            <a:cxnLst/>
            <a:rect l="l" t="t" r="r" b="b"/>
            <a:pathLst>
              <a:path w="3178810" h="1511300">
                <a:moveTo>
                  <a:pt x="0" y="1511045"/>
                </a:moveTo>
                <a:lnTo>
                  <a:pt x="3178429" y="0"/>
                </a:lnTo>
              </a:path>
            </a:pathLst>
          </a:custGeom>
          <a:ln w="31750">
            <a:solidFill>
              <a:srgbClr val="4285F4"/>
            </a:solidFill>
          </a:ln>
        </p:spPr>
        <p:txBody>
          <a:bodyPr wrap="square" lIns="0" tIns="0" rIns="0" bIns="0" rtlCol="0"/>
          <a:lstStyle/>
          <a:p>
            <a:pPr marL="0" algn="r" defTabSz="457200" rtl="1" eaLnBrk="1" latinLnBrk="0" hangingPunct="1"/>
            <a:endParaRPr sz="2400"/>
          </a:p>
        </p:txBody>
      </p:sp>
      <p:sp>
        <p:nvSpPr>
          <p:cNvPr id="25" name="object 25"/>
          <p:cNvSpPr txBox="1"/>
          <p:nvPr/>
        </p:nvSpPr>
        <p:spPr>
          <a:xfrm>
            <a:off x="2014221" y="630344"/>
            <a:ext cx="3103881" cy="906231"/>
          </a:xfrm>
          <a:prstGeom prst="rect">
            <a:avLst/>
          </a:prstGeom>
        </p:spPr>
        <p:txBody>
          <a:bodyPr vert="horz" wrap="square" lIns="0" tIns="21167" rIns="0" bIns="0" rtlCol="0">
            <a:spAutoFit/>
          </a:bodyPr>
          <a:lstStyle/>
          <a:p>
            <a:pPr marL="16933">
              <a:lnSpc>
                <a:spcPts val="2441"/>
              </a:lnSpc>
              <a:spcBef>
                <a:spcPts val="167"/>
              </a:spcBef>
            </a:pPr>
            <a:r>
              <a:rPr sz="2068" spc="53" dirty="0">
                <a:latin typeface="Cambria Math"/>
                <a:cs typeface="Cambria Math"/>
              </a:rPr>
              <a:t>500</a:t>
            </a:r>
            <a:endParaRPr sz="2068">
              <a:latin typeface="Cambria Math"/>
              <a:cs typeface="Cambria Math"/>
            </a:endParaRPr>
          </a:p>
          <a:p>
            <a:pPr marL="816992">
              <a:lnSpc>
                <a:spcPts val="2219"/>
              </a:lnSpc>
            </a:pPr>
            <a:r>
              <a:rPr sz="2068" spc="27" dirty="0">
                <a:solidFill>
                  <a:srgbClr val="0070C0"/>
                </a:solidFill>
                <a:latin typeface="Verdana"/>
                <a:cs typeface="Verdana"/>
              </a:rPr>
              <a:t>linear</a:t>
            </a:r>
            <a:r>
              <a:rPr sz="2068" spc="-100" dirty="0">
                <a:solidFill>
                  <a:srgbClr val="0070C0"/>
                </a:solidFill>
                <a:latin typeface="Verdana"/>
                <a:cs typeface="Verdana"/>
              </a:rPr>
              <a:t> </a:t>
            </a:r>
            <a:r>
              <a:rPr sz="2068" spc="33" dirty="0">
                <a:solidFill>
                  <a:srgbClr val="0070C0"/>
                </a:solidFill>
                <a:latin typeface="Verdana"/>
                <a:cs typeface="Verdana"/>
              </a:rPr>
              <a:t>regression</a:t>
            </a:r>
            <a:endParaRPr sz="2068">
              <a:latin typeface="Verdana"/>
              <a:cs typeface="Verdana"/>
            </a:endParaRPr>
          </a:p>
          <a:p>
            <a:pPr marL="16933">
              <a:lnSpc>
                <a:spcPts val="2260"/>
              </a:lnSpc>
            </a:pPr>
            <a:r>
              <a:rPr sz="2068" spc="53" dirty="0">
                <a:latin typeface="Cambria Math"/>
                <a:cs typeface="Cambria Math"/>
              </a:rPr>
              <a:t>400</a:t>
            </a:r>
            <a:endParaRPr sz="2068">
              <a:latin typeface="Cambria Math"/>
              <a:cs typeface="Cambria Math"/>
            </a:endParaRPr>
          </a:p>
        </p:txBody>
      </p:sp>
      <p:cxnSp>
        <p:nvCxnSpPr>
          <p:cNvPr id="47" name="Straight Arrow Connector 46">
            <a:extLst>
              <a:ext uri="{FF2B5EF4-FFF2-40B4-BE49-F238E27FC236}">
                <a16:creationId xmlns:a16="http://schemas.microsoft.com/office/drawing/2014/main" id="{2822DE7F-E0BB-13F9-262E-A9FA612BC565}"/>
              </a:ext>
            </a:extLst>
          </p:cNvPr>
          <p:cNvCxnSpPr>
            <a:cxnSpLocks/>
            <a:stCxn id="48" idx="1"/>
          </p:cNvCxnSpPr>
          <p:nvPr/>
        </p:nvCxnSpPr>
        <p:spPr>
          <a:xfrm flipH="1" flipV="1">
            <a:off x="7888057" y="1956816"/>
            <a:ext cx="2398943" cy="5713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35A9D83D-22C0-8A9A-352F-CBB1C0E73DBB}"/>
              </a:ext>
            </a:extLst>
          </p:cNvPr>
          <p:cNvSpPr txBox="1"/>
          <p:nvPr/>
        </p:nvSpPr>
        <p:spPr>
          <a:xfrm>
            <a:off x="10287000" y="2066544"/>
            <a:ext cx="1697260" cy="923330"/>
          </a:xfrm>
          <a:prstGeom prst="rect">
            <a:avLst/>
          </a:prstGeom>
          <a:noFill/>
        </p:spPr>
        <p:txBody>
          <a:bodyPr wrap="none" rtlCol="0">
            <a:spAutoFit/>
          </a:bodyPr>
          <a:lstStyle/>
          <a:p>
            <a:r>
              <a:rPr lang="en-PS" dirty="0"/>
              <a:t>each data point </a:t>
            </a:r>
          </a:p>
          <a:p>
            <a:r>
              <a:rPr lang="en-PS" dirty="0"/>
              <a:t>is a house size</a:t>
            </a:r>
          </a:p>
          <a:p>
            <a:r>
              <a:rPr lang="en-PS" dirty="0"/>
              <a:t>with the price</a:t>
            </a:r>
          </a:p>
        </p:txBody>
      </p:sp>
      <p:cxnSp>
        <p:nvCxnSpPr>
          <p:cNvPr id="51" name="Straight Arrow Connector 50">
            <a:extLst>
              <a:ext uri="{FF2B5EF4-FFF2-40B4-BE49-F238E27FC236}">
                <a16:creationId xmlns:a16="http://schemas.microsoft.com/office/drawing/2014/main" id="{4272AE52-7349-7239-1982-2577BF07F5D5}"/>
              </a:ext>
            </a:extLst>
          </p:cNvPr>
          <p:cNvCxnSpPr/>
          <p:nvPr/>
        </p:nvCxnSpPr>
        <p:spPr>
          <a:xfrm>
            <a:off x="3566160" y="1261872"/>
            <a:ext cx="740497" cy="1624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4DBFA207-82B6-2879-A47E-840926ACC920}"/>
              </a:ext>
            </a:extLst>
          </p:cNvPr>
          <p:cNvSpPr txBox="1"/>
          <p:nvPr/>
        </p:nvSpPr>
        <p:spPr>
          <a:xfrm>
            <a:off x="4990187" y="3785540"/>
            <a:ext cx="652743" cy="369332"/>
          </a:xfrm>
          <a:prstGeom prst="rect">
            <a:avLst/>
          </a:prstGeom>
          <a:noFill/>
        </p:spPr>
        <p:txBody>
          <a:bodyPr wrap="none" rtlCol="0">
            <a:spAutoFit/>
          </a:bodyPr>
          <a:lstStyle/>
          <a:p>
            <a:r>
              <a:rPr lang="en-PS" dirty="0">
                <a:solidFill>
                  <a:srgbClr val="FF0000"/>
                </a:solidFill>
              </a:rPr>
              <a:t>1250</a:t>
            </a:r>
          </a:p>
        </p:txBody>
      </p:sp>
      <p:cxnSp>
        <p:nvCxnSpPr>
          <p:cNvPr id="55" name="Straight Connector 54">
            <a:extLst>
              <a:ext uri="{FF2B5EF4-FFF2-40B4-BE49-F238E27FC236}">
                <a16:creationId xmlns:a16="http://schemas.microsoft.com/office/drawing/2014/main" id="{72BC1054-C160-3A5B-DBB3-D91C8FF26897}"/>
              </a:ext>
            </a:extLst>
          </p:cNvPr>
          <p:cNvCxnSpPr/>
          <p:nvPr/>
        </p:nvCxnSpPr>
        <p:spPr>
          <a:xfrm flipV="1">
            <a:off x="5262541" y="2452955"/>
            <a:ext cx="0" cy="116412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83A8332-37B1-5535-139D-261573ED3BA1}"/>
              </a:ext>
            </a:extLst>
          </p:cNvPr>
          <p:cNvCxnSpPr>
            <a:cxnSpLocks/>
          </p:cNvCxnSpPr>
          <p:nvPr/>
        </p:nvCxnSpPr>
        <p:spPr>
          <a:xfrm flipH="1">
            <a:off x="2724237" y="2399917"/>
            <a:ext cx="2512565"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3B09E67B-6687-C0F5-CA2D-DC6159B2FA1A}"/>
              </a:ext>
            </a:extLst>
          </p:cNvPr>
          <p:cNvSpPr txBox="1"/>
          <p:nvPr/>
        </p:nvSpPr>
        <p:spPr>
          <a:xfrm>
            <a:off x="2032611" y="2134582"/>
            <a:ext cx="708848" cy="369332"/>
          </a:xfrm>
          <a:prstGeom prst="rect">
            <a:avLst/>
          </a:prstGeom>
          <a:noFill/>
        </p:spPr>
        <p:txBody>
          <a:bodyPr wrap="none" rtlCol="0">
            <a:spAutoFit/>
          </a:bodyPr>
          <a:lstStyle/>
          <a:p>
            <a:r>
              <a:rPr lang="en-PS" dirty="0">
                <a:solidFill>
                  <a:srgbClr val="FF0000"/>
                </a:solidFill>
              </a:rPr>
              <a:t>220 K</a:t>
            </a:r>
          </a:p>
        </p:txBody>
      </p:sp>
      <p:sp>
        <p:nvSpPr>
          <p:cNvPr id="60" name="Right Arrow 59">
            <a:extLst>
              <a:ext uri="{FF2B5EF4-FFF2-40B4-BE49-F238E27FC236}">
                <a16:creationId xmlns:a16="http://schemas.microsoft.com/office/drawing/2014/main" id="{2C928848-7C8B-60B5-CB5A-6B7551EFB955}"/>
              </a:ext>
            </a:extLst>
          </p:cNvPr>
          <p:cNvSpPr/>
          <p:nvPr/>
        </p:nvSpPr>
        <p:spPr>
          <a:xfrm>
            <a:off x="5190578" y="5340420"/>
            <a:ext cx="871218" cy="2332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61" name="Slide Number Placeholder 60">
            <a:extLst>
              <a:ext uri="{FF2B5EF4-FFF2-40B4-BE49-F238E27FC236}">
                <a16:creationId xmlns:a16="http://schemas.microsoft.com/office/drawing/2014/main" id="{9C52E272-5E46-335B-555E-E6EF1929675F}"/>
              </a:ext>
            </a:extLst>
          </p:cNvPr>
          <p:cNvSpPr>
            <a:spLocks noGrp="1"/>
          </p:cNvSpPr>
          <p:nvPr>
            <p:ph type="sldNum" sz="quarter" idx="12"/>
          </p:nvPr>
        </p:nvSpPr>
        <p:spPr/>
        <p:txBody>
          <a:bodyPr/>
          <a:lstStyle/>
          <a:p>
            <a:fld id="{233E71FE-A542-4040-BA29-68F56A442EAC}" type="slidenum">
              <a:rPr lang="en-PS" smtClean="0"/>
              <a:t>4</a:t>
            </a:fld>
            <a:endParaRPr lang="en-P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308027" y="416808"/>
            <a:ext cx="10627441" cy="520828"/>
          </a:xfrm>
          <a:prstGeom prst="rect">
            <a:avLst/>
          </a:prstGeom>
        </p:spPr>
        <p:txBody>
          <a:bodyPr vert="horz" wrap="square" lIns="0" tIns="22015" rIns="0" bIns="0" rtlCol="0" anchor="ctr">
            <a:spAutoFit/>
          </a:bodyPr>
          <a:lstStyle/>
          <a:p>
            <a:pPr marL="16933">
              <a:spcBef>
                <a:spcPts val="175"/>
              </a:spcBef>
            </a:pPr>
            <a:r>
              <a:rPr lang="en-GB" sz="3600" dirty="0"/>
              <a:t>Example of Linear Regression Model: House</a:t>
            </a:r>
            <a:r>
              <a:rPr lang="en-GB" sz="3600" spc="-73" dirty="0"/>
              <a:t> </a:t>
            </a:r>
            <a:r>
              <a:rPr lang="en-GB" sz="3600" dirty="0"/>
              <a:t>price </a:t>
            </a:r>
            <a:r>
              <a:rPr lang="en-GB" sz="3600" spc="-80" dirty="0"/>
              <a:t> </a:t>
            </a:r>
            <a:r>
              <a:rPr lang="en-GB" sz="3600" spc="15" dirty="0"/>
              <a:t>vs.</a:t>
            </a:r>
            <a:r>
              <a:rPr lang="en-GB" sz="3600" spc="-60" dirty="0"/>
              <a:t> </a:t>
            </a:r>
            <a:r>
              <a:rPr lang="en-GB" sz="3600" spc="15" dirty="0"/>
              <a:t>Size</a:t>
            </a:r>
            <a:endParaRPr sz="3600" dirty="0">
              <a:solidFill>
                <a:srgbClr val="0432FF"/>
              </a:solidFill>
            </a:endParaRPr>
          </a:p>
        </p:txBody>
      </p:sp>
      <p:grpSp>
        <p:nvGrpSpPr>
          <p:cNvPr id="39" name="Group 38">
            <a:extLst>
              <a:ext uri="{FF2B5EF4-FFF2-40B4-BE49-F238E27FC236}">
                <a16:creationId xmlns:a16="http://schemas.microsoft.com/office/drawing/2014/main" id="{C8526D54-BD38-BFA5-EE95-8AC41C2409B8}"/>
              </a:ext>
            </a:extLst>
          </p:cNvPr>
          <p:cNvGrpSpPr/>
          <p:nvPr/>
        </p:nvGrpSpPr>
        <p:grpSpPr>
          <a:xfrm>
            <a:off x="5013415" y="2038144"/>
            <a:ext cx="6943939" cy="4242354"/>
            <a:chOff x="144356" y="543985"/>
            <a:chExt cx="6943939" cy="4242354"/>
          </a:xfrm>
        </p:grpSpPr>
        <p:grpSp>
          <p:nvGrpSpPr>
            <p:cNvPr id="2" name="object 2"/>
            <p:cNvGrpSpPr/>
            <p:nvPr/>
          </p:nvGrpSpPr>
          <p:grpSpPr>
            <a:xfrm>
              <a:off x="880534" y="961718"/>
              <a:ext cx="5930900" cy="3017520"/>
              <a:chOff x="647700" y="756666"/>
              <a:chExt cx="4448175" cy="2263140"/>
            </a:xfrm>
          </p:grpSpPr>
          <p:sp>
            <p:nvSpPr>
              <p:cNvPr id="3" name="object 3"/>
              <p:cNvSpPr/>
              <p:nvPr/>
            </p:nvSpPr>
            <p:spPr>
              <a:xfrm>
                <a:off x="661987" y="823976"/>
                <a:ext cx="4420235" cy="2181225"/>
              </a:xfrm>
              <a:custGeom>
                <a:avLst/>
                <a:gdLst/>
                <a:ahLst/>
                <a:cxnLst/>
                <a:rect l="l" t="t" r="r" b="b"/>
                <a:pathLst>
                  <a:path w="4420235" h="2181225">
                    <a:moveTo>
                      <a:pt x="66675" y="1695450"/>
                    </a:moveTo>
                    <a:lnTo>
                      <a:pt x="4419663" y="1695450"/>
                    </a:lnTo>
                  </a:path>
                  <a:path w="4420235" h="2181225">
                    <a:moveTo>
                      <a:pt x="66675" y="1266825"/>
                    </a:moveTo>
                    <a:lnTo>
                      <a:pt x="4419663" y="1266825"/>
                    </a:lnTo>
                  </a:path>
                  <a:path w="4420235" h="2181225">
                    <a:moveTo>
                      <a:pt x="66675" y="847725"/>
                    </a:moveTo>
                    <a:lnTo>
                      <a:pt x="4419663" y="847725"/>
                    </a:lnTo>
                  </a:path>
                  <a:path w="4420235" h="2181225">
                    <a:moveTo>
                      <a:pt x="66675" y="428625"/>
                    </a:moveTo>
                    <a:lnTo>
                      <a:pt x="4419663" y="428625"/>
                    </a:lnTo>
                  </a:path>
                  <a:path w="4420235" h="2181225">
                    <a:moveTo>
                      <a:pt x="66675" y="0"/>
                    </a:moveTo>
                    <a:lnTo>
                      <a:pt x="4419663" y="0"/>
                    </a:lnTo>
                  </a:path>
                  <a:path w="4420235" h="2181225">
                    <a:moveTo>
                      <a:pt x="66675" y="2114550"/>
                    </a:moveTo>
                    <a:lnTo>
                      <a:pt x="66675" y="0"/>
                    </a:lnTo>
                  </a:path>
                  <a:path w="4420235" h="2181225">
                    <a:moveTo>
                      <a:pt x="0" y="2114550"/>
                    </a:moveTo>
                    <a:lnTo>
                      <a:pt x="66675" y="2114550"/>
                    </a:lnTo>
                  </a:path>
                  <a:path w="4420235" h="2181225">
                    <a:moveTo>
                      <a:pt x="0" y="1695450"/>
                    </a:moveTo>
                    <a:lnTo>
                      <a:pt x="66675" y="1695450"/>
                    </a:lnTo>
                  </a:path>
                  <a:path w="4420235" h="2181225">
                    <a:moveTo>
                      <a:pt x="0" y="1266825"/>
                    </a:moveTo>
                    <a:lnTo>
                      <a:pt x="66675" y="1266825"/>
                    </a:lnTo>
                  </a:path>
                  <a:path w="4420235" h="2181225">
                    <a:moveTo>
                      <a:pt x="0" y="847725"/>
                    </a:moveTo>
                    <a:lnTo>
                      <a:pt x="66675" y="847725"/>
                    </a:lnTo>
                  </a:path>
                  <a:path w="4420235" h="2181225">
                    <a:moveTo>
                      <a:pt x="0" y="428625"/>
                    </a:moveTo>
                    <a:lnTo>
                      <a:pt x="66675" y="428625"/>
                    </a:lnTo>
                  </a:path>
                  <a:path w="4420235" h="2181225">
                    <a:moveTo>
                      <a:pt x="0" y="0"/>
                    </a:moveTo>
                    <a:lnTo>
                      <a:pt x="66675" y="0"/>
                    </a:lnTo>
                  </a:path>
                  <a:path w="4420235" h="2181225">
                    <a:moveTo>
                      <a:pt x="66675" y="2114550"/>
                    </a:moveTo>
                    <a:lnTo>
                      <a:pt x="4419663" y="2114550"/>
                    </a:lnTo>
                  </a:path>
                  <a:path w="4420235" h="2181225">
                    <a:moveTo>
                      <a:pt x="66675" y="2114550"/>
                    </a:moveTo>
                    <a:lnTo>
                      <a:pt x="66675" y="2181225"/>
                    </a:lnTo>
                  </a:path>
                  <a:path w="4420235" h="2181225">
                    <a:moveTo>
                      <a:pt x="1514538" y="2114550"/>
                    </a:moveTo>
                    <a:lnTo>
                      <a:pt x="1514538" y="2181225"/>
                    </a:lnTo>
                  </a:path>
                  <a:path w="4420235" h="2181225">
                    <a:moveTo>
                      <a:pt x="2962338" y="2114550"/>
                    </a:moveTo>
                    <a:lnTo>
                      <a:pt x="2962338" y="2181225"/>
                    </a:lnTo>
                  </a:path>
                  <a:path w="4420235" h="2181225">
                    <a:moveTo>
                      <a:pt x="4419663" y="2114550"/>
                    </a:moveTo>
                    <a:lnTo>
                      <a:pt x="4419663" y="2181225"/>
                    </a:lnTo>
                  </a:path>
                  <a:path w="4420235" h="2181225">
                    <a:moveTo>
                      <a:pt x="66675" y="1695450"/>
                    </a:moveTo>
                    <a:lnTo>
                      <a:pt x="4419663" y="1695450"/>
                    </a:lnTo>
                  </a:path>
                  <a:path w="4420235" h="2181225">
                    <a:moveTo>
                      <a:pt x="66675" y="1266825"/>
                    </a:moveTo>
                    <a:lnTo>
                      <a:pt x="4419663" y="1266825"/>
                    </a:lnTo>
                  </a:path>
                  <a:path w="4420235" h="2181225">
                    <a:moveTo>
                      <a:pt x="66675" y="847725"/>
                    </a:moveTo>
                    <a:lnTo>
                      <a:pt x="4419663" y="847725"/>
                    </a:lnTo>
                  </a:path>
                  <a:path w="4420235" h="2181225">
                    <a:moveTo>
                      <a:pt x="66675" y="428625"/>
                    </a:moveTo>
                    <a:lnTo>
                      <a:pt x="4419663" y="428625"/>
                    </a:lnTo>
                  </a:path>
                  <a:path w="4420235" h="2181225">
                    <a:moveTo>
                      <a:pt x="66675" y="0"/>
                    </a:moveTo>
                    <a:lnTo>
                      <a:pt x="4419663" y="0"/>
                    </a:lnTo>
                  </a:path>
                </a:pathLst>
              </a:custGeom>
              <a:ln w="9525">
                <a:solidFill>
                  <a:srgbClr val="868686"/>
                </a:solidFill>
              </a:ln>
            </p:spPr>
            <p:txBody>
              <a:bodyPr wrap="square" lIns="0" tIns="0" rIns="0" bIns="0" rtlCol="0"/>
              <a:lstStyle/>
              <a:p>
                <a:endParaRPr sz="2400"/>
              </a:p>
            </p:txBody>
          </p:sp>
          <p:sp>
            <p:nvSpPr>
              <p:cNvPr id="4" name="object 4"/>
              <p:cNvSpPr/>
              <p:nvPr/>
            </p:nvSpPr>
            <p:spPr>
              <a:xfrm>
                <a:off x="666750" y="828675"/>
                <a:ext cx="4410075" cy="2171700"/>
              </a:xfrm>
              <a:custGeom>
                <a:avLst/>
                <a:gdLst/>
                <a:ahLst/>
                <a:cxnLst/>
                <a:rect l="l" t="t" r="r" b="b"/>
                <a:pathLst>
                  <a:path w="4410075" h="2171700">
                    <a:moveTo>
                      <a:pt x="57150" y="2114550"/>
                    </a:moveTo>
                    <a:lnTo>
                      <a:pt x="57150" y="0"/>
                    </a:lnTo>
                  </a:path>
                  <a:path w="4410075" h="2171700">
                    <a:moveTo>
                      <a:pt x="0" y="2114550"/>
                    </a:moveTo>
                    <a:lnTo>
                      <a:pt x="123825" y="2114550"/>
                    </a:lnTo>
                  </a:path>
                  <a:path w="4410075" h="2171700">
                    <a:moveTo>
                      <a:pt x="0" y="1685925"/>
                    </a:moveTo>
                    <a:lnTo>
                      <a:pt x="123825" y="1685925"/>
                    </a:lnTo>
                  </a:path>
                  <a:path w="4410075" h="2171700">
                    <a:moveTo>
                      <a:pt x="0" y="1266825"/>
                    </a:moveTo>
                    <a:lnTo>
                      <a:pt x="123825" y="1266825"/>
                    </a:lnTo>
                  </a:path>
                  <a:path w="4410075" h="2171700">
                    <a:moveTo>
                      <a:pt x="0" y="847725"/>
                    </a:moveTo>
                    <a:lnTo>
                      <a:pt x="123825" y="847725"/>
                    </a:lnTo>
                  </a:path>
                  <a:path w="4410075" h="2171700">
                    <a:moveTo>
                      <a:pt x="0" y="0"/>
                    </a:moveTo>
                    <a:lnTo>
                      <a:pt x="123825" y="0"/>
                    </a:lnTo>
                  </a:path>
                  <a:path w="4410075" h="2171700">
                    <a:moveTo>
                      <a:pt x="57150" y="2114550"/>
                    </a:moveTo>
                    <a:lnTo>
                      <a:pt x="4410075" y="2114550"/>
                    </a:lnTo>
                  </a:path>
                  <a:path w="4410075" h="2171700">
                    <a:moveTo>
                      <a:pt x="57150" y="2047875"/>
                    </a:moveTo>
                    <a:lnTo>
                      <a:pt x="57150" y="2171700"/>
                    </a:lnTo>
                  </a:path>
                  <a:path w="4410075" h="2171700">
                    <a:moveTo>
                      <a:pt x="1514475" y="2047875"/>
                    </a:moveTo>
                    <a:lnTo>
                      <a:pt x="1514475" y="2171700"/>
                    </a:lnTo>
                  </a:path>
                  <a:path w="4410075" h="2171700">
                    <a:moveTo>
                      <a:pt x="2962275" y="2047875"/>
                    </a:moveTo>
                    <a:lnTo>
                      <a:pt x="2962275" y="2171700"/>
                    </a:lnTo>
                  </a:path>
                  <a:path w="4410075" h="2171700">
                    <a:moveTo>
                      <a:pt x="4410075" y="2047875"/>
                    </a:moveTo>
                    <a:lnTo>
                      <a:pt x="4410075" y="2171700"/>
                    </a:lnTo>
                  </a:path>
                </a:pathLst>
              </a:custGeom>
              <a:ln w="38100">
                <a:solidFill>
                  <a:srgbClr val="000000"/>
                </a:solidFill>
              </a:ln>
            </p:spPr>
            <p:txBody>
              <a:bodyPr wrap="square" lIns="0" tIns="0" rIns="0" bIns="0" rtlCol="0"/>
              <a:lstStyle/>
              <a:p>
                <a:endParaRPr sz="2400"/>
              </a:p>
            </p:txBody>
          </p:sp>
          <p:sp>
            <p:nvSpPr>
              <p:cNvPr id="5" name="object 5"/>
              <p:cNvSpPr/>
              <p:nvPr/>
            </p:nvSpPr>
            <p:spPr>
              <a:xfrm>
                <a:off x="1915667" y="769366"/>
                <a:ext cx="2686050" cy="1504950"/>
              </a:xfrm>
              <a:custGeom>
                <a:avLst/>
                <a:gdLst/>
                <a:ahLst/>
                <a:cxnLst/>
                <a:rect l="l" t="t" r="r" b="b"/>
                <a:pathLst>
                  <a:path w="2686050" h="1504950">
                    <a:moveTo>
                      <a:pt x="1914524" y="533400"/>
                    </a:moveTo>
                    <a:lnTo>
                      <a:pt x="1809749" y="428625"/>
                    </a:lnTo>
                  </a:path>
                  <a:path w="2686050" h="1504950">
                    <a:moveTo>
                      <a:pt x="1809749" y="533400"/>
                    </a:moveTo>
                    <a:lnTo>
                      <a:pt x="1914524" y="428625"/>
                    </a:lnTo>
                  </a:path>
                  <a:path w="2686050" h="1504950">
                    <a:moveTo>
                      <a:pt x="1190625" y="828675"/>
                    </a:moveTo>
                    <a:lnTo>
                      <a:pt x="1085850" y="723900"/>
                    </a:lnTo>
                  </a:path>
                  <a:path w="2686050" h="1504950">
                    <a:moveTo>
                      <a:pt x="1085850" y="828675"/>
                    </a:moveTo>
                    <a:lnTo>
                      <a:pt x="1190625" y="723900"/>
                    </a:lnTo>
                  </a:path>
                  <a:path w="2686050" h="1504950">
                    <a:moveTo>
                      <a:pt x="2343149" y="666750"/>
                    </a:moveTo>
                    <a:lnTo>
                      <a:pt x="2238374" y="561975"/>
                    </a:lnTo>
                  </a:path>
                  <a:path w="2686050" h="1504950">
                    <a:moveTo>
                      <a:pt x="2238374" y="666750"/>
                    </a:moveTo>
                    <a:lnTo>
                      <a:pt x="2343149" y="561975"/>
                    </a:lnTo>
                  </a:path>
                  <a:path w="2686050" h="1504950">
                    <a:moveTo>
                      <a:pt x="923925" y="1238250"/>
                    </a:moveTo>
                    <a:lnTo>
                      <a:pt x="819150" y="1133475"/>
                    </a:lnTo>
                  </a:path>
                  <a:path w="2686050" h="1504950">
                    <a:moveTo>
                      <a:pt x="819150" y="1238250"/>
                    </a:moveTo>
                    <a:lnTo>
                      <a:pt x="923925" y="1133475"/>
                    </a:lnTo>
                  </a:path>
                  <a:path w="2686050" h="1504950">
                    <a:moveTo>
                      <a:pt x="1743074" y="952500"/>
                    </a:moveTo>
                    <a:lnTo>
                      <a:pt x="1638299" y="847725"/>
                    </a:lnTo>
                  </a:path>
                  <a:path w="2686050" h="1504950">
                    <a:moveTo>
                      <a:pt x="1638299" y="952500"/>
                    </a:moveTo>
                    <a:lnTo>
                      <a:pt x="1743074" y="847725"/>
                    </a:lnTo>
                  </a:path>
                  <a:path w="2686050" h="1504950">
                    <a:moveTo>
                      <a:pt x="1095375" y="885825"/>
                    </a:moveTo>
                    <a:lnTo>
                      <a:pt x="990600" y="781050"/>
                    </a:lnTo>
                  </a:path>
                  <a:path w="2686050" h="1504950">
                    <a:moveTo>
                      <a:pt x="990600" y="885825"/>
                    </a:moveTo>
                    <a:lnTo>
                      <a:pt x="1095375" y="781050"/>
                    </a:lnTo>
                  </a:path>
                  <a:path w="2686050" h="1504950">
                    <a:moveTo>
                      <a:pt x="933450" y="1381125"/>
                    </a:moveTo>
                    <a:lnTo>
                      <a:pt x="828675" y="1276350"/>
                    </a:lnTo>
                  </a:path>
                  <a:path w="2686050" h="1504950">
                    <a:moveTo>
                      <a:pt x="828675" y="1381125"/>
                    </a:moveTo>
                    <a:lnTo>
                      <a:pt x="933450" y="1276350"/>
                    </a:lnTo>
                  </a:path>
                  <a:path w="2686050" h="1504950">
                    <a:moveTo>
                      <a:pt x="866775" y="1323975"/>
                    </a:moveTo>
                    <a:lnTo>
                      <a:pt x="762000" y="1219200"/>
                    </a:lnTo>
                  </a:path>
                  <a:path w="2686050" h="1504950">
                    <a:moveTo>
                      <a:pt x="762000" y="1323975"/>
                    </a:moveTo>
                    <a:lnTo>
                      <a:pt x="866775" y="1219200"/>
                    </a:lnTo>
                  </a:path>
                  <a:path w="2686050" h="1504950">
                    <a:moveTo>
                      <a:pt x="1028700" y="1200150"/>
                    </a:moveTo>
                    <a:lnTo>
                      <a:pt x="923925" y="1095375"/>
                    </a:lnTo>
                  </a:path>
                  <a:path w="2686050" h="1504950">
                    <a:moveTo>
                      <a:pt x="923925" y="1200150"/>
                    </a:moveTo>
                    <a:lnTo>
                      <a:pt x="1028700" y="1095375"/>
                    </a:lnTo>
                  </a:path>
                  <a:path w="2686050" h="1504950">
                    <a:moveTo>
                      <a:pt x="1676399" y="1209675"/>
                    </a:moveTo>
                    <a:lnTo>
                      <a:pt x="1571624" y="1104900"/>
                    </a:lnTo>
                  </a:path>
                  <a:path w="2686050" h="1504950">
                    <a:moveTo>
                      <a:pt x="1571624" y="1209675"/>
                    </a:moveTo>
                    <a:lnTo>
                      <a:pt x="1676399" y="1104900"/>
                    </a:lnTo>
                  </a:path>
                  <a:path w="2686050" h="1504950">
                    <a:moveTo>
                      <a:pt x="1762124" y="752475"/>
                    </a:moveTo>
                    <a:lnTo>
                      <a:pt x="1657349" y="647700"/>
                    </a:lnTo>
                  </a:path>
                  <a:path w="2686050" h="1504950">
                    <a:moveTo>
                      <a:pt x="1657349" y="752475"/>
                    </a:moveTo>
                    <a:lnTo>
                      <a:pt x="1762124" y="647700"/>
                    </a:lnTo>
                  </a:path>
                  <a:path w="2686050" h="1504950">
                    <a:moveTo>
                      <a:pt x="1609724" y="828675"/>
                    </a:moveTo>
                    <a:lnTo>
                      <a:pt x="1504949" y="723900"/>
                    </a:lnTo>
                  </a:path>
                  <a:path w="2686050" h="1504950">
                    <a:moveTo>
                      <a:pt x="1504949" y="828675"/>
                    </a:moveTo>
                    <a:lnTo>
                      <a:pt x="1609724" y="723900"/>
                    </a:lnTo>
                  </a:path>
                  <a:path w="2686050" h="1504950">
                    <a:moveTo>
                      <a:pt x="704850" y="1123950"/>
                    </a:moveTo>
                    <a:lnTo>
                      <a:pt x="600075" y="1019175"/>
                    </a:lnTo>
                  </a:path>
                  <a:path w="2686050" h="1504950">
                    <a:moveTo>
                      <a:pt x="600075" y="1123950"/>
                    </a:moveTo>
                    <a:lnTo>
                      <a:pt x="704850" y="1019175"/>
                    </a:lnTo>
                  </a:path>
                  <a:path w="2686050" h="1504950">
                    <a:moveTo>
                      <a:pt x="2200274" y="323850"/>
                    </a:moveTo>
                    <a:lnTo>
                      <a:pt x="2095499" y="219075"/>
                    </a:lnTo>
                  </a:path>
                  <a:path w="2686050" h="1504950">
                    <a:moveTo>
                      <a:pt x="2095499" y="323850"/>
                    </a:moveTo>
                    <a:lnTo>
                      <a:pt x="2200274" y="219075"/>
                    </a:lnTo>
                  </a:path>
                  <a:path w="2686050" h="1504950">
                    <a:moveTo>
                      <a:pt x="781050" y="952500"/>
                    </a:moveTo>
                    <a:lnTo>
                      <a:pt x="676275" y="847725"/>
                    </a:lnTo>
                  </a:path>
                  <a:path w="2686050" h="1504950">
                    <a:moveTo>
                      <a:pt x="676275" y="952500"/>
                    </a:moveTo>
                    <a:lnTo>
                      <a:pt x="781050" y="847725"/>
                    </a:lnTo>
                  </a:path>
                  <a:path w="2686050" h="1504950">
                    <a:moveTo>
                      <a:pt x="657225" y="1371600"/>
                    </a:moveTo>
                    <a:lnTo>
                      <a:pt x="552450" y="1266825"/>
                    </a:lnTo>
                  </a:path>
                  <a:path w="2686050" h="1504950">
                    <a:moveTo>
                      <a:pt x="552450" y="1371600"/>
                    </a:moveTo>
                    <a:lnTo>
                      <a:pt x="657225" y="1266825"/>
                    </a:lnTo>
                  </a:path>
                  <a:path w="2686050" h="1504950">
                    <a:moveTo>
                      <a:pt x="2647949" y="104775"/>
                    </a:moveTo>
                    <a:lnTo>
                      <a:pt x="2543174" y="0"/>
                    </a:lnTo>
                  </a:path>
                  <a:path w="2686050" h="1504950">
                    <a:moveTo>
                      <a:pt x="2543174" y="104775"/>
                    </a:moveTo>
                    <a:lnTo>
                      <a:pt x="2647949" y="0"/>
                    </a:lnTo>
                  </a:path>
                  <a:path w="2686050" h="1504950">
                    <a:moveTo>
                      <a:pt x="1428749" y="1152525"/>
                    </a:moveTo>
                    <a:lnTo>
                      <a:pt x="1323975" y="1047750"/>
                    </a:lnTo>
                  </a:path>
                  <a:path w="2686050" h="1504950">
                    <a:moveTo>
                      <a:pt x="1323975" y="1152525"/>
                    </a:moveTo>
                    <a:lnTo>
                      <a:pt x="1428749" y="1047750"/>
                    </a:lnTo>
                  </a:path>
                  <a:path w="2686050" h="1504950">
                    <a:moveTo>
                      <a:pt x="1600199" y="1143000"/>
                    </a:moveTo>
                    <a:lnTo>
                      <a:pt x="1495424" y="1038225"/>
                    </a:lnTo>
                  </a:path>
                  <a:path w="2686050" h="1504950">
                    <a:moveTo>
                      <a:pt x="1495424" y="1143000"/>
                    </a:moveTo>
                    <a:lnTo>
                      <a:pt x="1600199" y="1038225"/>
                    </a:lnTo>
                  </a:path>
                  <a:path w="2686050" h="1504950">
                    <a:moveTo>
                      <a:pt x="1190625" y="1190625"/>
                    </a:moveTo>
                    <a:lnTo>
                      <a:pt x="1085850" y="1085850"/>
                    </a:lnTo>
                  </a:path>
                  <a:path w="2686050" h="1504950">
                    <a:moveTo>
                      <a:pt x="1085850" y="1190625"/>
                    </a:moveTo>
                    <a:lnTo>
                      <a:pt x="1190625" y="1085850"/>
                    </a:lnTo>
                  </a:path>
                  <a:path w="2686050" h="1504950">
                    <a:moveTo>
                      <a:pt x="1714499" y="1123950"/>
                    </a:moveTo>
                    <a:lnTo>
                      <a:pt x="1609724" y="1019175"/>
                    </a:lnTo>
                  </a:path>
                  <a:path w="2686050" h="1504950">
                    <a:moveTo>
                      <a:pt x="1609724" y="1123950"/>
                    </a:moveTo>
                    <a:lnTo>
                      <a:pt x="1714499" y="1019175"/>
                    </a:lnTo>
                  </a:path>
                  <a:path w="2686050" h="1504950">
                    <a:moveTo>
                      <a:pt x="457200" y="1162050"/>
                    </a:moveTo>
                    <a:lnTo>
                      <a:pt x="352425" y="1057275"/>
                    </a:lnTo>
                  </a:path>
                  <a:path w="2686050" h="1504950">
                    <a:moveTo>
                      <a:pt x="352425" y="1162050"/>
                    </a:moveTo>
                    <a:lnTo>
                      <a:pt x="457200" y="1057275"/>
                    </a:lnTo>
                  </a:path>
                  <a:path w="2686050" h="1504950">
                    <a:moveTo>
                      <a:pt x="981075" y="257175"/>
                    </a:moveTo>
                    <a:lnTo>
                      <a:pt x="876300" y="152400"/>
                    </a:lnTo>
                  </a:path>
                  <a:path w="2686050" h="1504950">
                    <a:moveTo>
                      <a:pt x="876300" y="257175"/>
                    </a:moveTo>
                    <a:lnTo>
                      <a:pt x="981075" y="152400"/>
                    </a:lnTo>
                  </a:path>
                  <a:path w="2686050" h="1504950">
                    <a:moveTo>
                      <a:pt x="2533649" y="238125"/>
                    </a:moveTo>
                    <a:lnTo>
                      <a:pt x="2428874" y="133350"/>
                    </a:lnTo>
                  </a:path>
                  <a:path w="2686050" h="1504950">
                    <a:moveTo>
                      <a:pt x="2428874" y="238125"/>
                    </a:moveTo>
                    <a:lnTo>
                      <a:pt x="2533649" y="133350"/>
                    </a:lnTo>
                  </a:path>
                  <a:path w="2686050" h="1504950">
                    <a:moveTo>
                      <a:pt x="2057399" y="219075"/>
                    </a:moveTo>
                    <a:lnTo>
                      <a:pt x="1952624" y="114300"/>
                    </a:lnTo>
                  </a:path>
                  <a:path w="2686050" h="1504950">
                    <a:moveTo>
                      <a:pt x="1952624" y="219075"/>
                    </a:moveTo>
                    <a:lnTo>
                      <a:pt x="2057399" y="114300"/>
                    </a:lnTo>
                  </a:path>
                  <a:path w="2686050" h="1504950">
                    <a:moveTo>
                      <a:pt x="2686049" y="952500"/>
                    </a:moveTo>
                    <a:lnTo>
                      <a:pt x="2581274" y="847725"/>
                    </a:lnTo>
                  </a:path>
                  <a:path w="2686050" h="1504950">
                    <a:moveTo>
                      <a:pt x="2581274" y="952500"/>
                    </a:moveTo>
                    <a:lnTo>
                      <a:pt x="2686049" y="847725"/>
                    </a:lnTo>
                  </a:path>
                  <a:path w="2686050" h="1504950">
                    <a:moveTo>
                      <a:pt x="1533524" y="742950"/>
                    </a:moveTo>
                    <a:lnTo>
                      <a:pt x="1428749" y="638175"/>
                    </a:lnTo>
                  </a:path>
                  <a:path w="2686050" h="1504950">
                    <a:moveTo>
                      <a:pt x="1428749" y="742950"/>
                    </a:moveTo>
                    <a:lnTo>
                      <a:pt x="1533524" y="638175"/>
                    </a:lnTo>
                  </a:path>
                  <a:path w="2686050" h="1504950">
                    <a:moveTo>
                      <a:pt x="314325" y="1504950"/>
                    </a:moveTo>
                    <a:lnTo>
                      <a:pt x="209550" y="1400175"/>
                    </a:lnTo>
                  </a:path>
                  <a:path w="2686050" h="1504950">
                    <a:moveTo>
                      <a:pt x="209550" y="1504950"/>
                    </a:moveTo>
                    <a:lnTo>
                      <a:pt x="314325" y="1400175"/>
                    </a:lnTo>
                  </a:path>
                  <a:path w="2686050" h="1504950">
                    <a:moveTo>
                      <a:pt x="1828799" y="885825"/>
                    </a:moveTo>
                    <a:lnTo>
                      <a:pt x="1724024" y="781050"/>
                    </a:lnTo>
                  </a:path>
                  <a:path w="2686050" h="1504950">
                    <a:moveTo>
                      <a:pt x="1724024" y="885825"/>
                    </a:moveTo>
                    <a:lnTo>
                      <a:pt x="1828799" y="781050"/>
                    </a:lnTo>
                  </a:path>
                  <a:path w="2686050" h="1504950">
                    <a:moveTo>
                      <a:pt x="1495424" y="1009650"/>
                    </a:moveTo>
                    <a:lnTo>
                      <a:pt x="1390649" y="904875"/>
                    </a:lnTo>
                  </a:path>
                  <a:path w="2686050" h="1504950">
                    <a:moveTo>
                      <a:pt x="1390649" y="1009650"/>
                    </a:moveTo>
                    <a:lnTo>
                      <a:pt x="1495424" y="904875"/>
                    </a:lnTo>
                  </a:path>
                  <a:path w="2686050" h="1504950">
                    <a:moveTo>
                      <a:pt x="952500" y="1162050"/>
                    </a:moveTo>
                    <a:lnTo>
                      <a:pt x="847725" y="1057275"/>
                    </a:lnTo>
                  </a:path>
                  <a:path w="2686050" h="1504950">
                    <a:moveTo>
                      <a:pt x="847725" y="1162050"/>
                    </a:moveTo>
                    <a:lnTo>
                      <a:pt x="952500" y="1057275"/>
                    </a:lnTo>
                  </a:path>
                  <a:path w="2686050" h="1504950">
                    <a:moveTo>
                      <a:pt x="666750" y="1247775"/>
                    </a:moveTo>
                    <a:lnTo>
                      <a:pt x="561975" y="1143000"/>
                    </a:lnTo>
                  </a:path>
                  <a:path w="2686050" h="1504950">
                    <a:moveTo>
                      <a:pt x="561975" y="1247775"/>
                    </a:moveTo>
                    <a:lnTo>
                      <a:pt x="666750" y="1143000"/>
                    </a:lnTo>
                  </a:path>
                  <a:path w="2686050" h="1504950">
                    <a:moveTo>
                      <a:pt x="1962149" y="762000"/>
                    </a:moveTo>
                    <a:lnTo>
                      <a:pt x="1857374" y="657225"/>
                    </a:lnTo>
                  </a:path>
                  <a:path w="2686050" h="1504950">
                    <a:moveTo>
                      <a:pt x="1857374" y="762000"/>
                    </a:moveTo>
                    <a:lnTo>
                      <a:pt x="1962149" y="657225"/>
                    </a:lnTo>
                  </a:path>
                  <a:path w="2686050" h="1504950">
                    <a:moveTo>
                      <a:pt x="2000249" y="1009650"/>
                    </a:moveTo>
                    <a:lnTo>
                      <a:pt x="1895474" y="904875"/>
                    </a:lnTo>
                  </a:path>
                  <a:path w="2686050" h="1504950">
                    <a:moveTo>
                      <a:pt x="1895474" y="1009650"/>
                    </a:moveTo>
                    <a:lnTo>
                      <a:pt x="2000249" y="904875"/>
                    </a:lnTo>
                  </a:path>
                  <a:path w="2686050" h="1504950">
                    <a:moveTo>
                      <a:pt x="1276350" y="666750"/>
                    </a:moveTo>
                    <a:lnTo>
                      <a:pt x="1171575" y="561975"/>
                    </a:lnTo>
                  </a:path>
                  <a:path w="2686050" h="1504950">
                    <a:moveTo>
                      <a:pt x="1171575" y="666750"/>
                    </a:moveTo>
                    <a:lnTo>
                      <a:pt x="1276350" y="561975"/>
                    </a:lnTo>
                  </a:path>
                  <a:path w="2686050" h="1504950">
                    <a:moveTo>
                      <a:pt x="2114549" y="828675"/>
                    </a:moveTo>
                    <a:lnTo>
                      <a:pt x="2009774" y="723900"/>
                    </a:lnTo>
                  </a:path>
                  <a:path w="2686050" h="1504950">
                    <a:moveTo>
                      <a:pt x="2009774" y="828675"/>
                    </a:moveTo>
                    <a:lnTo>
                      <a:pt x="2114549" y="723900"/>
                    </a:lnTo>
                  </a:path>
                  <a:path w="2686050" h="1504950">
                    <a:moveTo>
                      <a:pt x="2590799" y="895350"/>
                    </a:moveTo>
                    <a:lnTo>
                      <a:pt x="2486024" y="790575"/>
                    </a:lnTo>
                  </a:path>
                  <a:path w="2686050" h="1504950">
                    <a:moveTo>
                      <a:pt x="2486024" y="895350"/>
                    </a:moveTo>
                    <a:lnTo>
                      <a:pt x="2590799" y="790575"/>
                    </a:lnTo>
                  </a:path>
                  <a:path w="2686050" h="1504950">
                    <a:moveTo>
                      <a:pt x="609600" y="962025"/>
                    </a:moveTo>
                    <a:lnTo>
                      <a:pt x="504825" y="857250"/>
                    </a:lnTo>
                  </a:path>
                  <a:path w="2686050" h="1504950">
                    <a:moveTo>
                      <a:pt x="504825" y="962025"/>
                    </a:moveTo>
                    <a:lnTo>
                      <a:pt x="609600" y="857250"/>
                    </a:lnTo>
                  </a:path>
                  <a:path w="2686050" h="1504950">
                    <a:moveTo>
                      <a:pt x="104775" y="1457325"/>
                    </a:moveTo>
                    <a:lnTo>
                      <a:pt x="0" y="1352550"/>
                    </a:lnTo>
                  </a:path>
                  <a:path w="2686050" h="1504950">
                    <a:moveTo>
                      <a:pt x="0" y="1457325"/>
                    </a:moveTo>
                    <a:lnTo>
                      <a:pt x="104775" y="1352550"/>
                    </a:lnTo>
                  </a:path>
                  <a:path w="2686050" h="1504950">
                    <a:moveTo>
                      <a:pt x="1552574" y="952500"/>
                    </a:moveTo>
                    <a:lnTo>
                      <a:pt x="1447799" y="847725"/>
                    </a:lnTo>
                  </a:path>
                  <a:path w="2686050" h="1504950">
                    <a:moveTo>
                      <a:pt x="1447799" y="952500"/>
                    </a:moveTo>
                    <a:lnTo>
                      <a:pt x="1552574" y="847725"/>
                    </a:lnTo>
                  </a:path>
                  <a:path w="2686050" h="1504950">
                    <a:moveTo>
                      <a:pt x="609600" y="1209675"/>
                    </a:moveTo>
                    <a:lnTo>
                      <a:pt x="504825" y="1104900"/>
                    </a:lnTo>
                  </a:path>
                  <a:path w="2686050" h="1504950">
                    <a:moveTo>
                      <a:pt x="504825" y="1209675"/>
                    </a:moveTo>
                    <a:lnTo>
                      <a:pt x="609600" y="1104900"/>
                    </a:lnTo>
                  </a:path>
                </a:pathLst>
              </a:custGeom>
              <a:ln w="25400">
                <a:solidFill>
                  <a:srgbClr val="C00000"/>
                </a:solidFill>
              </a:ln>
            </p:spPr>
            <p:txBody>
              <a:bodyPr wrap="square" lIns="0" tIns="0" rIns="0" bIns="0" rtlCol="0"/>
              <a:lstStyle/>
              <a:p>
                <a:endParaRPr sz="2400"/>
              </a:p>
            </p:txBody>
          </p:sp>
        </p:grpSp>
        <p:sp>
          <p:nvSpPr>
            <p:cNvPr id="7" name="object 7"/>
            <p:cNvSpPr txBox="1"/>
            <p:nvPr/>
          </p:nvSpPr>
          <p:spPr>
            <a:xfrm>
              <a:off x="144356" y="543985"/>
              <a:ext cx="1899920" cy="308696"/>
            </a:xfrm>
            <a:prstGeom prst="rect">
              <a:avLst/>
            </a:prstGeom>
          </p:spPr>
          <p:txBody>
            <a:bodyPr vert="horz" wrap="square" lIns="0" tIns="21167" rIns="0" bIns="0" rtlCol="0">
              <a:spAutoFit/>
            </a:bodyPr>
            <a:lstStyle/>
            <a:p>
              <a:pPr marL="16933">
                <a:spcBef>
                  <a:spcPts val="167"/>
                </a:spcBef>
              </a:pPr>
              <a:r>
                <a:rPr sz="1867" spc="27" dirty="0">
                  <a:latin typeface="Verdana"/>
                  <a:cs typeface="Verdana"/>
                </a:rPr>
                <a:t>p</a:t>
              </a:r>
              <a:r>
                <a:rPr sz="1867" dirty="0">
                  <a:latin typeface="Verdana"/>
                  <a:cs typeface="Verdana"/>
                </a:rPr>
                <a:t>r</a:t>
              </a:r>
              <a:r>
                <a:rPr sz="1867" spc="80" dirty="0">
                  <a:latin typeface="Verdana"/>
                  <a:cs typeface="Verdana"/>
                </a:rPr>
                <a:t>i</a:t>
              </a:r>
              <a:r>
                <a:rPr sz="1867" spc="20" dirty="0">
                  <a:latin typeface="Verdana"/>
                  <a:cs typeface="Verdana"/>
                </a:rPr>
                <a:t>ce</a:t>
              </a:r>
              <a:r>
                <a:rPr sz="1867" spc="-193"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20" dirty="0">
                  <a:latin typeface="Verdana"/>
                  <a:cs typeface="Verdana"/>
                </a:rPr>
                <a:t>$</a:t>
              </a:r>
              <a:r>
                <a:rPr sz="1867" spc="68" dirty="0">
                  <a:latin typeface="Cambria Math"/>
                  <a:cs typeface="Cambria Math"/>
                </a:rPr>
                <a:t>100</a:t>
              </a:r>
              <a:r>
                <a:rPr sz="1867" spc="60" dirty="0">
                  <a:latin typeface="Cambria Math"/>
                  <a:cs typeface="Cambria Math"/>
                </a:rPr>
                <a:t>0</a:t>
              </a:r>
              <a:r>
                <a:rPr sz="1867" dirty="0">
                  <a:latin typeface="Verdana"/>
                  <a:cs typeface="Verdana"/>
                </a:rPr>
                <a:t>'s</a:t>
              </a:r>
            </a:p>
          </p:txBody>
        </p:sp>
        <p:sp>
          <p:nvSpPr>
            <p:cNvPr id="8" name="object 8"/>
            <p:cNvSpPr txBox="1"/>
            <p:nvPr/>
          </p:nvSpPr>
          <p:spPr>
            <a:xfrm>
              <a:off x="3235961" y="3979024"/>
              <a:ext cx="1950720" cy="807315"/>
            </a:xfrm>
            <a:prstGeom prst="rect">
              <a:avLst/>
            </a:prstGeom>
          </p:spPr>
          <p:txBody>
            <a:bodyPr vert="horz" wrap="square" lIns="0" tIns="110913" rIns="0" bIns="0" rtlCol="0">
              <a:spAutoFit/>
            </a:bodyPr>
            <a:lstStyle/>
            <a:p>
              <a:pPr marR="40638" algn="r">
                <a:spcBef>
                  <a:spcPts val="873"/>
                </a:spcBef>
              </a:pPr>
              <a:r>
                <a:rPr sz="2068" spc="20" dirty="0">
                  <a:solidFill>
                    <a:srgbClr val="0432FF"/>
                  </a:solidFill>
                  <a:latin typeface="Cambria Math"/>
                  <a:cs typeface="Cambria Math"/>
                </a:rPr>
                <a:t>2000</a:t>
              </a:r>
              <a:endParaRPr sz="2068" dirty="0">
                <a:solidFill>
                  <a:srgbClr val="0432FF"/>
                </a:solidFill>
                <a:latin typeface="Cambria Math"/>
                <a:cs typeface="Cambria Math"/>
              </a:endParaRPr>
            </a:p>
            <a:p>
              <a:pPr marL="50797">
                <a:spcBef>
                  <a:spcPts val="679"/>
                </a:spcBef>
              </a:pPr>
              <a:r>
                <a:rPr sz="1867" spc="20" dirty="0">
                  <a:solidFill>
                    <a:srgbClr val="0432FF"/>
                  </a:solidFill>
                  <a:latin typeface="Verdana"/>
                  <a:cs typeface="Verdana"/>
                </a:rPr>
                <a:t>s</a:t>
              </a:r>
              <a:r>
                <a:rPr sz="1867" spc="80" dirty="0">
                  <a:solidFill>
                    <a:srgbClr val="0432FF"/>
                  </a:solidFill>
                  <a:latin typeface="Verdana"/>
                  <a:cs typeface="Verdana"/>
                </a:rPr>
                <a:t>i</a:t>
              </a:r>
              <a:r>
                <a:rPr sz="1867" spc="7" dirty="0">
                  <a:solidFill>
                    <a:srgbClr val="0432FF"/>
                  </a:solidFill>
                  <a:latin typeface="Verdana"/>
                  <a:cs typeface="Verdana"/>
                </a:rPr>
                <a:t>z</a:t>
              </a:r>
              <a:r>
                <a:rPr sz="1867" spc="20" dirty="0">
                  <a:solidFill>
                    <a:srgbClr val="0432FF"/>
                  </a:solidFill>
                  <a:latin typeface="Verdana"/>
                  <a:cs typeface="Verdana"/>
                </a:rPr>
                <a:t>e</a:t>
              </a:r>
              <a:r>
                <a:rPr sz="1867" spc="-187" dirty="0">
                  <a:solidFill>
                    <a:srgbClr val="0432FF"/>
                  </a:solidFill>
                  <a:latin typeface="Verdana"/>
                  <a:cs typeface="Verdana"/>
                </a:rPr>
                <a:t> </a:t>
              </a:r>
              <a:r>
                <a:rPr sz="1867" spc="80" dirty="0">
                  <a:solidFill>
                    <a:srgbClr val="0432FF"/>
                  </a:solidFill>
                  <a:latin typeface="Verdana"/>
                  <a:cs typeface="Verdana"/>
                </a:rPr>
                <a:t>i</a:t>
              </a:r>
              <a:r>
                <a:rPr sz="1867" spc="20" dirty="0">
                  <a:solidFill>
                    <a:srgbClr val="0432FF"/>
                  </a:solidFill>
                  <a:latin typeface="Verdana"/>
                  <a:cs typeface="Verdana"/>
                </a:rPr>
                <a:t>n</a:t>
              </a:r>
              <a:r>
                <a:rPr sz="1867" spc="-60" dirty="0">
                  <a:solidFill>
                    <a:srgbClr val="0432FF"/>
                  </a:solidFill>
                  <a:latin typeface="Verdana"/>
                  <a:cs typeface="Verdana"/>
                </a:rPr>
                <a:t> </a:t>
              </a:r>
              <a:r>
                <a:rPr sz="1867" spc="33" dirty="0">
                  <a:solidFill>
                    <a:srgbClr val="0432FF"/>
                  </a:solidFill>
                  <a:latin typeface="Verdana"/>
                  <a:cs typeface="Verdana"/>
                </a:rPr>
                <a:t>f</a:t>
              </a:r>
              <a:r>
                <a:rPr sz="1867" spc="-15" dirty="0">
                  <a:solidFill>
                    <a:srgbClr val="0432FF"/>
                  </a:solidFill>
                  <a:latin typeface="Verdana"/>
                  <a:cs typeface="Verdana"/>
                </a:rPr>
                <a:t>ee</a:t>
              </a:r>
              <a:r>
                <a:rPr sz="1867" spc="-41" dirty="0">
                  <a:solidFill>
                    <a:srgbClr val="0432FF"/>
                  </a:solidFill>
                  <a:latin typeface="Verdana"/>
                  <a:cs typeface="Verdana"/>
                </a:rPr>
                <a:t>t</a:t>
              </a:r>
              <a:r>
                <a:rPr sz="1801" baseline="27777" dirty="0">
                  <a:solidFill>
                    <a:srgbClr val="0432FF"/>
                  </a:solidFill>
                  <a:latin typeface="Cambria Math"/>
                  <a:cs typeface="Cambria Math"/>
                </a:rPr>
                <a:t>2</a:t>
              </a:r>
            </a:p>
          </p:txBody>
        </p:sp>
        <p:sp>
          <p:nvSpPr>
            <p:cNvPr id="9" name="object 9"/>
            <p:cNvSpPr txBox="1"/>
            <p:nvPr/>
          </p:nvSpPr>
          <p:spPr>
            <a:xfrm>
              <a:off x="560494" y="3725757"/>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0" name="object 10"/>
            <p:cNvSpPr txBox="1"/>
            <p:nvPr/>
          </p:nvSpPr>
          <p:spPr>
            <a:xfrm>
              <a:off x="259928" y="3161876"/>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100</a:t>
              </a:r>
              <a:endParaRPr sz="2068">
                <a:latin typeface="Cambria Math"/>
                <a:cs typeface="Cambria Math"/>
              </a:endParaRPr>
            </a:p>
          </p:txBody>
        </p:sp>
        <p:sp>
          <p:nvSpPr>
            <p:cNvPr id="11" name="object 11"/>
            <p:cNvSpPr txBox="1"/>
            <p:nvPr/>
          </p:nvSpPr>
          <p:spPr>
            <a:xfrm>
              <a:off x="259928" y="2597067"/>
              <a:ext cx="492761" cy="340459"/>
            </a:xfrm>
            <a:prstGeom prst="rect">
              <a:avLst/>
            </a:prstGeom>
          </p:spPr>
          <p:txBody>
            <a:bodyPr vert="horz" wrap="square" lIns="0" tIns="22015" rIns="0" bIns="0" rtlCol="0">
              <a:spAutoFit/>
            </a:bodyPr>
            <a:lstStyle/>
            <a:p>
              <a:pPr marL="16933">
                <a:spcBef>
                  <a:spcPts val="175"/>
                </a:spcBef>
              </a:pPr>
              <a:r>
                <a:rPr sz="2068" spc="53" dirty="0">
                  <a:latin typeface="Cambria Math"/>
                  <a:cs typeface="Cambria Math"/>
                </a:rPr>
                <a:t>200</a:t>
              </a:r>
              <a:endParaRPr sz="2068">
                <a:latin typeface="Cambria Math"/>
                <a:cs typeface="Cambria Math"/>
              </a:endParaRPr>
            </a:p>
          </p:txBody>
        </p:sp>
        <p:sp>
          <p:nvSpPr>
            <p:cNvPr id="12" name="object 12"/>
            <p:cNvSpPr txBox="1"/>
            <p:nvPr/>
          </p:nvSpPr>
          <p:spPr>
            <a:xfrm>
              <a:off x="259928" y="2033608"/>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300</a:t>
              </a:r>
              <a:endParaRPr sz="2068">
                <a:latin typeface="Cambria Math"/>
                <a:cs typeface="Cambria Math"/>
              </a:endParaRPr>
            </a:p>
          </p:txBody>
        </p:sp>
        <p:sp>
          <p:nvSpPr>
            <p:cNvPr id="13" name="object 13"/>
            <p:cNvSpPr txBox="1"/>
            <p:nvPr/>
          </p:nvSpPr>
          <p:spPr>
            <a:xfrm>
              <a:off x="259928" y="1469898"/>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400</a:t>
              </a:r>
              <a:endParaRPr sz="2068">
                <a:latin typeface="Cambria Math"/>
                <a:cs typeface="Cambria Math"/>
              </a:endParaRPr>
            </a:p>
          </p:txBody>
        </p:sp>
        <p:sp>
          <p:nvSpPr>
            <p:cNvPr id="14" name="object 14"/>
            <p:cNvSpPr txBox="1"/>
            <p:nvPr/>
          </p:nvSpPr>
          <p:spPr>
            <a:xfrm>
              <a:off x="259928" y="905848"/>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500</a:t>
              </a:r>
              <a:endParaRPr sz="2068">
                <a:latin typeface="Cambria Math"/>
                <a:cs typeface="Cambria Math"/>
              </a:endParaRPr>
            </a:p>
          </p:txBody>
        </p:sp>
        <p:sp>
          <p:nvSpPr>
            <p:cNvPr id="15" name="object 15"/>
            <p:cNvSpPr txBox="1"/>
            <p:nvPr/>
          </p:nvSpPr>
          <p:spPr>
            <a:xfrm>
              <a:off x="880534" y="4068657"/>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6" name="object 16"/>
            <p:cNvSpPr txBox="1"/>
            <p:nvPr/>
          </p:nvSpPr>
          <p:spPr>
            <a:xfrm>
              <a:off x="2590802" y="4068655"/>
              <a:ext cx="626533" cy="339602"/>
            </a:xfrm>
            <a:prstGeom prst="rect">
              <a:avLst/>
            </a:prstGeom>
          </p:spPr>
          <p:txBody>
            <a:bodyPr vert="horz" wrap="square" lIns="0" tIns="21167" rIns="0" bIns="0" rtlCol="0">
              <a:spAutoFit/>
            </a:bodyPr>
            <a:lstStyle/>
            <a:p>
              <a:pPr marL="16933">
                <a:spcBef>
                  <a:spcPts val="167"/>
                </a:spcBef>
              </a:pPr>
              <a:r>
                <a:rPr sz="2068" spc="53" dirty="0">
                  <a:solidFill>
                    <a:srgbClr val="0432FF"/>
                  </a:solidFill>
                  <a:latin typeface="Cambria Math"/>
                  <a:cs typeface="Cambria Math"/>
                </a:rPr>
                <a:t>10</a:t>
              </a:r>
              <a:r>
                <a:rPr sz="2068" spc="-47" dirty="0">
                  <a:solidFill>
                    <a:srgbClr val="0432FF"/>
                  </a:solidFill>
                  <a:latin typeface="Cambria Math"/>
                  <a:cs typeface="Cambria Math"/>
                </a:rPr>
                <a:t>0</a:t>
              </a:r>
              <a:r>
                <a:rPr sz="2068" spc="20" dirty="0">
                  <a:solidFill>
                    <a:srgbClr val="0432FF"/>
                  </a:solidFill>
                  <a:latin typeface="Cambria Math"/>
                  <a:cs typeface="Cambria Math"/>
                </a:rPr>
                <a:t>0</a:t>
              </a:r>
              <a:endParaRPr sz="2068" dirty="0">
                <a:solidFill>
                  <a:srgbClr val="0432FF"/>
                </a:solidFill>
                <a:latin typeface="Cambria Math"/>
                <a:cs typeface="Cambria Math"/>
              </a:endParaRPr>
            </a:p>
          </p:txBody>
        </p:sp>
        <p:sp>
          <p:nvSpPr>
            <p:cNvPr id="17" name="object 17"/>
            <p:cNvSpPr txBox="1"/>
            <p:nvPr/>
          </p:nvSpPr>
          <p:spPr>
            <a:xfrm>
              <a:off x="6461762" y="4068655"/>
              <a:ext cx="626533" cy="339602"/>
            </a:xfrm>
            <a:prstGeom prst="rect">
              <a:avLst/>
            </a:prstGeom>
          </p:spPr>
          <p:txBody>
            <a:bodyPr vert="horz" wrap="square" lIns="0" tIns="21167" rIns="0" bIns="0" rtlCol="0">
              <a:spAutoFit/>
            </a:bodyPr>
            <a:lstStyle/>
            <a:p>
              <a:pPr marL="16933">
                <a:spcBef>
                  <a:spcPts val="167"/>
                </a:spcBef>
              </a:pPr>
              <a:r>
                <a:rPr sz="2068" spc="53" dirty="0">
                  <a:solidFill>
                    <a:srgbClr val="0432FF"/>
                  </a:solidFill>
                  <a:latin typeface="Cambria Math"/>
                  <a:cs typeface="Cambria Math"/>
                </a:rPr>
                <a:t>30</a:t>
              </a:r>
              <a:r>
                <a:rPr sz="2068" spc="-47" dirty="0">
                  <a:solidFill>
                    <a:srgbClr val="0432FF"/>
                  </a:solidFill>
                  <a:latin typeface="Cambria Math"/>
                  <a:cs typeface="Cambria Math"/>
                </a:rPr>
                <a:t>0</a:t>
              </a:r>
              <a:r>
                <a:rPr sz="2068" spc="20" dirty="0">
                  <a:solidFill>
                    <a:srgbClr val="0432FF"/>
                  </a:solidFill>
                  <a:latin typeface="Cambria Math"/>
                  <a:cs typeface="Cambria Math"/>
                </a:rPr>
                <a:t>0</a:t>
              </a:r>
              <a:endParaRPr sz="2068">
                <a:solidFill>
                  <a:srgbClr val="0432FF"/>
                </a:solidFill>
                <a:latin typeface="Cambria Math"/>
                <a:cs typeface="Cambria Math"/>
              </a:endParaRPr>
            </a:p>
          </p:txBody>
        </p:sp>
      </p:grpSp>
      <p:grpSp>
        <p:nvGrpSpPr>
          <p:cNvPr id="38" name="Group 37">
            <a:extLst>
              <a:ext uri="{FF2B5EF4-FFF2-40B4-BE49-F238E27FC236}">
                <a16:creationId xmlns:a16="http://schemas.microsoft.com/office/drawing/2014/main" id="{DDEEAAF3-10AC-C978-9AD7-EE4C2FBB138B}"/>
              </a:ext>
            </a:extLst>
          </p:cNvPr>
          <p:cNvGrpSpPr/>
          <p:nvPr/>
        </p:nvGrpSpPr>
        <p:grpSpPr>
          <a:xfrm>
            <a:off x="114499" y="2209630"/>
            <a:ext cx="4357499" cy="3454626"/>
            <a:chOff x="7673719" y="587748"/>
            <a:chExt cx="4357499" cy="3454626"/>
          </a:xfrm>
        </p:grpSpPr>
        <p:sp>
          <p:nvSpPr>
            <p:cNvPr id="18" name="object 18"/>
            <p:cNvSpPr/>
            <p:nvPr/>
          </p:nvSpPr>
          <p:spPr>
            <a:xfrm>
              <a:off x="7673719" y="1075649"/>
              <a:ext cx="4350007" cy="2966725"/>
            </a:xfrm>
            <a:custGeom>
              <a:avLst/>
              <a:gdLst/>
              <a:ahLst/>
              <a:cxnLst/>
              <a:rect l="l" t="t" r="r" b="b"/>
              <a:pathLst>
                <a:path w="3828415" h="1946275">
                  <a:moveTo>
                    <a:pt x="0" y="428625"/>
                  </a:moveTo>
                  <a:lnTo>
                    <a:pt x="3828415" y="428625"/>
                  </a:lnTo>
                </a:path>
                <a:path w="3828415" h="1946275">
                  <a:moveTo>
                    <a:pt x="2095500" y="1946148"/>
                  </a:moveTo>
                  <a:lnTo>
                    <a:pt x="2095500" y="0"/>
                  </a:lnTo>
                </a:path>
              </a:pathLst>
            </a:custGeom>
            <a:ln w="25400">
              <a:solidFill>
                <a:srgbClr val="000000"/>
              </a:solidFill>
            </a:ln>
          </p:spPr>
          <p:txBody>
            <a:bodyPr wrap="square" lIns="0" tIns="0" rIns="0" bIns="0" rtlCol="0"/>
            <a:lstStyle/>
            <a:p>
              <a:endParaRPr sz="2400"/>
            </a:p>
          </p:txBody>
        </p:sp>
        <p:sp>
          <p:nvSpPr>
            <p:cNvPr id="19" name="object 19"/>
            <p:cNvSpPr txBox="1"/>
            <p:nvPr/>
          </p:nvSpPr>
          <p:spPr>
            <a:xfrm>
              <a:off x="10487661" y="1720427"/>
              <a:ext cx="529167" cy="2213426"/>
            </a:xfrm>
            <a:prstGeom prst="rect">
              <a:avLst/>
            </a:prstGeom>
          </p:spPr>
          <p:txBody>
            <a:bodyPr vert="horz" wrap="square" lIns="0" tIns="17780" rIns="0" bIns="0" rtlCol="0">
              <a:spAutoFit/>
            </a:bodyPr>
            <a:lstStyle/>
            <a:p>
              <a:pPr marL="16933">
                <a:spcBef>
                  <a:spcPts val="140"/>
                </a:spcBef>
              </a:pPr>
              <a:r>
                <a:rPr sz="2400" spc="-33" dirty="0">
                  <a:latin typeface="Cambria Math"/>
                  <a:cs typeface="Cambria Math"/>
                </a:rPr>
                <a:t>400</a:t>
              </a:r>
              <a:endParaRPr sz="2400" dirty="0">
                <a:latin typeface="Cambria Math"/>
                <a:cs typeface="Cambria Math"/>
              </a:endParaRPr>
            </a:p>
            <a:p>
              <a:pPr marL="16933">
                <a:spcBef>
                  <a:spcPts val="27"/>
                </a:spcBef>
              </a:pPr>
              <a:r>
                <a:rPr sz="2400" spc="-33" dirty="0">
                  <a:latin typeface="Cambria Math"/>
                  <a:cs typeface="Cambria Math"/>
                </a:rPr>
                <a:t>232</a:t>
              </a:r>
              <a:endParaRPr sz="2400" dirty="0">
                <a:latin typeface="Cambria Math"/>
                <a:cs typeface="Cambria Math"/>
              </a:endParaRPr>
            </a:p>
            <a:p>
              <a:pPr marL="16933">
                <a:spcBef>
                  <a:spcPts val="20"/>
                </a:spcBef>
              </a:pPr>
              <a:r>
                <a:rPr sz="2400" spc="-33" dirty="0">
                  <a:latin typeface="Cambria Math"/>
                  <a:cs typeface="Cambria Math"/>
                </a:rPr>
                <a:t>315</a:t>
              </a:r>
              <a:endParaRPr sz="2400" dirty="0">
                <a:latin typeface="Cambria Math"/>
                <a:cs typeface="Cambria Math"/>
              </a:endParaRPr>
            </a:p>
            <a:p>
              <a:pPr marL="16933">
                <a:spcBef>
                  <a:spcPts val="27"/>
                </a:spcBef>
              </a:pPr>
              <a:r>
                <a:rPr sz="2400" spc="-33" dirty="0">
                  <a:latin typeface="Cambria Math"/>
                  <a:cs typeface="Cambria Math"/>
                </a:rPr>
                <a:t>178</a:t>
              </a:r>
              <a:endParaRPr sz="2400" dirty="0">
                <a:latin typeface="Cambria Math"/>
                <a:cs typeface="Cambria Math"/>
              </a:endParaRPr>
            </a:p>
            <a:p>
              <a:pPr marL="143927">
                <a:lnSpc>
                  <a:spcPts val="2841"/>
                </a:lnSpc>
                <a:spcBef>
                  <a:spcPts val="27"/>
                </a:spcBef>
              </a:pPr>
              <a:r>
                <a:rPr sz="2400" dirty="0">
                  <a:latin typeface="Cambria Math"/>
                  <a:cs typeface="Cambria Math"/>
                </a:rPr>
                <a:t>…</a:t>
              </a:r>
            </a:p>
            <a:p>
              <a:pPr marL="16933">
                <a:lnSpc>
                  <a:spcPts val="2841"/>
                </a:lnSpc>
              </a:pPr>
              <a:r>
                <a:rPr sz="2400" spc="-33" dirty="0">
                  <a:latin typeface="Cambria Math"/>
                  <a:cs typeface="Cambria Math"/>
                </a:rPr>
                <a:t>870</a:t>
              </a:r>
              <a:endParaRPr sz="2400" dirty="0">
                <a:latin typeface="Cambria Math"/>
                <a:cs typeface="Cambria Math"/>
              </a:endParaRPr>
            </a:p>
          </p:txBody>
        </p:sp>
        <p:sp>
          <p:nvSpPr>
            <p:cNvPr id="20" name="object 20"/>
            <p:cNvSpPr txBox="1"/>
            <p:nvPr/>
          </p:nvSpPr>
          <p:spPr>
            <a:xfrm>
              <a:off x="8533131" y="1809500"/>
              <a:ext cx="695961" cy="2212571"/>
            </a:xfrm>
            <a:prstGeom prst="rect">
              <a:avLst/>
            </a:prstGeom>
          </p:spPr>
          <p:txBody>
            <a:bodyPr vert="horz" wrap="square" lIns="0" tIns="16933" rIns="0" bIns="0" rtlCol="0">
              <a:spAutoFit/>
            </a:bodyPr>
            <a:lstStyle/>
            <a:p>
              <a:pPr marL="16933">
                <a:spcBef>
                  <a:spcPts val="133"/>
                </a:spcBef>
              </a:pPr>
              <a:r>
                <a:rPr sz="2400" spc="-33" dirty="0">
                  <a:solidFill>
                    <a:srgbClr val="0432FF"/>
                  </a:solidFill>
                  <a:latin typeface="Cambria Math"/>
                  <a:cs typeface="Cambria Math"/>
                </a:rPr>
                <a:t>2104</a:t>
              </a:r>
              <a:endParaRPr sz="2400" dirty="0">
                <a:solidFill>
                  <a:srgbClr val="0432FF"/>
                </a:solidFill>
                <a:latin typeface="Cambria Math"/>
                <a:cs typeface="Cambria Math"/>
              </a:endParaRPr>
            </a:p>
            <a:p>
              <a:pPr marL="16933">
                <a:spcBef>
                  <a:spcPts val="27"/>
                </a:spcBef>
              </a:pPr>
              <a:r>
                <a:rPr sz="2400" spc="-33" dirty="0">
                  <a:solidFill>
                    <a:srgbClr val="0432FF"/>
                  </a:solidFill>
                  <a:latin typeface="Cambria Math"/>
                  <a:cs typeface="Cambria Math"/>
                </a:rPr>
                <a:t>1416</a:t>
              </a:r>
              <a:endParaRPr sz="2400" dirty="0">
                <a:solidFill>
                  <a:srgbClr val="0432FF"/>
                </a:solidFill>
                <a:latin typeface="Cambria Math"/>
                <a:cs typeface="Cambria Math"/>
              </a:endParaRPr>
            </a:p>
            <a:p>
              <a:pPr marL="16933">
                <a:spcBef>
                  <a:spcPts val="27"/>
                </a:spcBef>
              </a:pPr>
              <a:r>
                <a:rPr sz="2400" spc="-33" dirty="0">
                  <a:solidFill>
                    <a:srgbClr val="0432FF"/>
                  </a:solidFill>
                  <a:latin typeface="Cambria Math"/>
                  <a:cs typeface="Cambria Math"/>
                </a:rPr>
                <a:t>1534</a:t>
              </a:r>
              <a:endParaRPr sz="2400" dirty="0">
                <a:solidFill>
                  <a:srgbClr val="0432FF"/>
                </a:solidFill>
                <a:latin typeface="Cambria Math"/>
                <a:cs typeface="Cambria Math"/>
              </a:endParaRPr>
            </a:p>
            <a:p>
              <a:pPr marL="93130">
                <a:spcBef>
                  <a:spcPts val="27"/>
                </a:spcBef>
              </a:pPr>
              <a:r>
                <a:rPr sz="2400" spc="-33" dirty="0">
                  <a:solidFill>
                    <a:srgbClr val="0432FF"/>
                  </a:solidFill>
                  <a:latin typeface="Cambria Math"/>
                  <a:cs typeface="Cambria Math"/>
                </a:rPr>
                <a:t>852</a:t>
              </a:r>
              <a:endParaRPr sz="2400" dirty="0">
                <a:solidFill>
                  <a:srgbClr val="0432FF"/>
                </a:solidFill>
                <a:latin typeface="Cambria Math"/>
                <a:cs typeface="Cambria Math"/>
              </a:endParaRPr>
            </a:p>
            <a:p>
              <a:pPr algn="ctr">
                <a:lnSpc>
                  <a:spcPts val="2841"/>
                </a:lnSpc>
                <a:spcBef>
                  <a:spcPts val="27"/>
                </a:spcBef>
              </a:pPr>
              <a:r>
                <a:rPr sz="2400" dirty="0">
                  <a:solidFill>
                    <a:srgbClr val="0432FF"/>
                  </a:solidFill>
                  <a:latin typeface="Cambria Math"/>
                  <a:cs typeface="Cambria Math"/>
                </a:rPr>
                <a:t>…</a:t>
              </a:r>
            </a:p>
            <a:p>
              <a:pPr algn="ctr">
                <a:lnSpc>
                  <a:spcPts val="2841"/>
                </a:lnSpc>
              </a:pPr>
              <a:r>
                <a:rPr sz="2400" spc="-33" dirty="0">
                  <a:solidFill>
                    <a:srgbClr val="0432FF"/>
                  </a:solidFill>
                  <a:latin typeface="Cambria Math"/>
                  <a:cs typeface="Cambria Math"/>
                </a:rPr>
                <a:t>3210</a:t>
              </a:r>
              <a:endParaRPr sz="2400" dirty="0">
                <a:solidFill>
                  <a:srgbClr val="0432FF"/>
                </a:solidFill>
                <a:latin typeface="Cambria Math"/>
                <a:cs typeface="Cambria Math"/>
              </a:endParaRPr>
            </a:p>
          </p:txBody>
        </p:sp>
        <p:sp>
          <p:nvSpPr>
            <p:cNvPr id="21" name="object 21"/>
            <p:cNvSpPr txBox="1"/>
            <p:nvPr/>
          </p:nvSpPr>
          <p:spPr>
            <a:xfrm>
              <a:off x="7824131" y="587748"/>
              <a:ext cx="4207087" cy="975802"/>
            </a:xfrm>
            <a:prstGeom prst="rect">
              <a:avLst/>
            </a:prstGeom>
          </p:spPr>
          <p:txBody>
            <a:bodyPr vert="horz" wrap="square" lIns="0" tIns="21167" rIns="0" bIns="0" rtlCol="0">
              <a:spAutoFit/>
            </a:bodyPr>
            <a:lstStyle/>
            <a:p>
              <a:pPr algn="ctr">
                <a:spcBef>
                  <a:spcPts val="167"/>
                </a:spcBef>
              </a:pPr>
              <a:r>
                <a:rPr sz="2068" spc="15" dirty="0">
                  <a:latin typeface="Verdana"/>
                  <a:cs typeface="Verdana"/>
                </a:rPr>
                <a:t>Data</a:t>
              </a:r>
              <a:r>
                <a:rPr sz="2068" spc="41" dirty="0">
                  <a:latin typeface="Verdana"/>
                  <a:cs typeface="Verdana"/>
                </a:rPr>
                <a:t> </a:t>
              </a:r>
              <a:r>
                <a:rPr sz="2068" spc="20" dirty="0">
                  <a:latin typeface="Verdana"/>
                  <a:cs typeface="Verdana"/>
                </a:rPr>
                <a:t>table</a:t>
              </a:r>
              <a:endParaRPr sz="2068" dirty="0">
                <a:latin typeface="Verdana"/>
                <a:cs typeface="Verdana"/>
              </a:endParaRPr>
            </a:p>
            <a:p>
              <a:pPr>
                <a:spcBef>
                  <a:spcPts val="33"/>
                </a:spcBef>
              </a:pPr>
              <a:endParaRPr sz="2267" dirty="0">
                <a:latin typeface="Verdana"/>
                <a:cs typeface="Verdana"/>
              </a:endParaRPr>
            </a:p>
            <a:p>
              <a:pPr marL="16086" algn="ctr">
                <a:tabLst>
                  <a:tab pos="2203764" algn="l"/>
                </a:tabLst>
              </a:pPr>
              <a:r>
                <a:rPr sz="2800" spc="31" baseline="1984" dirty="0">
                  <a:latin typeface="Verdana"/>
                  <a:cs typeface="Verdana"/>
                </a:rPr>
                <a:t>s</a:t>
              </a:r>
              <a:r>
                <a:rPr sz="2800" spc="119" baseline="1984" dirty="0">
                  <a:latin typeface="Verdana"/>
                  <a:cs typeface="Verdana"/>
                </a:rPr>
                <a:t>i</a:t>
              </a:r>
              <a:r>
                <a:rPr sz="2800" spc="9" baseline="1984" dirty="0">
                  <a:latin typeface="Verdana"/>
                  <a:cs typeface="Verdana"/>
                </a:rPr>
                <a:t>z</a:t>
              </a:r>
              <a:r>
                <a:rPr sz="2800" spc="31" baseline="1984" dirty="0">
                  <a:latin typeface="Verdana"/>
                  <a:cs typeface="Verdana"/>
                </a:rPr>
                <a:t>e</a:t>
              </a:r>
              <a:r>
                <a:rPr sz="2800" spc="-279" baseline="1984" dirty="0">
                  <a:latin typeface="Verdana"/>
                  <a:cs typeface="Verdana"/>
                </a:rPr>
                <a:t> </a:t>
              </a:r>
              <a:r>
                <a:rPr sz="2800" spc="119" baseline="1984" dirty="0">
                  <a:latin typeface="Verdana"/>
                  <a:cs typeface="Verdana"/>
                </a:rPr>
                <a:t>i</a:t>
              </a:r>
              <a:r>
                <a:rPr sz="2800" spc="31" baseline="1984" dirty="0">
                  <a:latin typeface="Verdana"/>
                  <a:cs typeface="Verdana"/>
                </a:rPr>
                <a:t>n</a:t>
              </a:r>
              <a:r>
                <a:rPr sz="2800" spc="-89" baseline="1984" dirty="0">
                  <a:latin typeface="Verdana"/>
                  <a:cs typeface="Verdana"/>
                </a:rPr>
                <a:t> </a:t>
              </a:r>
              <a:r>
                <a:rPr sz="2800" spc="49" baseline="1984" dirty="0">
                  <a:latin typeface="Verdana"/>
                  <a:cs typeface="Verdana"/>
                </a:rPr>
                <a:t>f</a:t>
              </a:r>
              <a:r>
                <a:rPr sz="2800" spc="-20" baseline="1984" dirty="0">
                  <a:latin typeface="Verdana"/>
                  <a:cs typeface="Verdana"/>
                </a:rPr>
                <a:t>ee</a:t>
              </a:r>
              <a:r>
                <a:rPr sz="2800" spc="-80" baseline="1984" dirty="0">
                  <a:latin typeface="Verdana"/>
                  <a:cs typeface="Verdana"/>
                </a:rPr>
                <a:t>t</a:t>
              </a:r>
              <a:r>
                <a:rPr sz="1801" baseline="30864" dirty="0">
                  <a:latin typeface="Cambria Math"/>
                  <a:cs typeface="Cambria Math"/>
                </a:rPr>
                <a:t>2	</a:t>
              </a:r>
              <a:r>
                <a:rPr sz="1867" spc="33" dirty="0">
                  <a:latin typeface="Verdana"/>
                  <a:cs typeface="Verdana"/>
                </a:rPr>
                <a:t>p</a:t>
              </a:r>
              <a:r>
                <a:rPr sz="1867" dirty="0">
                  <a:latin typeface="Verdana"/>
                  <a:cs typeface="Verdana"/>
                </a:rPr>
                <a:t>r</a:t>
              </a:r>
              <a:r>
                <a:rPr sz="1867" spc="80" dirty="0">
                  <a:latin typeface="Verdana"/>
                  <a:cs typeface="Verdana"/>
                </a:rPr>
                <a:t>i</a:t>
              </a:r>
              <a:r>
                <a:rPr sz="1867" spc="20" dirty="0">
                  <a:latin typeface="Verdana"/>
                  <a:cs typeface="Verdana"/>
                </a:rPr>
                <a:t>ce</a:t>
              </a:r>
              <a:r>
                <a:rPr sz="1867" spc="-187"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7" dirty="0">
                  <a:latin typeface="Verdana"/>
                  <a:cs typeface="Verdana"/>
                </a:rPr>
                <a:t>$</a:t>
              </a:r>
              <a:r>
                <a:rPr sz="1867" spc="60" dirty="0">
                  <a:latin typeface="Cambria Math"/>
                  <a:cs typeface="Cambria Math"/>
                </a:rPr>
                <a:t>100</a:t>
              </a:r>
              <a:r>
                <a:rPr sz="1867" spc="68" dirty="0">
                  <a:latin typeface="Cambria Math"/>
                  <a:cs typeface="Cambria Math"/>
                </a:rPr>
                <a:t>0</a:t>
              </a:r>
              <a:r>
                <a:rPr sz="1867" dirty="0">
                  <a:latin typeface="Verdana"/>
                  <a:cs typeface="Verdana"/>
                </a:rPr>
                <a:t>'s</a:t>
              </a:r>
            </a:p>
          </p:txBody>
        </p:sp>
      </p:grpSp>
      <p:sp>
        <p:nvSpPr>
          <p:cNvPr id="41" name="Right Arrow 40">
            <a:extLst>
              <a:ext uri="{FF2B5EF4-FFF2-40B4-BE49-F238E27FC236}">
                <a16:creationId xmlns:a16="http://schemas.microsoft.com/office/drawing/2014/main" id="{02C87A44-FA75-4C62-4C6E-6789AF06B7FB}"/>
              </a:ext>
            </a:extLst>
          </p:cNvPr>
          <p:cNvSpPr/>
          <p:nvPr/>
        </p:nvSpPr>
        <p:spPr>
          <a:xfrm>
            <a:off x="4417998" y="3721845"/>
            <a:ext cx="521208" cy="48637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42" name="Rounded Rectangle 41">
            <a:extLst>
              <a:ext uri="{FF2B5EF4-FFF2-40B4-BE49-F238E27FC236}">
                <a16:creationId xmlns:a16="http://schemas.microsoft.com/office/drawing/2014/main" id="{9413422C-70E9-EF0E-AB36-78C369F955EE}"/>
              </a:ext>
            </a:extLst>
          </p:cNvPr>
          <p:cNvSpPr/>
          <p:nvPr/>
        </p:nvSpPr>
        <p:spPr>
          <a:xfrm>
            <a:off x="438912" y="3410712"/>
            <a:ext cx="3291840" cy="365760"/>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sp>
        <p:nvSpPr>
          <p:cNvPr id="43" name="Oval 42">
            <a:extLst>
              <a:ext uri="{FF2B5EF4-FFF2-40B4-BE49-F238E27FC236}">
                <a16:creationId xmlns:a16="http://schemas.microsoft.com/office/drawing/2014/main" id="{AABB3B5C-26F9-80BA-CF7D-D593BCFA3741}"/>
              </a:ext>
            </a:extLst>
          </p:cNvPr>
          <p:cNvSpPr/>
          <p:nvPr/>
        </p:nvSpPr>
        <p:spPr>
          <a:xfrm>
            <a:off x="9774936" y="2964057"/>
            <a:ext cx="301752" cy="33960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cxnSp>
        <p:nvCxnSpPr>
          <p:cNvPr id="45" name="Straight Arrow Connector 44">
            <a:extLst>
              <a:ext uri="{FF2B5EF4-FFF2-40B4-BE49-F238E27FC236}">
                <a16:creationId xmlns:a16="http://schemas.microsoft.com/office/drawing/2014/main" id="{8C57D554-6219-C54C-A3C5-019D5F25FC5A}"/>
              </a:ext>
            </a:extLst>
          </p:cNvPr>
          <p:cNvCxnSpPr>
            <a:stCxn id="42" idx="3"/>
            <a:endCxn id="43" idx="2"/>
          </p:cNvCxnSpPr>
          <p:nvPr/>
        </p:nvCxnSpPr>
        <p:spPr>
          <a:xfrm flipV="1">
            <a:off x="3730752" y="3133858"/>
            <a:ext cx="6044184" cy="4597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Slide Number Placeholder 45">
            <a:extLst>
              <a:ext uri="{FF2B5EF4-FFF2-40B4-BE49-F238E27FC236}">
                <a16:creationId xmlns:a16="http://schemas.microsoft.com/office/drawing/2014/main" id="{76919CAA-3AED-5428-5DE4-AC759613ABCB}"/>
              </a:ext>
            </a:extLst>
          </p:cNvPr>
          <p:cNvSpPr>
            <a:spLocks noGrp="1"/>
          </p:cNvSpPr>
          <p:nvPr>
            <p:ph type="sldNum" sz="quarter" idx="12"/>
          </p:nvPr>
        </p:nvSpPr>
        <p:spPr/>
        <p:txBody>
          <a:bodyPr/>
          <a:lstStyle/>
          <a:p>
            <a:fld id="{233E71FE-A542-4040-BA29-68F56A442EAC}" type="slidenum">
              <a:rPr lang="en-PS" smtClean="0"/>
              <a:t>5</a:t>
            </a:fld>
            <a:endParaRPr lang="en-PS"/>
          </a:p>
        </p:txBody>
      </p:sp>
      <p:sp>
        <p:nvSpPr>
          <p:cNvPr id="22" name="TextBox 21">
            <a:extLst>
              <a:ext uri="{FF2B5EF4-FFF2-40B4-BE49-F238E27FC236}">
                <a16:creationId xmlns:a16="http://schemas.microsoft.com/office/drawing/2014/main" id="{8AB3491C-548A-1845-A775-AFD3DCF14553}"/>
              </a:ext>
            </a:extLst>
          </p:cNvPr>
          <p:cNvSpPr txBox="1"/>
          <p:nvPr/>
        </p:nvSpPr>
        <p:spPr>
          <a:xfrm>
            <a:off x="339646" y="1117205"/>
            <a:ext cx="5591980" cy="523220"/>
          </a:xfrm>
          <a:prstGeom prst="rect">
            <a:avLst/>
          </a:prstGeom>
          <a:noFill/>
        </p:spPr>
        <p:txBody>
          <a:bodyPr wrap="none" rtlCol="0">
            <a:spAutoFit/>
          </a:bodyPr>
          <a:lstStyle/>
          <a:p>
            <a:r>
              <a:rPr lang="en-IL" sz="2800" dirty="0">
                <a:solidFill>
                  <a:srgbClr val="0033CC"/>
                </a:solidFill>
              </a:rPr>
              <a:t>From data set into  Regression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66992" y="825418"/>
            <a:ext cx="196427" cy="386430"/>
          </a:xfrm>
          <a:prstGeom prst="rect">
            <a:avLst/>
          </a:prstGeom>
        </p:spPr>
        <p:txBody>
          <a:bodyPr vert="horz" wrap="square" lIns="0" tIns="16933" rIns="0" bIns="0" rtlCol="0">
            <a:spAutoFit/>
          </a:bodyPr>
          <a:lstStyle/>
          <a:p>
            <a:pPr marL="16933">
              <a:spcBef>
                <a:spcPts val="133"/>
              </a:spcBef>
            </a:pPr>
            <a:r>
              <a:rPr sz="2400" dirty="0">
                <a:latin typeface="Cambria Math"/>
                <a:cs typeface="Cambria Math"/>
              </a:rPr>
              <a:t>𝑥</a:t>
            </a:r>
            <a:endParaRPr sz="2400">
              <a:latin typeface="Cambria Math"/>
              <a:cs typeface="Cambria Math"/>
            </a:endParaRPr>
          </a:p>
        </p:txBody>
      </p:sp>
      <p:sp>
        <p:nvSpPr>
          <p:cNvPr id="3" name="object 3"/>
          <p:cNvSpPr txBox="1"/>
          <p:nvPr/>
        </p:nvSpPr>
        <p:spPr>
          <a:xfrm>
            <a:off x="1123103" y="1181525"/>
            <a:ext cx="1483360" cy="308696"/>
          </a:xfrm>
          <a:prstGeom prst="rect">
            <a:avLst/>
          </a:prstGeom>
        </p:spPr>
        <p:txBody>
          <a:bodyPr vert="horz" wrap="square" lIns="0" tIns="21167" rIns="0" bIns="0" rtlCol="0">
            <a:spAutoFit/>
          </a:bodyPr>
          <a:lstStyle/>
          <a:p>
            <a:pPr marL="50797">
              <a:spcBef>
                <a:spcPts val="167"/>
              </a:spcBef>
            </a:pPr>
            <a:r>
              <a:rPr sz="1867" spc="15" dirty="0">
                <a:latin typeface="Verdana"/>
                <a:cs typeface="Verdana"/>
              </a:rPr>
              <a:t>s</a:t>
            </a:r>
            <a:r>
              <a:rPr sz="1867" spc="80" dirty="0">
                <a:latin typeface="Verdana"/>
                <a:cs typeface="Verdana"/>
              </a:rPr>
              <a:t>i</a:t>
            </a:r>
            <a:r>
              <a:rPr sz="1867" spc="7" dirty="0">
                <a:latin typeface="Verdana"/>
                <a:cs typeface="Verdana"/>
              </a:rPr>
              <a:t>z</a:t>
            </a:r>
            <a:r>
              <a:rPr sz="1867" spc="20" dirty="0">
                <a:latin typeface="Verdana"/>
                <a:cs typeface="Verdana"/>
              </a:rPr>
              <a:t>e</a:t>
            </a:r>
            <a:r>
              <a:rPr sz="1867" spc="-193"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33" dirty="0">
                <a:latin typeface="Verdana"/>
                <a:cs typeface="Verdana"/>
              </a:rPr>
              <a:t>f</a:t>
            </a:r>
            <a:r>
              <a:rPr sz="1867" spc="-20" dirty="0">
                <a:latin typeface="Verdana"/>
                <a:cs typeface="Verdana"/>
              </a:rPr>
              <a:t>eet</a:t>
            </a:r>
            <a:r>
              <a:rPr sz="1801" baseline="27777" dirty="0">
                <a:latin typeface="Cambria Math"/>
                <a:cs typeface="Cambria Math"/>
              </a:rPr>
              <a:t>2</a:t>
            </a:r>
            <a:endParaRPr sz="1801" baseline="27777">
              <a:latin typeface="Cambria Math"/>
              <a:cs typeface="Cambria Math"/>
            </a:endParaRPr>
          </a:p>
        </p:txBody>
      </p:sp>
      <p:sp>
        <p:nvSpPr>
          <p:cNvPr id="4" name="object 4"/>
          <p:cNvSpPr txBox="1"/>
          <p:nvPr/>
        </p:nvSpPr>
        <p:spPr>
          <a:xfrm>
            <a:off x="3480142" y="847092"/>
            <a:ext cx="1900767" cy="671124"/>
          </a:xfrm>
          <a:prstGeom prst="rect">
            <a:avLst/>
          </a:prstGeom>
        </p:spPr>
        <p:txBody>
          <a:bodyPr vert="horz" wrap="square" lIns="0" tIns="16933" rIns="0" bIns="0" rtlCol="0">
            <a:spAutoFit/>
          </a:bodyPr>
          <a:lstStyle/>
          <a:p>
            <a:pPr marR="6773" algn="ctr">
              <a:lnSpc>
                <a:spcPts val="2860"/>
              </a:lnSpc>
              <a:spcBef>
                <a:spcPts val="133"/>
              </a:spcBef>
            </a:pPr>
            <a:r>
              <a:rPr sz="2400" dirty="0">
                <a:latin typeface="Cambria Math"/>
                <a:cs typeface="Cambria Math"/>
              </a:rPr>
              <a:t>𝑦</a:t>
            </a:r>
            <a:endParaRPr sz="2400">
              <a:latin typeface="Cambria Math"/>
              <a:cs typeface="Cambria Math"/>
            </a:endParaRPr>
          </a:p>
          <a:p>
            <a:pPr algn="ctr">
              <a:lnSpc>
                <a:spcPts val="2219"/>
              </a:lnSpc>
            </a:pPr>
            <a:r>
              <a:rPr sz="1867" spc="27" dirty="0">
                <a:latin typeface="Verdana"/>
                <a:cs typeface="Verdana"/>
              </a:rPr>
              <a:t>p</a:t>
            </a:r>
            <a:r>
              <a:rPr sz="1867" dirty="0">
                <a:latin typeface="Verdana"/>
                <a:cs typeface="Verdana"/>
              </a:rPr>
              <a:t>r</a:t>
            </a:r>
            <a:r>
              <a:rPr sz="1867" spc="80" dirty="0">
                <a:latin typeface="Verdana"/>
                <a:cs typeface="Verdana"/>
              </a:rPr>
              <a:t>i</a:t>
            </a:r>
            <a:r>
              <a:rPr sz="1867" spc="20" dirty="0">
                <a:latin typeface="Verdana"/>
                <a:cs typeface="Verdana"/>
              </a:rPr>
              <a:t>ce</a:t>
            </a:r>
            <a:r>
              <a:rPr sz="1867" spc="-193"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27" dirty="0">
                <a:latin typeface="Verdana"/>
                <a:cs typeface="Verdana"/>
              </a:rPr>
              <a:t>$</a:t>
            </a:r>
            <a:r>
              <a:rPr sz="1867" spc="68" dirty="0">
                <a:latin typeface="Cambria Math"/>
                <a:cs typeface="Cambria Math"/>
              </a:rPr>
              <a:t>100</a:t>
            </a:r>
            <a:r>
              <a:rPr sz="1867" spc="60" dirty="0">
                <a:latin typeface="Cambria Math"/>
                <a:cs typeface="Cambria Math"/>
              </a:rPr>
              <a:t>0</a:t>
            </a:r>
            <a:r>
              <a:rPr sz="1867" dirty="0">
                <a:latin typeface="Verdana"/>
                <a:cs typeface="Verdana"/>
              </a:rPr>
              <a:t>'s</a:t>
            </a:r>
            <a:endParaRPr sz="1867">
              <a:latin typeface="Verdana"/>
              <a:cs typeface="Verdana"/>
            </a:endParaRPr>
          </a:p>
        </p:txBody>
      </p:sp>
      <p:sp>
        <p:nvSpPr>
          <p:cNvPr id="5" name="object 5"/>
          <p:cNvSpPr/>
          <p:nvPr/>
        </p:nvSpPr>
        <p:spPr>
          <a:xfrm>
            <a:off x="412749" y="1073237"/>
            <a:ext cx="5105401" cy="2595033"/>
          </a:xfrm>
          <a:custGeom>
            <a:avLst/>
            <a:gdLst/>
            <a:ahLst/>
            <a:cxnLst/>
            <a:rect l="l" t="t" r="r" b="b"/>
            <a:pathLst>
              <a:path w="3829050" h="1946275">
                <a:moveTo>
                  <a:pt x="0" y="428625"/>
                </a:moveTo>
                <a:lnTo>
                  <a:pt x="3828478" y="428625"/>
                </a:lnTo>
              </a:path>
              <a:path w="3829050" h="1946275">
                <a:moveTo>
                  <a:pt x="2095563" y="1946148"/>
                </a:moveTo>
                <a:lnTo>
                  <a:pt x="2095563" y="0"/>
                </a:lnTo>
              </a:path>
            </a:pathLst>
          </a:custGeom>
          <a:ln w="25400">
            <a:solidFill>
              <a:srgbClr val="000000"/>
            </a:solidFill>
          </a:ln>
        </p:spPr>
        <p:txBody>
          <a:bodyPr wrap="square" lIns="0" tIns="0" rIns="0" bIns="0" rtlCol="0"/>
          <a:lstStyle/>
          <a:p>
            <a:endParaRPr sz="2400"/>
          </a:p>
        </p:txBody>
      </p:sp>
      <p:sp>
        <p:nvSpPr>
          <p:cNvPr id="6" name="object 6"/>
          <p:cNvSpPr txBox="1"/>
          <p:nvPr/>
        </p:nvSpPr>
        <p:spPr>
          <a:xfrm>
            <a:off x="4004226" y="1695452"/>
            <a:ext cx="529167" cy="2212571"/>
          </a:xfrm>
          <a:prstGeom prst="rect">
            <a:avLst/>
          </a:prstGeom>
        </p:spPr>
        <p:txBody>
          <a:bodyPr vert="horz" wrap="square" lIns="0" tIns="16933" rIns="0" bIns="0" rtlCol="0">
            <a:spAutoFit/>
          </a:bodyPr>
          <a:lstStyle/>
          <a:p>
            <a:pPr marL="16933">
              <a:spcBef>
                <a:spcPts val="133"/>
              </a:spcBef>
            </a:pPr>
            <a:r>
              <a:rPr sz="2400" spc="-33" dirty="0">
                <a:latin typeface="Cambria Math"/>
                <a:cs typeface="Cambria Math"/>
              </a:rPr>
              <a:t>400</a:t>
            </a:r>
            <a:endParaRPr sz="2400">
              <a:latin typeface="Cambria Math"/>
              <a:cs typeface="Cambria Math"/>
            </a:endParaRPr>
          </a:p>
          <a:p>
            <a:pPr marL="16933">
              <a:spcBef>
                <a:spcPts val="27"/>
              </a:spcBef>
            </a:pPr>
            <a:r>
              <a:rPr sz="2400" spc="-33" dirty="0">
                <a:latin typeface="Cambria Math"/>
                <a:cs typeface="Cambria Math"/>
              </a:rPr>
              <a:t>232</a:t>
            </a:r>
            <a:endParaRPr sz="2400">
              <a:latin typeface="Cambria Math"/>
              <a:cs typeface="Cambria Math"/>
            </a:endParaRPr>
          </a:p>
          <a:p>
            <a:pPr marL="16933">
              <a:spcBef>
                <a:spcPts val="27"/>
              </a:spcBef>
            </a:pPr>
            <a:r>
              <a:rPr sz="2400" spc="-33" dirty="0">
                <a:latin typeface="Cambria Math"/>
                <a:cs typeface="Cambria Math"/>
              </a:rPr>
              <a:t>315</a:t>
            </a:r>
            <a:endParaRPr sz="2400">
              <a:latin typeface="Cambria Math"/>
              <a:cs typeface="Cambria Math"/>
            </a:endParaRPr>
          </a:p>
          <a:p>
            <a:pPr marL="16933">
              <a:spcBef>
                <a:spcPts val="27"/>
              </a:spcBef>
            </a:pPr>
            <a:r>
              <a:rPr sz="2400" spc="-33" dirty="0">
                <a:latin typeface="Cambria Math"/>
                <a:cs typeface="Cambria Math"/>
              </a:rPr>
              <a:t>178</a:t>
            </a:r>
            <a:endParaRPr sz="2400">
              <a:latin typeface="Cambria Math"/>
              <a:cs typeface="Cambria Math"/>
            </a:endParaRPr>
          </a:p>
          <a:p>
            <a:pPr marL="143927">
              <a:lnSpc>
                <a:spcPts val="2847"/>
              </a:lnSpc>
              <a:spcBef>
                <a:spcPts val="20"/>
              </a:spcBef>
            </a:pPr>
            <a:r>
              <a:rPr sz="2400" dirty="0">
                <a:latin typeface="Cambria Math"/>
                <a:cs typeface="Cambria Math"/>
              </a:rPr>
              <a:t>…</a:t>
            </a:r>
            <a:endParaRPr sz="2400">
              <a:latin typeface="Cambria Math"/>
              <a:cs typeface="Cambria Math"/>
            </a:endParaRPr>
          </a:p>
          <a:p>
            <a:pPr marL="16933">
              <a:lnSpc>
                <a:spcPts val="2847"/>
              </a:lnSpc>
            </a:pPr>
            <a:r>
              <a:rPr sz="2400" spc="-33" dirty="0">
                <a:latin typeface="Cambria Math"/>
                <a:cs typeface="Cambria Math"/>
              </a:rPr>
              <a:t>870</a:t>
            </a:r>
            <a:endParaRPr sz="2400">
              <a:latin typeface="Cambria Math"/>
              <a:cs typeface="Cambria Math"/>
            </a:endParaRPr>
          </a:p>
        </p:txBody>
      </p:sp>
      <p:sp>
        <p:nvSpPr>
          <p:cNvPr id="7" name="object 7"/>
          <p:cNvSpPr txBox="1"/>
          <p:nvPr/>
        </p:nvSpPr>
        <p:spPr>
          <a:xfrm>
            <a:off x="1460500" y="1732705"/>
            <a:ext cx="694267" cy="2212571"/>
          </a:xfrm>
          <a:prstGeom prst="rect">
            <a:avLst/>
          </a:prstGeom>
        </p:spPr>
        <p:txBody>
          <a:bodyPr vert="horz" wrap="square" lIns="0" tIns="16933" rIns="0" bIns="0" rtlCol="0">
            <a:spAutoFit/>
          </a:bodyPr>
          <a:lstStyle/>
          <a:p>
            <a:pPr marL="16933">
              <a:spcBef>
                <a:spcPts val="133"/>
              </a:spcBef>
            </a:pPr>
            <a:r>
              <a:rPr sz="2400" spc="-33" dirty="0">
                <a:latin typeface="Cambria Math"/>
                <a:cs typeface="Cambria Math"/>
              </a:rPr>
              <a:t>2104</a:t>
            </a:r>
            <a:endParaRPr sz="2400">
              <a:latin typeface="Cambria Math"/>
              <a:cs typeface="Cambria Math"/>
            </a:endParaRPr>
          </a:p>
          <a:p>
            <a:pPr marL="16933">
              <a:spcBef>
                <a:spcPts val="27"/>
              </a:spcBef>
            </a:pPr>
            <a:r>
              <a:rPr sz="2400" spc="-33" dirty="0">
                <a:latin typeface="Cambria Math"/>
                <a:cs typeface="Cambria Math"/>
              </a:rPr>
              <a:t>1416</a:t>
            </a:r>
            <a:endParaRPr sz="2400">
              <a:latin typeface="Cambria Math"/>
              <a:cs typeface="Cambria Math"/>
            </a:endParaRPr>
          </a:p>
          <a:p>
            <a:pPr marL="16933">
              <a:spcBef>
                <a:spcPts val="27"/>
              </a:spcBef>
            </a:pPr>
            <a:r>
              <a:rPr sz="2400" spc="-33" dirty="0">
                <a:latin typeface="Cambria Math"/>
                <a:cs typeface="Cambria Math"/>
              </a:rPr>
              <a:t>1534</a:t>
            </a:r>
            <a:endParaRPr sz="2400">
              <a:latin typeface="Cambria Math"/>
              <a:cs typeface="Cambria Math"/>
            </a:endParaRPr>
          </a:p>
          <a:p>
            <a:pPr marL="93130">
              <a:spcBef>
                <a:spcPts val="27"/>
              </a:spcBef>
            </a:pPr>
            <a:r>
              <a:rPr sz="2400" spc="-33" dirty="0">
                <a:latin typeface="Cambria Math"/>
                <a:cs typeface="Cambria Math"/>
              </a:rPr>
              <a:t>852</a:t>
            </a:r>
            <a:endParaRPr sz="2400">
              <a:latin typeface="Cambria Math"/>
              <a:cs typeface="Cambria Math"/>
            </a:endParaRPr>
          </a:p>
          <a:p>
            <a:pPr marL="1695" algn="ctr">
              <a:lnSpc>
                <a:spcPts val="2847"/>
              </a:lnSpc>
              <a:spcBef>
                <a:spcPts val="20"/>
              </a:spcBef>
            </a:pPr>
            <a:r>
              <a:rPr sz="2400" dirty="0">
                <a:latin typeface="Cambria Math"/>
                <a:cs typeface="Cambria Math"/>
              </a:rPr>
              <a:t>…</a:t>
            </a:r>
            <a:endParaRPr sz="2400">
              <a:latin typeface="Cambria Math"/>
              <a:cs typeface="Cambria Math"/>
            </a:endParaRPr>
          </a:p>
          <a:p>
            <a:pPr algn="ctr">
              <a:lnSpc>
                <a:spcPts val="2847"/>
              </a:lnSpc>
            </a:pPr>
            <a:r>
              <a:rPr sz="2400" spc="-33" dirty="0">
                <a:latin typeface="Cambria Math"/>
                <a:cs typeface="Cambria Math"/>
              </a:rPr>
              <a:t>3210</a:t>
            </a:r>
            <a:endParaRPr sz="2400">
              <a:latin typeface="Cambria Math"/>
              <a:cs typeface="Cambria Math"/>
            </a:endParaRPr>
          </a:p>
        </p:txBody>
      </p:sp>
      <p:sp>
        <p:nvSpPr>
          <p:cNvPr id="8" name="object 8"/>
          <p:cNvSpPr txBox="1"/>
          <p:nvPr/>
        </p:nvSpPr>
        <p:spPr>
          <a:xfrm>
            <a:off x="7143837" y="302636"/>
            <a:ext cx="4740487" cy="2233005"/>
          </a:xfrm>
          <a:prstGeom prst="rect">
            <a:avLst/>
          </a:prstGeom>
        </p:spPr>
        <p:txBody>
          <a:bodyPr vert="horz" wrap="square" lIns="0" tIns="74507" rIns="0" bIns="0" rtlCol="0">
            <a:spAutoFit/>
          </a:bodyPr>
          <a:lstStyle/>
          <a:p>
            <a:pPr marL="71117">
              <a:spcBef>
                <a:spcPts val="587"/>
              </a:spcBef>
            </a:pPr>
            <a:r>
              <a:rPr sz="2068" spc="20" dirty="0">
                <a:latin typeface="Verdana"/>
                <a:cs typeface="Verdana"/>
              </a:rPr>
              <a:t>Notation:</a:t>
            </a:r>
            <a:endParaRPr sz="2068" dirty="0">
              <a:latin typeface="Verdana"/>
              <a:cs typeface="Verdana"/>
            </a:endParaRPr>
          </a:p>
          <a:p>
            <a:pPr marL="59265">
              <a:spcBef>
                <a:spcPts val="468"/>
              </a:spcBef>
            </a:pPr>
            <a:r>
              <a:rPr sz="2068" spc="15" dirty="0">
                <a:latin typeface="Cambria Math"/>
                <a:cs typeface="Cambria Math"/>
              </a:rPr>
              <a:t>𝑥</a:t>
            </a:r>
            <a:r>
              <a:rPr sz="2068" spc="107" dirty="0">
                <a:latin typeface="Cambria Math"/>
                <a:cs typeface="Cambria Math"/>
              </a:rPr>
              <a:t> </a:t>
            </a:r>
            <a:r>
              <a:rPr sz="2068" spc="27" dirty="0">
                <a:latin typeface="Verdana"/>
                <a:cs typeface="Verdana"/>
              </a:rPr>
              <a:t>= </a:t>
            </a:r>
            <a:r>
              <a:rPr sz="2068" spc="7" dirty="0">
                <a:latin typeface="Verdana"/>
                <a:cs typeface="Verdana"/>
              </a:rPr>
              <a:t>“input”</a:t>
            </a:r>
            <a:r>
              <a:rPr sz="2068" spc="180" dirty="0">
                <a:latin typeface="Verdana"/>
                <a:cs typeface="Verdana"/>
              </a:rPr>
              <a:t> </a:t>
            </a:r>
            <a:r>
              <a:rPr sz="2068" spc="20" dirty="0">
                <a:latin typeface="Verdana"/>
                <a:cs typeface="Verdana"/>
              </a:rPr>
              <a:t>variable</a:t>
            </a:r>
            <a:r>
              <a:rPr lang="en-US" sz="2068" spc="20" dirty="0">
                <a:latin typeface="Verdana"/>
                <a:cs typeface="Verdana"/>
              </a:rPr>
              <a:t>.  </a:t>
            </a:r>
            <a:endParaRPr sz="2068" baseline="30000" dirty="0">
              <a:latin typeface="Verdana"/>
              <a:cs typeface="Verdana"/>
            </a:endParaRPr>
          </a:p>
          <a:p>
            <a:pPr marL="739951">
              <a:spcBef>
                <a:spcPts val="187"/>
              </a:spcBef>
            </a:pPr>
            <a:r>
              <a:rPr sz="2068" spc="15" dirty="0">
                <a:latin typeface="Verdana"/>
                <a:cs typeface="Verdana"/>
              </a:rPr>
              <a:t>feature</a:t>
            </a:r>
            <a:endParaRPr sz="2068" dirty="0">
              <a:latin typeface="Verdana"/>
              <a:cs typeface="Verdana"/>
            </a:endParaRPr>
          </a:p>
          <a:p>
            <a:pPr marR="1797384" algn="r">
              <a:lnSpc>
                <a:spcPts val="2480"/>
              </a:lnSpc>
              <a:spcBef>
                <a:spcPts val="580"/>
              </a:spcBef>
            </a:pPr>
            <a:r>
              <a:rPr sz="3100" spc="31" baseline="7168" dirty="0">
                <a:latin typeface="Cambria Math"/>
                <a:cs typeface="Cambria Math"/>
              </a:rPr>
              <a:t>𝑦 </a:t>
            </a:r>
            <a:r>
              <a:rPr sz="3100" spc="239" baseline="7168" dirty="0">
                <a:latin typeface="Cambria Math"/>
                <a:cs typeface="Cambria Math"/>
              </a:rPr>
              <a:t> </a:t>
            </a:r>
            <a:r>
              <a:rPr sz="3100" spc="41" baseline="7168" dirty="0">
                <a:latin typeface="Cambria Math"/>
                <a:cs typeface="Cambria Math"/>
              </a:rPr>
              <a:t>=</a:t>
            </a:r>
            <a:r>
              <a:rPr sz="3100" spc="289" baseline="7168" dirty="0">
                <a:latin typeface="Cambria Math"/>
                <a:cs typeface="Cambria Math"/>
              </a:rPr>
              <a:t> </a:t>
            </a:r>
            <a:r>
              <a:rPr sz="2068" spc="7" dirty="0">
                <a:latin typeface="Verdana"/>
                <a:cs typeface="Verdana"/>
              </a:rPr>
              <a:t>“output”</a:t>
            </a:r>
            <a:r>
              <a:rPr sz="2068" spc="167" dirty="0">
                <a:latin typeface="Verdana"/>
                <a:cs typeface="Verdana"/>
              </a:rPr>
              <a:t> </a:t>
            </a:r>
            <a:r>
              <a:rPr sz="2068" spc="20" dirty="0">
                <a:latin typeface="Verdana"/>
                <a:cs typeface="Verdana"/>
              </a:rPr>
              <a:t>variable</a:t>
            </a:r>
            <a:endParaRPr sz="2068" dirty="0">
              <a:latin typeface="Verdana"/>
              <a:cs typeface="Verdana"/>
            </a:endParaRPr>
          </a:p>
          <a:p>
            <a:pPr marR="1860033" algn="r">
              <a:lnSpc>
                <a:spcPts val="2480"/>
              </a:lnSpc>
            </a:pPr>
            <a:r>
              <a:rPr sz="2068" spc="20" dirty="0">
                <a:latin typeface="Verdana"/>
                <a:cs typeface="Verdana"/>
              </a:rPr>
              <a:t>“target”</a:t>
            </a:r>
            <a:r>
              <a:rPr sz="2068" spc="47" dirty="0">
                <a:latin typeface="Verdana"/>
                <a:cs typeface="Verdana"/>
              </a:rPr>
              <a:t> </a:t>
            </a:r>
            <a:r>
              <a:rPr sz="2068" spc="20" dirty="0">
                <a:latin typeface="Verdana"/>
                <a:cs typeface="Verdana"/>
              </a:rPr>
              <a:t>variable</a:t>
            </a:r>
            <a:endParaRPr sz="2068" dirty="0">
              <a:latin typeface="Verdana"/>
              <a:cs typeface="Verdana"/>
            </a:endParaRPr>
          </a:p>
          <a:p>
            <a:pPr marL="120221">
              <a:spcBef>
                <a:spcPts val="587"/>
              </a:spcBef>
            </a:pPr>
            <a:r>
              <a:rPr sz="2068" spc="33" dirty="0">
                <a:latin typeface="Cambria Math"/>
                <a:cs typeface="Cambria Math"/>
              </a:rPr>
              <a:t>𝑚</a:t>
            </a:r>
            <a:r>
              <a:rPr sz="2068" spc="272" dirty="0">
                <a:latin typeface="Cambria Math"/>
                <a:cs typeface="Cambria Math"/>
              </a:rPr>
              <a:t> </a:t>
            </a:r>
            <a:r>
              <a:rPr sz="2068" spc="27" dirty="0">
                <a:latin typeface="Verdana"/>
                <a:cs typeface="Verdana"/>
              </a:rPr>
              <a:t>=</a:t>
            </a:r>
            <a:r>
              <a:rPr sz="2068" spc="41" dirty="0">
                <a:latin typeface="Verdana"/>
                <a:cs typeface="Verdana"/>
              </a:rPr>
              <a:t> </a:t>
            </a:r>
            <a:r>
              <a:rPr sz="2068" spc="7" dirty="0">
                <a:latin typeface="Verdana"/>
                <a:cs typeface="Verdana"/>
              </a:rPr>
              <a:t>number</a:t>
            </a:r>
            <a:r>
              <a:rPr sz="2068" spc="260" dirty="0">
                <a:latin typeface="Verdana"/>
                <a:cs typeface="Verdana"/>
              </a:rPr>
              <a:t> </a:t>
            </a:r>
            <a:r>
              <a:rPr sz="2068" spc="20" dirty="0">
                <a:latin typeface="Verdana"/>
                <a:cs typeface="Verdana"/>
              </a:rPr>
              <a:t>of </a:t>
            </a:r>
            <a:r>
              <a:rPr sz="2068" spc="15" dirty="0">
                <a:latin typeface="Verdana"/>
                <a:cs typeface="Verdana"/>
              </a:rPr>
              <a:t>training</a:t>
            </a:r>
            <a:r>
              <a:rPr sz="2068" spc="148" dirty="0">
                <a:latin typeface="Verdana"/>
                <a:cs typeface="Verdana"/>
              </a:rPr>
              <a:t> </a:t>
            </a:r>
            <a:r>
              <a:rPr sz="2068" spc="20" dirty="0">
                <a:latin typeface="Verdana"/>
                <a:cs typeface="Verdana"/>
              </a:rPr>
              <a:t>examples</a:t>
            </a:r>
            <a:endParaRPr sz="2068" dirty="0">
              <a:latin typeface="Verdana"/>
              <a:cs typeface="Verdana"/>
            </a:endParaRPr>
          </a:p>
        </p:txBody>
      </p:sp>
      <p:sp>
        <p:nvSpPr>
          <p:cNvPr id="10" name="object 10"/>
          <p:cNvSpPr txBox="1"/>
          <p:nvPr/>
        </p:nvSpPr>
        <p:spPr>
          <a:xfrm>
            <a:off x="6896946" y="4617635"/>
            <a:ext cx="4299375" cy="339602"/>
          </a:xfrm>
          <a:prstGeom prst="rect">
            <a:avLst/>
          </a:prstGeom>
        </p:spPr>
        <p:txBody>
          <a:bodyPr vert="horz" wrap="square" lIns="0" tIns="21167" rIns="0" bIns="0" rtlCol="0">
            <a:spAutoFit/>
          </a:bodyPr>
          <a:lstStyle/>
          <a:p>
            <a:pPr marL="50797">
              <a:spcBef>
                <a:spcPts val="167"/>
              </a:spcBef>
            </a:pPr>
            <a:r>
              <a:rPr sz="2068" spc="80" dirty="0">
                <a:latin typeface="Cambria Math"/>
                <a:cs typeface="Cambria Math"/>
              </a:rPr>
              <a:t>(𝑥</a:t>
            </a:r>
            <a:r>
              <a:rPr sz="2201" spc="119" baseline="30303" dirty="0">
                <a:latin typeface="Cambria Math"/>
                <a:cs typeface="Cambria Math"/>
              </a:rPr>
              <a:t>(i)</a:t>
            </a:r>
            <a:r>
              <a:rPr sz="2068" spc="80" dirty="0">
                <a:latin typeface="Cambria Math"/>
                <a:cs typeface="Cambria Math"/>
              </a:rPr>
              <a:t>,</a:t>
            </a:r>
            <a:r>
              <a:rPr sz="2068" spc="-95" dirty="0">
                <a:latin typeface="Cambria Math"/>
                <a:cs typeface="Cambria Math"/>
              </a:rPr>
              <a:t> </a:t>
            </a:r>
            <a:r>
              <a:rPr sz="2068" spc="100" dirty="0">
                <a:latin typeface="Cambria Math"/>
                <a:cs typeface="Cambria Math"/>
              </a:rPr>
              <a:t>𝑦</a:t>
            </a:r>
            <a:r>
              <a:rPr sz="2201" spc="149" baseline="30303" dirty="0">
                <a:latin typeface="Cambria Math"/>
                <a:cs typeface="Cambria Math"/>
              </a:rPr>
              <a:t>(i)</a:t>
            </a:r>
            <a:r>
              <a:rPr sz="2068" spc="100" dirty="0">
                <a:latin typeface="Cambria Math"/>
                <a:cs typeface="Cambria Math"/>
              </a:rPr>
              <a:t>)</a:t>
            </a:r>
            <a:r>
              <a:rPr sz="2068" spc="260" dirty="0">
                <a:latin typeface="Cambria Math"/>
                <a:cs typeface="Cambria Math"/>
              </a:rPr>
              <a:t> </a:t>
            </a:r>
            <a:r>
              <a:rPr sz="2068" spc="27" dirty="0">
                <a:latin typeface="Verdana"/>
                <a:cs typeface="Verdana"/>
              </a:rPr>
              <a:t>=</a:t>
            </a:r>
            <a:r>
              <a:rPr sz="2068" spc="41" dirty="0">
                <a:latin typeface="Verdana"/>
                <a:cs typeface="Verdana"/>
              </a:rPr>
              <a:t> </a:t>
            </a:r>
            <a:r>
              <a:rPr sz="2068" spc="20" dirty="0">
                <a:latin typeface="Cambria Math"/>
                <a:cs typeface="Cambria Math"/>
              </a:rPr>
              <a:t>i</a:t>
            </a:r>
            <a:r>
              <a:rPr sz="2100" spc="31" baseline="23809" dirty="0">
                <a:latin typeface="Verdana"/>
                <a:cs typeface="Verdana"/>
              </a:rPr>
              <a:t>th</a:t>
            </a:r>
            <a:r>
              <a:rPr sz="2100" spc="469" baseline="23809" dirty="0">
                <a:latin typeface="Verdana"/>
                <a:cs typeface="Verdana"/>
              </a:rPr>
              <a:t> </a:t>
            </a:r>
            <a:r>
              <a:rPr sz="2068" spc="15" dirty="0">
                <a:latin typeface="Verdana"/>
                <a:cs typeface="Verdana"/>
              </a:rPr>
              <a:t>training</a:t>
            </a:r>
            <a:r>
              <a:rPr sz="2068" spc="47" dirty="0">
                <a:latin typeface="Verdana"/>
                <a:cs typeface="Verdana"/>
              </a:rPr>
              <a:t> </a:t>
            </a:r>
            <a:r>
              <a:rPr sz="2068" spc="20" dirty="0">
                <a:latin typeface="Verdana"/>
                <a:cs typeface="Verdana"/>
              </a:rPr>
              <a:t>example</a:t>
            </a:r>
            <a:endParaRPr sz="2068">
              <a:latin typeface="Verdana"/>
              <a:cs typeface="Verdana"/>
            </a:endParaRPr>
          </a:p>
        </p:txBody>
      </p:sp>
      <p:sp>
        <p:nvSpPr>
          <p:cNvPr id="11" name="object 11"/>
          <p:cNvSpPr txBox="1"/>
          <p:nvPr/>
        </p:nvSpPr>
        <p:spPr>
          <a:xfrm>
            <a:off x="590736" y="5700878"/>
            <a:ext cx="1875367" cy="432663"/>
          </a:xfrm>
          <a:prstGeom prst="rect">
            <a:avLst/>
          </a:prstGeom>
        </p:spPr>
        <p:txBody>
          <a:bodyPr vert="horz" wrap="square" lIns="0" tIns="22015" rIns="0" bIns="0" rtlCol="0">
            <a:spAutoFit/>
          </a:bodyPr>
          <a:lstStyle/>
          <a:p>
            <a:pPr marL="50797">
              <a:spcBef>
                <a:spcPts val="175"/>
              </a:spcBef>
            </a:pPr>
            <a:r>
              <a:rPr sz="4000" spc="89" baseline="-9722" dirty="0">
                <a:solidFill>
                  <a:srgbClr val="FF9300"/>
                </a:solidFill>
                <a:latin typeface="Cambria Math"/>
                <a:cs typeface="Cambria Math"/>
              </a:rPr>
              <a:t>𝑥</a:t>
            </a:r>
            <a:r>
              <a:rPr sz="3001" spc="89" baseline="14814" dirty="0">
                <a:solidFill>
                  <a:srgbClr val="0096FF"/>
                </a:solidFill>
                <a:latin typeface="Cambria Math"/>
                <a:cs typeface="Cambria Math"/>
              </a:rPr>
              <a:t>(2)</a:t>
            </a:r>
            <a:r>
              <a:rPr sz="3001" spc="489" baseline="14814" dirty="0">
                <a:solidFill>
                  <a:srgbClr val="0096FF"/>
                </a:solidFill>
                <a:latin typeface="Cambria Math"/>
                <a:cs typeface="Cambria Math"/>
              </a:rPr>
              <a:t> </a:t>
            </a:r>
            <a:r>
              <a:rPr sz="2667" spc="27" dirty="0">
                <a:solidFill>
                  <a:srgbClr val="FF9300"/>
                </a:solidFill>
                <a:latin typeface="Cambria Math"/>
                <a:cs typeface="Cambria Math"/>
              </a:rPr>
              <a:t>=</a:t>
            </a:r>
            <a:r>
              <a:rPr sz="2667" spc="47" dirty="0">
                <a:solidFill>
                  <a:srgbClr val="FF9300"/>
                </a:solidFill>
                <a:latin typeface="Cambria Math"/>
                <a:cs typeface="Cambria Math"/>
              </a:rPr>
              <a:t> </a:t>
            </a:r>
            <a:r>
              <a:rPr sz="2667" spc="20" dirty="0">
                <a:solidFill>
                  <a:srgbClr val="FF9300"/>
                </a:solidFill>
                <a:latin typeface="Cambria Math"/>
                <a:cs typeface="Cambria Math"/>
              </a:rPr>
              <a:t>1416</a:t>
            </a:r>
            <a:endParaRPr sz="2667" dirty="0">
              <a:latin typeface="Cambria Math"/>
              <a:cs typeface="Cambria Math"/>
            </a:endParaRPr>
          </a:p>
        </p:txBody>
      </p:sp>
      <p:sp>
        <p:nvSpPr>
          <p:cNvPr id="12" name="object 12"/>
          <p:cNvSpPr txBox="1"/>
          <p:nvPr/>
        </p:nvSpPr>
        <p:spPr>
          <a:xfrm>
            <a:off x="405129" y="1692911"/>
            <a:ext cx="643467" cy="2212571"/>
          </a:xfrm>
          <a:prstGeom prst="rect">
            <a:avLst/>
          </a:prstGeom>
        </p:spPr>
        <p:txBody>
          <a:bodyPr vert="horz" wrap="square" lIns="0" tIns="16933" rIns="0" bIns="0" rtlCol="0">
            <a:spAutoFit/>
          </a:bodyPr>
          <a:lstStyle/>
          <a:p>
            <a:pPr marL="16933">
              <a:spcBef>
                <a:spcPts val="133"/>
              </a:spcBef>
            </a:pPr>
            <a:r>
              <a:rPr sz="2400" spc="-15" dirty="0">
                <a:latin typeface="Verdana"/>
                <a:cs typeface="Verdana"/>
              </a:rPr>
              <a:t>(</a:t>
            </a:r>
            <a:r>
              <a:rPr sz="2400" spc="-15" dirty="0">
                <a:latin typeface="Cambria Math"/>
                <a:cs typeface="Cambria Math"/>
              </a:rPr>
              <a:t>1</a:t>
            </a:r>
            <a:r>
              <a:rPr sz="2400" spc="-15" dirty="0">
                <a:latin typeface="Verdana"/>
                <a:cs typeface="Verdana"/>
              </a:rPr>
              <a:t>)</a:t>
            </a:r>
            <a:endParaRPr sz="2400">
              <a:latin typeface="Verdana"/>
              <a:cs typeface="Verdana"/>
            </a:endParaRPr>
          </a:p>
          <a:p>
            <a:pPr marL="16933">
              <a:spcBef>
                <a:spcPts val="27"/>
              </a:spcBef>
            </a:pPr>
            <a:r>
              <a:rPr sz="2400" spc="-15" dirty="0">
                <a:latin typeface="Verdana"/>
                <a:cs typeface="Verdana"/>
              </a:rPr>
              <a:t>(</a:t>
            </a:r>
            <a:r>
              <a:rPr sz="2400" spc="-15" dirty="0">
                <a:latin typeface="Cambria Math"/>
                <a:cs typeface="Cambria Math"/>
              </a:rPr>
              <a:t>2</a:t>
            </a:r>
            <a:r>
              <a:rPr sz="2400" spc="-15" dirty="0">
                <a:latin typeface="Verdana"/>
                <a:cs typeface="Verdana"/>
              </a:rPr>
              <a:t>)</a:t>
            </a:r>
            <a:endParaRPr sz="2400">
              <a:latin typeface="Verdana"/>
              <a:cs typeface="Verdana"/>
            </a:endParaRPr>
          </a:p>
          <a:p>
            <a:pPr marL="16933">
              <a:spcBef>
                <a:spcPts val="27"/>
              </a:spcBef>
            </a:pPr>
            <a:r>
              <a:rPr sz="2400" spc="-7" dirty="0">
                <a:latin typeface="Verdana"/>
                <a:cs typeface="Verdana"/>
              </a:rPr>
              <a:t>(</a:t>
            </a:r>
            <a:r>
              <a:rPr sz="2400" spc="-7" dirty="0">
                <a:latin typeface="Cambria Math"/>
                <a:cs typeface="Cambria Math"/>
              </a:rPr>
              <a:t>3</a:t>
            </a:r>
            <a:r>
              <a:rPr sz="2400" spc="-7" dirty="0">
                <a:latin typeface="Verdana"/>
                <a:cs typeface="Verdana"/>
              </a:rPr>
              <a:t>)</a:t>
            </a:r>
            <a:endParaRPr sz="2400">
              <a:latin typeface="Verdana"/>
              <a:cs typeface="Verdana"/>
            </a:endParaRPr>
          </a:p>
          <a:p>
            <a:pPr marL="16933">
              <a:spcBef>
                <a:spcPts val="27"/>
              </a:spcBef>
            </a:pPr>
            <a:r>
              <a:rPr sz="2400" spc="-15" dirty="0">
                <a:latin typeface="Verdana"/>
                <a:cs typeface="Verdana"/>
              </a:rPr>
              <a:t>(</a:t>
            </a:r>
            <a:r>
              <a:rPr sz="2400" spc="-15" dirty="0">
                <a:latin typeface="Cambria Math"/>
                <a:cs typeface="Cambria Math"/>
              </a:rPr>
              <a:t>4</a:t>
            </a:r>
            <a:r>
              <a:rPr sz="2400" spc="-15" dirty="0">
                <a:latin typeface="Verdana"/>
                <a:cs typeface="Verdana"/>
              </a:rPr>
              <a:t>)</a:t>
            </a:r>
            <a:endParaRPr sz="2400">
              <a:latin typeface="Verdana"/>
              <a:cs typeface="Verdana"/>
            </a:endParaRPr>
          </a:p>
          <a:p>
            <a:pPr marL="16933">
              <a:lnSpc>
                <a:spcPts val="2847"/>
              </a:lnSpc>
              <a:spcBef>
                <a:spcPts val="20"/>
              </a:spcBef>
            </a:pPr>
            <a:r>
              <a:rPr sz="2400" dirty="0">
                <a:latin typeface="Verdana"/>
                <a:cs typeface="Verdana"/>
              </a:rPr>
              <a:t>…</a:t>
            </a:r>
            <a:endParaRPr sz="2400">
              <a:latin typeface="Verdana"/>
              <a:cs typeface="Verdana"/>
            </a:endParaRPr>
          </a:p>
          <a:p>
            <a:pPr marL="16933">
              <a:lnSpc>
                <a:spcPts val="2847"/>
              </a:lnSpc>
            </a:pPr>
            <a:r>
              <a:rPr sz="2400" spc="7" dirty="0">
                <a:latin typeface="Verdana"/>
                <a:cs typeface="Verdana"/>
              </a:rPr>
              <a:t>(</a:t>
            </a:r>
            <a:r>
              <a:rPr sz="2400" spc="-33" dirty="0">
                <a:latin typeface="Cambria Math"/>
                <a:cs typeface="Cambria Math"/>
              </a:rPr>
              <a:t>47</a:t>
            </a:r>
            <a:r>
              <a:rPr sz="2400" dirty="0">
                <a:latin typeface="Verdana"/>
                <a:cs typeface="Verdana"/>
              </a:rPr>
              <a:t>)</a:t>
            </a:r>
            <a:endParaRPr sz="2400">
              <a:latin typeface="Verdana"/>
              <a:cs typeface="Verdana"/>
            </a:endParaRPr>
          </a:p>
        </p:txBody>
      </p:sp>
      <p:pic>
        <p:nvPicPr>
          <p:cNvPr id="15" name="object 15"/>
          <p:cNvPicPr/>
          <p:nvPr/>
        </p:nvPicPr>
        <p:blipFill>
          <a:blip r:embed="rId2" cstate="print"/>
          <a:stretch>
            <a:fillRect/>
          </a:stretch>
        </p:blipFill>
        <p:spPr>
          <a:xfrm>
            <a:off x="3921762" y="1696380"/>
            <a:ext cx="810091" cy="409785"/>
          </a:xfrm>
          <a:prstGeom prst="rect">
            <a:avLst/>
          </a:prstGeom>
        </p:spPr>
      </p:pic>
      <p:sp>
        <p:nvSpPr>
          <p:cNvPr id="16" name="object 16"/>
          <p:cNvSpPr/>
          <p:nvPr/>
        </p:nvSpPr>
        <p:spPr>
          <a:xfrm>
            <a:off x="1433594" y="4237904"/>
            <a:ext cx="189653" cy="106680"/>
          </a:xfrm>
          <a:custGeom>
            <a:avLst/>
            <a:gdLst/>
            <a:ahLst/>
            <a:cxnLst/>
            <a:rect l="l" t="t" r="r" b="b"/>
            <a:pathLst>
              <a:path w="142240" h="80010">
                <a:moveTo>
                  <a:pt x="109994" y="5588"/>
                </a:moveTo>
                <a:lnTo>
                  <a:pt x="108051" y="3683"/>
                </a:lnTo>
                <a:lnTo>
                  <a:pt x="105219" y="889"/>
                </a:lnTo>
                <a:lnTo>
                  <a:pt x="94526" y="889"/>
                </a:lnTo>
                <a:lnTo>
                  <a:pt x="91287" y="1270"/>
                </a:lnTo>
                <a:lnTo>
                  <a:pt x="91821" y="1270"/>
                </a:lnTo>
                <a:lnTo>
                  <a:pt x="86067" y="1524"/>
                </a:lnTo>
                <a:lnTo>
                  <a:pt x="85877" y="1651"/>
                </a:lnTo>
                <a:lnTo>
                  <a:pt x="81305" y="2032"/>
                </a:lnTo>
                <a:lnTo>
                  <a:pt x="71221" y="2667"/>
                </a:lnTo>
                <a:lnTo>
                  <a:pt x="66522" y="2667"/>
                </a:lnTo>
                <a:lnTo>
                  <a:pt x="57162" y="3048"/>
                </a:lnTo>
                <a:lnTo>
                  <a:pt x="46151" y="3048"/>
                </a:lnTo>
                <a:lnTo>
                  <a:pt x="42189" y="3429"/>
                </a:lnTo>
                <a:lnTo>
                  <a:pt x="24371" y="3429"/>
                </a:lnTo>
                <a:lnTo>
                  <a:pt x="20535" y="2667"/>
                </a:lnTo>
                <a:lnTo>
                  <a:pt x="19900" y="2540"/>
                </a:lnTo>
                <a:lnTo>
                  <a:pt x="20193" y="2667"/>
                </a:lnTo>
                <a:lnTo>
                  <a:pt x="8064" y="0"/>
                </a:lnTo>
                <a:lnTo>
                  <a:pt x="2501" y="3556"/>
                </a:lnTo>
                <a:lnTo>
                  <a:pt x="0" y="14859"/>
                </a:lnTo>
                <a:lnTo>
                  <a:pt x="3517" y="20447"/>
                </a:lnTo>
                <a:lnTo>
                  <a:pt x="15621" y="23241"/>
                </a:lnTo>
                <a:lnTo>
                  <a:pt x="16014" y="23241"/>
                </a:lnTo>
                <a:lnTo>
                  <a:pt x="21767" y="24384"/>
                </a:lnTo>
                <a:lnTo>
                  <a:pt x="23685" y="24511"/>
                </a:lnTo>
                <a:lnTo>
                  <a:pt x="26200" y="24511"/>
                </a:lnTo>
                <a:lnTo>
                  <a:pt x="29083" y="24638"/>
                </a:lnTo>
                <a:lnTo>
                  <a:pt x="44119" y="24638"/>
                </a:lnTo>
                <a:lnTo>
                  <a:pt x="48069" y="24257"/>
                </a:lnTo>
                <a:lnTo>
                  <a:pt x="57975" y="24257"/>
                </a:lnTo>
                <a:lnTo>
                  <a:pt x="67335" y="23876"/>
                </a:lnTo>
                <a:lnTo>
                  <a:pt x="72732" y="23876"/>
                </a:lnTo>
                <a:lnTo>
                  <a:pt x="82816" y="23241"/>
                </a:lnTo>
                <a:lnTo>
                  <a:pt x="87503" y="22860"/>
                </a:lnTo>
                <a:lnTo>
                  <a:pt x="93154" y="22479"/>
                </a:lnTo>
                <a:lnTo>
                  <a:pt x="93637" y="22479"/>
                </a:lnTo>
                <a:lnTo>
                  <a:pt x="96875" y="22098"/>
                </a:lnTo>
                <a:lnTo>
                  <a:pt x="105219" y="22098"/>
                </a:lnTo>
                <a:lnTo>
                  <a:pt x="109994" y="17399"/>
                </a:lnTo>
                <a:lnTo>
                  <a:pt x="109994" y="5588"/>
                </a:lnTo>
                <a:close/>
              </a:path>
              <a:path w="142240" h="80010">
                <a:moveTo>
                  <a:pt x="141732" y="64770"/>
                </a:moveTo>
                <a:lnTo>
                  <a:pt x="139433" y="61087"/>
                </a:lnTo>
                <a:lnTo>
                  <a:pt x="137452" y="58039"/>
                </a:lnTo>
                <a:lnTo>
                  <a:pt x="137375" y="57912"/>
                </a:lnTo>
                <a:lnTo>
                  <a:pt x="137134" y="57531"/>
                </a:lnTo>
                <a:lnTo>
                  <a:pt x="135813" y="56896"/>
                </a:lnTo>
                <a:lnTo>
                  <a:pt x="135559" y="56769"/>
                </a:lnTo>
                <a:lnTo>
                  <a:pt x="134772" y="56388"/>
                </a:lnTo>
                <a:lnTo>
                  <a:pt x="134251" y="56134"/>
                </a:lnTo>
                <a:lnTo>
                  <a:pt x="132943" y="55499"/>
                </a:lnTo>
                <a:lnTo>
                  <a:pt x="128663" y="56007"/>
                </a:lnTo>
                <a:lnTo>
                  <a:pt x="126326" y="56007"/>
                </a:lnTo>
                <a:lnTo>
                  <a:pt x="125933" y="56007"/>
                </a:lnTo>
                <a:lnTo>
                  <a:pt x="124155" y="56007"/>
                </a:lnTo>
                <a:lnTo>
                  <a:pt x="121640" y="56134"/>
                </a:lnTo>
                <a:lnTo>
                  <a:pt x="118872" y="56388"/>
                </a:lnTo>
                <a:lnTo>
                  <a:pt x="118478" y="56502"/>
                </a:lnTo>
                <a:lnTo>
                  <a:pt x="115227" y="56769"/>
                </a:lnTo>
                <a:lnTo>
                  <a:pt x="114858" y="56896"/>
                </a:lnTo>
                <a:lnTo>
                  <a:pt x="106121" y="56896"/>
                </a:lnTo>
                <a:lnTo>
                  <a:pt x="101079" y="57277"/>
                </a:lnTo>
                <a:lnTo>
                  <a:pt x="96456" y="57277"/>
                </a:lnTo>
                <a:lnTo>
                  <a:pt x="92481" y="57848"/>
                </a:lnTo>
                <a:lnTo>
                  <a:pt x="91059" y="58039"/>
                </a:lnTo>
                <a:lnTo>
                  <a:pt x="92367" y="57924"/>
                </a:lnTo>
                <a:lnTo>
                  <a:pt x="91935" y="57924"/>
                </a:lnTo>
                <a:lnTo>
                  <a:pt x="66598" y="58039"/>
                </a:lnTo>
                <a:lnTo>
                  <a:pt x="58089" y="58039"/>
                </a:lnTo>
                <a:lnTo>
                  <a:pt x="28930" y="57658"/>
                </a:lnTo>
                <a:lnTo>
                  <a:pt x="29324" y="57658"/>
                </a:lnTo>
                <a:lnTo>
                  <a:pt x="16116" y="57023"/>
                </a:lnTo>
                <a:lnTo>
                  <a:pt x="11252" y="61214"/>
                </a:lnTo>
                <a:lnTo>
                  <a:pt x="10185" y="72390"/>
                </a:lnTo>
                <a:lnTo>
                  <a:pt x="14160" y="77470"/>
                </a:lnTo>
                <a:lnTo>
                  <a:pt x="19748" y="78232"/>
                </a:lnTo>
                <a:lnTo>
                  <a:pt x="27254" y="79375"/>
                </a:lnTo>
                <a:lnTo>
                  <a:pt x="28663" y="79502"/>
                </a:lnTo>
                <a:lnTo>
                  <a:pt x="57823" y="79883"/>
                </a:lnTo>
                <a:lnTo>
                  <a:pt x="92519" y="79883"/>
                </a:lnTo>
                <a:lnTo>
                  <a:pt x="93941" y="79756"/>
                </a:lnTo>
                <a:lnTo>
                  <a:pt x="99352" y="79121"/>
                </a:lnTo>
                <a:lnTo>
                  <a:pt x="102641" y="79121"/>
                </a:lnTo>
                <a:lnTo>
                  <a:pt x="107683" y="78740"/>
                </a:lnTo>
                <a:lnTo>
                  <a:pt x="106908" y="78867"/>
                </a:lnTo>
                <a:lnTo>
                  <a:pt x="116611" y="78867"/>
                </a:lnTo>
                <a:lnTo>
                  <a:pt x="117436" y="78740"/>
                </a:lnTo>
                <a:lnTo>
                  <a:pt x="119126" y="78486"/>
                </a:lnTo>
                <a:lnTo>
                  <a:pt x="120218" y="78486"/>
                </a:lnTo>
                <a:lnTo>
                  <a:pt x="122783" y="78232"/>
                </a:lnTo>
                <a:lnTo>
                  <a:pt x="123266" y="78105"/>
                </a:lnTo>
                <a:lnTo>
                  <a:pt x="124079" y="78105"/>
                </a:lnTo>
                <a:lnTo>
                  <a:pt x="124802" y="78232"/>
                </a:lnTo>
                <a:lnTo>
                  <a:pt x="125933" y="78232"/>
                </a:lnTo>
                <a:lnTo>
                  <a:pt x="126326" y="78232"/>
                </a:lnTo>
                <a:lnTo>
                  <a:pt x="127469" y="78232"/>
                </a:lnTo>
                <a:lnTo>
                  <a:pt x="128079" y="78232"/>
                </a:lnTo>
                <a:lnTo>
                  <a:pt x="128663" y="78232"/>
                </a:lnTo>
                <a:lnTo>
                  <a:pt x="132943" y="78740"/>
                </a:lnTo>
                <a:lnTo>
                  <a:pt x="134772" y="77851"/>
                </a:lnTo>
                <a:lnTo>
                  <a:pt x="137134" y="76708"/>
                </a:lnTo>
                <a:lnTo>
                  <a:pt x="139433" y="73025"/>
                </a:lnTo>
                <a:lnTo>
                  <a:pt x="141732" y="69469"/>
                </a:lnTo>
                <a:lnTo>
                  <a:pt x="141732" y="64770"/>
                </a:lnTo>
                <a:close/>
              </a:path>
            </a:pathLst>
          </a:custGeom>
          <a:solidFill>
            <a:srgbClr val="FF9300"/>
          </a:solidFill>
        </p:spPr>
        <p:txBody>
          <a:bodyPr wrap="square" lIns="0" tIns="0" rIns="0" bIns="0" rtlCol="0"/>
          <a:lstStyle/>
          <a:p>
            <a:endParaRPr sz="2400"/>
          </a:p>
        </p:txBody>
      </p:sp>
      <p:pic>
        <p:nvPicPr>
          <p:cNvPr id="17" name="object 17"/>
          <p:cNvPicPr/>
          <p:nvPr/>
        </p:nvPicPr>
        <p:blipFill>
          <a:blip r:embed="rId3" cstate="print"/>
          <a:stretch>
            <a:fillRect/>
          </a:stretch>
        </p:blipFill>
        <p:spPr>
          <a:xfrm>
            <a:off x="1726186" y="4087876"/>
            <a:ext cx="234187" cy="254000"/>
          </a:xfrm>
          <a:prstGeom prst="rect">
            <a:avLst/>
          </a:prstGeom>
        </p:spPr>
      </p:pic>
      <p:pic>
        <p:nvPicPr>
          <p:cNvPr id="18" name="object 18"/>
          <p:cNvPicPr/>
          <p:nvPr/>
        </p:nvPicPr>
        <p:blipFill>
          <a:blip r:embed="rId4" cstate="print"/>
          <a:stretch>
            <a:fillRect/>
          </a:stretch>
        </p:blipFill>
        <p:spPr>
          <a:xfrm>
            <a:off x="2050798" y="4037921"/>
            <a:ext cx="681736" cy="340191"/>
          </a:xfrm>
          <a:prstGeom prst="rect">
            <a:avLst/>
          </a:prstGeom>
        </p:spPr>
      </p:pic>
      <p:pic>
        <p:nvPicPr>
          <p:cNvPr id="19" name="object 19"/>
          <p:cNvPicPr/>
          <p:nvPr/>
        </p:nvPicPr>
        <p:blipFill>
          <a:blip r:embed="rId5" cstate="print"/>
          <a:stretch>
            <a:fillRect/>
          </a:stretch>
        </p:blipFill>
        <p:spPr>
          <a:xfrm>
            <a:off x="1990006" y="4478188"/>
            <a:ext cx="319193" cy="282447"/>
          </a:xfrm>
          <a:prstGeom prst="rect">
            <a:avLst/>
          </a:prstGeom>
        </p:spPr>
      </p:pic>
      <p:pic>
        <p:nvPicPr>
          <p:cNvPr id="20" name="object 20"/>
          <p:cNvPicPr/>
          <p:nvPr/>
        </p:nvPicPr>
        <p:blipFill>
          <a:blip r:embed="rId6" cstate="print"/>
          <a:stretch>
            <a:fillRect/>
          </a:stretch>
        </p:blipFill>
        <p:spPr>
          <a:xfrm>
            <a:off x="1658774" y="4634821"/>
            <a:ext cx="246057" cy="364912"/>
          </a:xfrm>
          <a:prstGeom prst="rect">
            <a:avLst/>
          </a:prstGeom>
        </p:spPr>
      </p:pic>
      <p:pic>
        <p:nvPicPr>
          <p:cNvPr id="21" name="object 21"/>
          <p:cNvPicPr/>
          <p:nvPr/>
        </p:nvPicPr>
        <p:blipFill>
          <a:blip r:embed="rId7" cstate="print"/>
          <a:stretch>
            <a:fillRect/>
          </a:stretch>
        </p:blipFill>
        <p:spPr>
          <a:xfrm>
            <a:off x="2417235" y="4482252"/>
            <a:ext cx="122427" cy="502919"/>
          </a:xfrm>
          <a:prstGeom prst="rect">
            <a:avLst/>
          </a:prstGeom>
        </p:spPr>
      </p:pic>
      <p:pic>
        <p:nvPicPr>
          <p:cNvPr id="22" name="object 22"/>
          <p:cNvPicPr/>
          <p:nvPr/>
        </p:nvPicPr>
        <p:blipFill>
          <a:blip r:embed="rId8" cstate="print"/>
          <a:stretch>
            <a:fillRect/>
          </a:stretch>
        </p:blipFill>
        <p:spPr>
          <a:xfrm>
            <a:off x="83994" y="1267798"/>
            <a:ext cx="2328043" cy="3768344"/>
          </a:xfrm>
          <a:prstGeom prst="rect">
            <a:avLst/>
          </a:prstGeom>
        </p:spPr>
      </p:pic>
      <p:pic>
        <p:nvPicPr>
          <p:cNvPr id="23" name="object 23"/>
          <p:cNvPicPr/>
          <p:nvPr/>
        </p:nvPicPr>
        <p:blipFill>
          <a:blip r:embed="rId9" cstate="print"/>
          <a:stretch>
            <a:fillRect/>
          </a:stretch>
        </p:blipFill>
        <p:spPr>
          <a:xfrm>
            <a:off x="3447425" y="3859444"/>
            <a:ext cx="663312" cy="884089"/>
          </a:xfrm>
          <a:prstGeom prst="rect">
            <a:avLst/>
          </a:prstGeom>
        </p:spPr>
      </p:pic>
      <p:grpSp>
        <p:nvGrpSpPr>
          <p:cNvPr id="53" name="Group 52">
            <a:extLst>
              <a:ext uri="{FF2B5EF4-FFF2-40B4-BE49-F238E27FC236}">
                <a16:creationId xmlns:a16="http://schemas.microsoft.com/office/drawing/2014/main" id="{AC17B763-312F-8CF2-3C2B-63765538E6B1}"/>
              </a:ext>
            </a:extLst>
          </p:cNvPr>
          <p:cNvGrpSpPr/>
          <p:nvPr/>
        </p:nvGrpSpPr>
        <p:grpSpPr>
          <a:xfrm>
            <a:off x="5930054" y="2209122"/>
            <a:ext cx="988225" cy="299719"/>
            <a:chOff x="5490128" y="2391666"/>
            <a:chExt cx="988225" cy="299719"/>
          </a:xfrm>
        </p:grpSpPr>
        <p:pic>
          <p:nvPicPr>
            <p:cNvPr id="14" name="object 14"/>
            <p:cNvPicPr/>
            <p:nvPr/>
          </p:nvPicPr>
          <p:blipFill>
            <a:blip r:embed="rId10" cstate="print"/>
            <a:stretch>
              <a:fillRect/>
            </a:stretch>
          </p:blipFill>
          <p:spPr>
            <a:xfrm>
              <a:off x="5490128" y="2464815"/>
              <a:ext cx="221825" cy="198119"/>
            </a:xfrm>
            <a:prstGeom prst="rect">
              <a:avLst/>
            </a:prstGeom>
          </p:spPr>
        </p:pic>
        <p:pic>
          <p:nvPicPr>
            <p:cNvPr id="24" name="object 24"/>
            <p:cNvPicPr/>
            <p:nvPr/>
          </p:nvPicPr>
          <p:blipFill>
            <a:blip r:embed="rId11" cstate="print"/>
            <a:stretch>
              <a:fillRect/>
            </a:stretch>
          </p:blipFill>
          <p:spPr>
            <a:xfrm>
              <a:off x="5821340" y="2391666"/>
              <a:ext cx="657013" cy="299719"/>
            </a:xfrm>
            <a:prstGeom prst="rect">
              <a:avLst/>
            </a:prstGeom>
          </p:spPr>
        </p:pic>
      </p:grpSp>
      <p:grpSp>
        <p:nvGrpSpPr>
          <p:cNvPr id="51" name="Group 50">
            <a:extLst>
              <a:ext uri="{FF2B5EF4-FFF2-40B4-BE49-F238E27FC236}">
                <a16:creationId xmlns:a16="http://schemas.microsoft.com/office/drawing/2014/main" id="{DBDFAD0C-AF02-33A8-218A-B5E67E44D1CB}"/>
              </a:ext>
            </a:extLst>
          </p:cNvPr>
          <p:cNvGrpSpPr/>
          <p:nvPr/>
        </p:nvGrpSpPr>
        <p:grpSpPr>
          <a:xfrm>
            <a:off x="7037662" y="3022941"/>
            <a:ext cx="4846662" cy="475487"/>
            <a:chOff x="7037662" y="3022941"/>
            <a:chExt cx="4846662" cy="475487"/>
          </a:xfrm>
        </p:grpSpPr>
        <p:sp>
          <p:nvSpPr>
            <p:cNvPr id="9" name="object 9"/>
            <p:cNvSpPr txBox="1"/>
            <p:nvPr/>
          </p:nvSpPr>
          <p:spPr>
            <a:xfrm>
              <a:off x="8367269" y="3050116"/>
              <a:ext cx="3517055" cy="339602"/>
            </a:xfrm>
            <a:prstGeom prst="rect">
              <a:avLst/>
            </a:prstGeom>
          </p:spPr>
          <p:txBody>
            <a:bodyPr vert="horz" wrap="square" lIns="0" tIns="21167" rIns="0" bIns="0" rtlCol="0">
              <a:spAutoFit/>
            </a:bodyPr>
            <a:lstStyle/>
            <a:p>
              <a:pPr marL="16933">
                <a:spcBef>
                  <a:spcPts val="167"/>
                </a:spcBef>
              </a:pPr>
              <a:r>
                <a:rPr sz="2068" spc="27" dirty="0">
                  <a:latin typeface="Verdana"/>
                  <a:cs typeface="Verdana"/>
                </a:rPr>
                <a:t>=</a:t>
              </a:r>
              <a:r>
                <a:rPr sz="2068" spc="15" dirty="0">
                  <a:latin typeface="Verdana"/>
                  <a:cs typeface="Verdana"/>
                </a:rPr>
                <a:t> single</a:t>
              </a:r>
              <a:r>
                <a:rPr sz="2068" spc="87" dirty="0">
                  <a:latin typeface="Verdana"/>
                  <a:cs typeface="Verdana"/>
                </a:rPr>
                <a:t> </a:t>
              </a:r>
              <a:r>
                <a:rPr sz="2068" spc="15" dirty="0">
                  <a:latin typeface="Verdana"/>
                  <a:cs typeface="Verdana"/>
                </a:rPr>
                <a:t>training</a:t>
              </a:r>
              <a:r>
                <a:rPr sz="2068" spc="127" dirty="0">
                  <a:latin typeface="Verdana"/>
                  <a:cs typeface="Verdana"/>
                </a:rPr>
                <a:t> </a:t>
              </a:r>
              <a:r>
                <a:rPr sz="2068" spc="20" dirty="0">
                  <a:latin typeface="Verdana"/>
                  <a:cs typeface="Verdana"/>
                </a:rPr>
                <a:t>example</a:t>
              </a:r>
              <a:endParaRPr sz="2068">
                <a:latin typeface="Verdana"/>
                <a:cs typeface="Verdana"/>
              </a:endParaRPr>
            </a:p>
          </p:txBody>
        </p:sp>
        <p:pic>
          <p:nvPicPr>
            <p:cNvPr id="25" name="object 25"/>
            <p:cNvPicPr/>
            <p:nvPr/>
          </p:nvPicPr>
          <p:blipFill>
            <a:blip r:embed="rId12" cstate="print"/>
            <a:stretch>
              <a:fillRect/>
            </a:stretch>
          </p:blipFill>
          <p:spPr>
            <a:xfrm>
              <a:off x="7037662" y="3063578"/>
              <a:ext cx="126153" cy="411481"/>
            </a:xfrm>
            <a:prstGeom prst="rect">
              <a:avLst/>
            </a:prstGeom>
          </p:spPr>
        </p:pic>
        <p:pic>
          <p:nvPicPr>
            <p:cNvPr id="26" name="object 26"/>
            <p:cNvPicPr/>
            <p:nvPr/>
          </p:nvPicPr>
          <p:blipFill>
            <a:blip r:embed="rId13" cstate="print"/>
            <a:stretch>
              <a:fillRect/>
            </a:stretch>
          </p:blipFill>
          <p:spPr>
            <a:xfrm>
              <a:off x="7276594" y="3151970"/>
              <a:ext cx="472439" cy="283125"/>
            </a:xfrm>
            <a:prstGeom prst="rect">
              <a:avLst/>
            </a:prstGeom>
          </p:spPr>
        </p:pic>
        <p:pic>
          <p:nvPicPr>
            <p:cNvPr id="27" name="object 27"/>
            <p:cNvPicPr/>
            <p:nvPr/>
          </p:nvPicPr>
          <p:blipFill>
            <a:blip r:embed="rId14" cstate="print"/>
            <a:stretch>
              <a:fillRect/>
            </a:stretch>
          </p:blipFill>
          <p:spPr>
            <a:xfrm>
              <a:off x="7892959" y="3022941"/>
              <a:ext cx="371184" cy="475487"/>
            </a:xfrm>
            <a:prstGeom prst="rect">
              <a:avLst/>
            </a:prstGeom>
          </p:spPr>
        </p:pic>
      </p:grpSp>
      <p:pic>
        <p:nvPicPr>
          <p:cNvPr id="28" name="object 28"/>
          <p:cNvPicPr/>
          <p:nvPr/>
        </p:nvPicPr>
        <p:blipFill>
          <a:blip r:embed="rId15" cstate="print"/>
          <a:stretch>
            <a:fillRect/>
          </a:stretch>
        </p:blipFill>
        <p:spPr>
          <a:xfrm>
            <a:off x="7984069" y="4018957"/>
            <a:ext cx="819065" cy="578783"/>
          </a:xfrm>
          <a:prstGeom prst="rect">
            <a:avLst/>
          </a:prstGeom>
        </p:spPr>
      </p:pic>
      <p:sp>
        <p:nvSpPr>
          <p:cNvPr id="29" name="object 29"/>
          <p:cNvSpPr txBox="1"/>
          <p:nvPr/>
        </p:nvSpPr>
        <p:spPr>
          <a:xfrm>
            <a:off x="8454474" y="5049943"/>
            <a:ext cx="2077721" cy="339602"/>
          </a:xfrm>
          <a:prstGeom prst="rect">
            <a:avLst/>
          </a:prstGeom>
        </p:spPr>
        <p:txBody>
          <a:bodyPr vert="horz" wrap="square" lIns="0" tIns="21167" rIns="0" bIns="0" rtlCol="0">
            <a:spAutoFit/>
          </a:bodyPr>
          <a:lstStyle/>
          <a:p>
            <a:pPr marL="50797">
              <a:spcBef>
                <a:spcPts val="167"/>
              </a:spcBef>
            </a:pPr>
            <a:r>
              <a:rPr sz="2068" spc="47" dirty="0">
                <a:latin typeface="Verdana"/>
                <a:cs typeface="Verdana"/>
              </a:rPr>
              <a:t>(</a:t>
            </a:r>
            <a:r>
              <a:rPr sz="2068" spc="47" dirty="0">
                <a:latin typeface="Cambria Math"/>
                <a:cs typeface="Cambria Math"/>
              </a:rPr>
              <a:t>1</a:t>
            </a:r>
            <a:r>
              <a:rPr sz="2100" spc="69" baseline="23809" dirty="0">
                <a:latin typeface="Verdana"/>
                <a:cs typeface="Verdana"/>
              </a:rPr>
              <a:t>st</a:t>
            </a:r>
            <a:r>
              <a:rPr sz="2068" spc="47" dirty="0">
                <a:latin typeface="Verdana"/>
                <a:cs typeface="Verdana"/>
              </a:rPr>
              <a:t>,</a:t>
            </a:r>
            <a:r>
              <a:rPr sz="2068" spc="-127" dirty="0">
                <a:latin typeface="Verdana"/>
                <a:cs typeface="Verdana"/>
              </a:rPr>
              <a:t> </a:t>
            </a:r>
            <a:r>
              <a:rPr sz="2068" spc="27" dirty="0">
                <a:latin typeface="Cambria Math"/>
                <a:cs typeface="Cambria Math"/>
              </a:rPr>
              <a:t>2</a:t>
            </a:r>
            <a:r>
              <a:rPr sz="2100" spc="41" baseline="23809" dirty="0">
                <a:latin typeface="Verdana"/>
                <a:cs typeface="Verdana"/>
              </a:rPr>
              <a:t>nd</a:t>
            </a:r>
            <a:r>
              <a:rPr sz="2068" spc="27" dirty="0">
                <a:latin typeface="Verdana"/>
                <a:cs typeface="Verdana"/>
              </a:rPr>
              <a:t>,</a:t>
            </a:r>
            <a:r>
              <a:rPr sz="2068" spc="-20" dirty="0">
                <a:latin typeface="Verdana"/>
                <a:cs typeface="Verdana"/>
              </a:rPr>
              <a:t> </a:t>
            </a:r>
            <a:r>
              <a:rPr sz="2068" spc="15" dirty="0">
                <a:latin typeface="Cambria Math"/>
                <a:cs typeface="Cambria Math"/>
              </a:rPr>
              <a:t>3</a:t>
            </a:r>
            <a:r>
              <a:rPr sz="2100" spc="20" baseline="23809" dirty="0">
                <a:latin typeface="Verdana"/>
                <a:cs typeface="Verdana"/>
              </a:rPr>
              <a:t>rd</a:t>
            </a:r>
            <a:r>
              <a:rPr sz="2100" spc="300" baseline="23809" dirty="0">
                <a:latin typeface="Verdana"/>
                <a:cs typeface="Verdana"/>
              </a:rPr>
              <a:t> </a:t>
            </a:r>
            <a:r>
              <a:rPr sz="2068" dirty="0">
                <a:latin typeface="Verdana"/>
                <a:cs typeface="Verdana"/>
              </a:rPr>
              <a:t>…)</a:t>
            </a:r>
            <a:endParaRPr sz="2068">
              <a:latin typeface="Verdana"/>
              <a:cs typeface="Verdana"/>
            </a:endParaRPr>
          </a:p>
        </p:txBody>
      </p:sp>
      <p:pic>
        <p:nvPicPr>
          <p:cNvPr id="30" name="object 30"/>
          <p:cNvPicPr/>
          <p:nvPr/>
        </p:nvPicPr>
        <p:blipFill>
          <a:blip r:embed="rId16" cstate="print"/>
          <a:stretch>
            <a:fillRect/>
          </a:stretch>
        </p:blipFill>
        <p:spPr>
          <a:xfrm>
            <a:off x="6682404" y="4045543"/>
            <a:ext cx="1117769" cy="892725"/>
          </a:xfrm>
          <a:prstGeom prst="rect">
            <a:avLst/>
          </a:prstGeom>
        </p:spPr>
      </p:pic>
      <p:pic>
        <p:nvPicPr>
          <p:cNvPr id="31" name="object 31"/>
          <p:cNvPicPr/>
          <p:nvPr/>
        </p:nvPicPr>
        <p:blipFill>
          <a:blip r:embed="rId17" cstate="print"/>
          <a:stretch>
            <a:fillRect/>
          </a:stretch>
        </p:blipFill>
        <p:spPr>
          <a:xfrm>
            <a:off x="3503849" y="5490649"/>
            <a:ext cx="658367" cy="565776"/>
          </a:xfrm>
          <a:prstGeom prst="rect">
            <a:avLst/>
          </a:prstGeom>
        </p:spPr>
      </p:pic>
      <p:pic>
        <p:nvPicPr>
          <p:cNvPr id="32" name="object 32"/>
          <p:cNvPicPr/>
          <p:nvPr/>
        </p:nvPicPr>
        <p:blipFill>
          <a:blip r:embed="rId18" cstate="print"/>
          <a:stretch>
            <a:fillRect/>
          </a:stretch>
        </p:blipFill>
        <p:spPr>
          <a:xfrm>
            <a:off x="4277027" y="5665199"/>
            <a:ext cx="401665" cy="379221"/>
          </a:xfrm>
          <a:prstGeom prst="rect">
            <a:avLst/>
          </a:prstGeom>
        </p:spPr>
      </p:pic>
      <p:pic>
        <p:nvPicPr>
          <p:cNvPr id="33" name="object 33"/>
          <p:cNvPicPr/>
          <p:nvPr/>
        </p:nvPicPr>
        <p:blipFill>
          <a:blip r:embed="rId19" cstate="print"/>
          <a:stretch>
            <a:fillRect/>
          </a:stretch>
        </p:blipFill>
        <p:spPr>
          <a:xfrm>
            <a:off x="4784517" y="5587646"/>
            <a:ext cx="409109" cy="437065"/>
          </a:xfrm>
          <a:prstGeom prst="rect">
            <a:avLst/>
          </a:prstGeom>
        </p:spPr>
      </p:pic>
      <p:sp>
        <p:nvSpPr>
          <p:cNvPr id="34" name="object 34"/>
          <p:cNvSpPr txBox="1"/>
          <p:nvPr/>
        </p:nvSpPr>
        <p:spPr>
          <a:xfrm>
            <a:off x="5268548" y="5178172"/>
            <a:ext cx="2642447" cy="701430"/>
          </a:xfrm>
          <a:prstGeom prst="rect">
            <a:avLst/>
          </a:prstGeom>
        </p:spPr>
        <p:txBody>
          <a:bodyPr vert="horz" wrap="square" lIns="0" tIns="38945" rIns="0" bIns="0" rtlCol="0">
            <a:spAutoFit/>
          </a:bodyPr>
          <a:lstStyle/>
          <a:p>
            <a:pPr marL="1896438">
              <a:spcBef>
                <a:spcPts val="305"/>
              </a:spcBef>
            </a:pPr>
            <a:r>
              <a:rPr sz="2068" spc="27" dirty="0">
                <a:solidFill>
                  <a:srgbClr val="0096FF"/>
                </a:solidFill>
                <a:latin typeface="Verdana"/>
                <a:cs typeface="Verdana"/>
              </a:rPr>
              <a:t>i</a:t>
            </a:r>
            <a:r>
              <a:rPr sz="2068" spc="-15" dirty="0">
                <a:solidFill>
                  <a:srgbClr val="0096FF"/>
                </a:solidFill>
                <a:latin typeface="Verdana"/>
                <a:cs typeface="Verdana"/>
              </a:rPr>
              <a:t>n</a:t>
            </a:r>
            <a:r>
              <a:rPr sz="2068" spc="7" dirty="0">
                <a:solidFill>
                  <a:srgbClr val="0096FF"/>
                </a:solidFill>
                <a:latin typeface="Verdana"/>
                <a:cs typeface="Verdana"/>
              </a:rPr>
              <a:t>d</a:t>
            </a:r>
            <a:r>
              <a:rPr sz="2068" spc="60" dirty="0">
                <a:solidFill>
                  <a:srgbClr val="0096FF"/>
                </a:solidFill>
                <a:latin typeface="Verdana"/>
                <a:cs typeface="Verdana"/>
              </a:rPr>
              <a:t>e</a:t>
            </a:r>
            <a:r>
              <a:rPr sz="2068" spc="20" dirty="0">
                <a:solidFill>
                  <a:srgbClr val="0096FF"/>
                </a:solidFill>
                <a:latin typeface="Verdana"/>
                <a:cs typeface="Verdana"/>
              </a:rPr>
              <a:t>x</a:t>
            </a:r>
            <a:endParaRPr sz="2068" dirty="0">
              <a:latin typeface="Verdana"/>
              <a:cs typeface="Verdana"/>
            </a:endParaRPr>
          </a:p>
          <a:p>
            <a:pPr marL="16933">
              <a:spcBef>
                <a:spcPts val="187"/>
              </a:spcBef>
            </a:pPr>
            <a:r>
              <a:rPr sz="2068" spc="15" dirty="0">
                <a:solidFill>
                  <a:srgbClr val="7030A0"/>
                </a:solidFill>
                <a:latin typeface="Verdana"/>
                <a:cs typeface="Verdana"/>
              </a:rPr>
              <a:t>not</a:t>
            </a:r>
            <a:r>
              <a:rPr sz="2068" spc="-20" dirty="0">
                <a:solidFill>
                  <a:srgbClr val="7030A0"/>
                </a:solidFill>
                <a:latin typeface="Verdana"/>
                <a:cs typeface="Verdana"/>
              </a:rPr>
              <a:t> </a:t>
            </a:r>
            <a:r>
              <a:rPr sz="2068" spc="15" dirty="0">
                <a:solidFill>
                  <a:srgbClr val="7030A0"/>
                </a:solidFill>
                <a:latin typeface="Verdana"/>
                <a:cs typeface="Verdana"/>
              </a:rPr>
              <a:t>exponent</a:t>
            </a:r>
            <a:endParaRPr sz="2068" dirty="0">
              <a:latin typeface="Verdana"/>
              <a:cs typeface="Verdana"/>
            </a:endParaRPr>
          </a:p>
        </p:txBody>
      </p:sp>
      <p:grpSp>
        <p:nvGrpSpPr>
          <p:cNvPr id="35" name="object 35"/>
          <p:cNvGrpSpPr/>
          <p:nvPr/>
        </p:nvGrpSpPr>
        <p:grpSpPr>
          <a:xfrm>
            <a:off x="2757596" y="1341628"/>
            <a:ext cx="2910671" cy="3589187"/>
            <a:chOff x="2068194" y="1006221"/>
            <a:chExt cx="2183003" cy="2691890"/>
          </a:xfrm>
        </p:grpSpPr>
        <p:pic>
          <p:nvPicPr>
            <p:cNvPr id="37" name="object 37"/>
            <p:cNvPicPr/>
            <p:nvPr/>
          </p:nvPicPr>
          <p:blipFill>
            <a:blip r:embed="rId20" cstate="print"/>
            <a:stretch>
              <a:fillRect/>
            </a:stretch>
          </p:blipFill>
          <p:spPr>
            <a:xfrm>
              <a:off x="2206878" y="1006221"/>
              <a:ext cx="377951" cy="128270"/>
            </a:xfrm>
            <a:prstGeom prst="rect">
              <a:avLst/>
            </a:prstGeom>
          </p:spPr>
        </p:pic>
        <p:pic>
          <p:nvPicPr>
            <p:cNvPr id="39" name="object 39"/>
            <p:cNvPicPr/>
            <p:nvPr/>
          </p:nvPicPr>
          <p:blipFill>
            <a:blip r:embed="rId21" cstate="print"/>
            <a:stretch>
              <a:fillRect/>
            </a:stretch>
          </p:blipFill>
          <p:spPr>
            <a:xfrm>
              <a:off x="3121659" y="3104641"/>
              <a:ext cx="176529" cy="110997"/>
            </a:xfrm>
            <a:prstGeom prst="rect">
              <a:avLst/>
            </a:prstGeom>
          </p:spPr>
        </p:pic>
        <p:pic>
          <p:nvPicPr>
            <p:cNvPr id="40" name="object 40"/>
            <p:cNvPicPr/>
            <p:nvPr/>
          </p:nvPicPr>
          <p:blipFill>
            <a:blip r:embed="rId22" cstate="print"/>
            <a:stretch>
              <a:fillRect/>
            </a:stretch>
          </p:blipFill>
          <p:spPr>
            <a:xfrm>
              <a:off x="3387725" y="3017647"/>
              <a:ext cx="629158" cy="213232"/>
            </a:xfrm>
            <a:prstGeom prst="rect">
              <a:avLst/>
            </a:prstGeom>
          </p:spPr>
        </p:pic>
        <p:pic>
          <p:nvPicPr>
            <p:cNvPr id="41" name="object 41"/>
            <p:cNvPicPr/>
            <p:nvPr/>
          </p:nvPicPr>
          <p:blipFill>
            <a:blip r:embed="rId23" cstate="print"/>
            <a:stretch>
              <a:fillRect/>
            </a:stretch>
          </p:blipFill>
          <p:spPr>
            <a:xfrm>
              <a:off x="2068194" y="3450336"/>
              <a:ext cx="128397" cy="101600"/>
            </a:xfrm>
            <a:prstGeom prst="rect">
              <a:avLst/>
            </a:prstGeom>
          </p:spPr>
        </p:pic>
        <p:pic>
          <p:nvPicPr>
            <p:cNvPr id="42" name="object 42"/>
            <p:cNvPicPr/>
            <p:nvPr/>
          </p:nvPicPr>
          <p:blipFill>
            <a:blip r:embed="rId24" cstate="print"/>
            <a:stretch>
              <a:fillRect/>
            </a:stretch>
          </p:blipFill>
          <p:spPr>
            <a:xfrm>
              <a:off x="2351023" y="3369944"/>
              <a:ext cx="120523" cy="317500"/>
            </a:xfrm>
            <a:prstGeom prst="rect">
              <a:avLst/>
            </a:prstGeom>
          </p:spPr>
        </p:pic>
        <p:pic>
          <p:nvPicPr>
            <p:cNvPr id="43" name="object 43"/>
            <p:cNvPicPr/>
            <p:nvPr/>
          </p:nvPicPr>
          <p:blipFill>
            <a:blip r:embed="rId25" cstate="print"/>
            <a:stretch>
              <a:fillRect/>
            </a:stretch>
          </p:blipFill>
          <p:spPr>
            <a:xfrm>
              <a:off x="2550540" y="3410712"/>
              <a:ext cx="278129" cy="183641"/>
            </a:xfrm>
            <a:prstGeom prst="rect">
              <a:avLst/>
            </a:prstGeom>
          </p:spPr>
        </p:pic>
        <p:pic>
          <p:nvPicPr>
            <p:cNvPr id="44" name="object 44"/>
            <p:cNvPicPr/>
            <p:nvPr/>
          </p:nvPicPr>
          <p:blipFill>
            <a:blip r:embed="rId26" cstate="print"/>
            <a:stretch>
              <a:fillRect/>
            </a:stretch>
          </p:blipFill>
          <p:spPr>
            <a:xfrm>
              <a:off x="3149472" y="3375278"/>
              <a:ext cx="273257" cy="288543"/>
            </a:xfrm>
            <a:prstGeom prst="rect">
              <a:avLst/>
            </a:prstGeom>
          </p:spPr>
        </p:pic>
        <p:pic>
          <p:nvPicPr>
            <p:cNvPr id="45" name="object 45"/>
            <p:cNvPicPr/>
            <p:nvPr/>
          </p:nvPicPr>
          <p:blipFill>
            <a:blip r:embed="rId27" cstate="print"/>
            <a:stretch>
              <a:fillRect/>
            </a:stretch>
          </p:blipFill>
          <p:spPr>
            <a:xfrm>
              <a:off x="3523512" y="3378962"/>
              <a:ext cx="170727" cy="237109"/>
            </a:xfrm>
            <a:prstGeom prst="rect">
              <a:avLst/>
            </a:prstGeom>
          </p:spPr>
        </p:pic>
        <p:pic>
          <p:nvPicPr>
            <p:cNvPr id="46" name="object 46"/>
            <p:cNvPicPr/>
            <p:nvPr/>
          </p:nvPicPr>
          <p:blipFill>
            <a:blip r:embed="rId28" cstate="print"/>
            <a:stretch>
              <a:fillRect/>
            </a:stretch>
          </p:blipFill>
          <p:spPr>
            <a:xfrm>
              <a:off x="3765041" y="3346322"/>
              <a:ext cx="486156" cy="351789"/>
            </a:xfrm>
            <a:prstGeom prst="rect">
              <a:avLst/>
            </a:prstGeom>
          </p:spPr>
        </p:pic>
      </p:grpSp>
      <p:sp>
        <p:nvSpPr>
          <p:cNvPr id="47" name="object 47"/>
          <p:cNvSpPr txBox="1"/>
          <p:nvPr/>
        </p:nvSpPr>
        <p:spPr>
          <a:xfrm>
            <a:off x="370671" y="543864"/>
            <a:ext cx="6151544" cy="311775"/>
          </a:xfrm>
          <a:prstGeom prst="rect">
            <a:avLst/>
          </a:prstGeom>
        </p:spPr>
        <p:txBody>
          <a:bodyPr vert="horz" wrap="square" lIns="0" tIns="8468" rIns="0" bIns="0" rtlCol="0">
            <a:spAutoFit/>
          </a:bodyPr>
          <a:lstStyle/>
          <a:p>
            <a:pPr marL="16933" marR="6773">
              <a:lnSpc>
                <a:spcPct val="104200"/>
              </a:lnSpc>
              <a:spcBef>
                <a:spcPts val="68"/>
              </a:spcBef>
              <a:tabLst>
                <a:tab pos="1809236" algn="l"/>
              </a:tabLst>
            </a:pPr>
            <a:r>
              <a:rPr sz="2068" spc="20" dirty="0">
                <a:latin typeface="Verdana"/>
                <a:cs typeface="Verdana"/>
              </a:rPr>
              <a:t>Training</a:t>
            </a:r>
            <a:r>
              <a:rPr lang="en-GB" sz="2068" spc="20" dirty="0">
                <a:latin typeface="Verdana"/>
                <a:cs typeface="Verdana"/>
              </a:rPr>
              <a:t> Set:</a:t>
            </a:r>
            <a:r>
              <a:rPr sz="2068" spc="20" dirty="0">
                <a:latin typeface="Verdana"/>
                <a:cs typeface="Verdana"/>
              </a:rPr>
              <a:t>	</a:t>
            </a:r>
            <a:r>
              <a:rPr sz="2068" spc="15" dirty="0">
                <a:latin typeface="Verdana"/>
                <a:cs typeface="Verdana"/>
              </a:rPr>
              <a:t>Data</a:t>
            </a:r>
            <a:r>
              <a:rPr sz="2068" spc="87" dirty="0">
                <a:latin typeface="Verdana"/>
                <a:cs typeface="Verdana"/>
              </a:rPr>
              <a:t> </a:t>
            </a:r>
            <a:r>
              <a:rPr sz="2068" spc="20" dirty="0">
                <a:latin typeface="Verdana"/>
                <a:cs typeface="Verdana"/>
              </a:rPr>
              <a:t>used</a:t>
            </a:r>
            <a:r>
              <a:rPr sz="2068" spc="47" dirty="0">
                <a:latin typeface="Verdana"/>
                <a:cs typeface="Verdana"/>
              </a:rPr>
              <a:t> </a:t>
            </a:r>
            <a:r>
              <a:rPr sz="2068" dirty="0">
                <a:latin typeface="Verdana"/>
                <a:cs typeface="Verdana"/>
              </a:rPr>
              <a:t>to</a:t>
            </a:r>
            <a:r>
              <a:rPr sz="2068" spc="73" dirty="0">
                <a:latin typeface="Verdana"/>
                <a:cs typeface="Verdana"/>
              </a:rPr>
              <a:t> </a:t>
            </a:r>
            <a:r>
              <a:rPr sz="2068" spc="20" dirty="0">
                <a:latin typeface="Verdana"/>
                <a:cs typeface="Verdana"/>
              </a:rPr>
              <a:t>train </a:t>
            </a:r>
            <a:r>
              <a:rPr sz="2068" spc="-7" dirty="0">
                <a:latin typeface="Verdana"/>
                <a:cs typeface="Verdana"/>
              </a:rPr>
              <a:t>the</a:t>
            </a:r>
            <a:r>
              <a:rPr sz="2068" spc="100" dirty="0">
                <a:latin typeface="Verdana"/>
                <a:cs typeface="Verdana"/>
              </a:rPr>
              <a:t> </a:t>
            </a:r>
            <a:r>
              <a:rPr sz="2068" spc="20" dirty="0">
                <a:latin typeface="Verdana"/>
                <a:cs typeface="Verdana"/>
              </a:rPr>
              <a:t>model </a:t>
            </a:r>
            <a:r>
              <a:rPr sz="2068" spc="-708" dirty="0">
                <a:latin typeface="Verdana"/>
                <a:cs typeface="Verdana"/>
              </a:rPr>
              <a:t> </a:t>
            </a:r>
            <a:endParaRPr sz="2068" dirty="0">
              <a:latin typeface="Verdana"/>
              <a:cs typeface="Verdana"/>
            </a:endParaRPr>
          </a:p>
        </p:txBody>
      </p:sp>
      <p:sp>
        <p:nvSpPr>
          <p:cNvPr id="48" name="object 48"/>
          <p:cNvSpPr txBox="1">
            <a:spLocks noGrp="1"/>
          </p:cNvSpPr>
          <p:nvPr>
            <p:ph type="title"/>
          </p:nvPr>
        </p:nvSpPr>
        <p:spPr>
          <a:xfrm>
            <a:off x="491070" y="13643"/>
            <a:ext cx="2158153" cy="464572"/>
          </a:xfrm>
          <a:prstGeom prst="rect">
            <a:avLst/>
          </a:prstGeom>
        </p:spPr>
        <p:txBody>
          <a:bodyPr vert="horz" wrap="square" lIns="0" tIns="21167" rIns="0" bIns="0" rtlCol="0" anchor="ctr">
            <a:spAutoFit/>
          </a:bodyPr>
          <a:lstStyle/>
          <a:p>
            <a:pPr marL="16933">
              <a:spcBef>
                <a:spcPts val="167"/>
              </a:spcBef>
            </a:pPr>
            <a:r>
              <a:rPr sz="3200" spc="7" dirty="0"/>
              <a:t>Terminology</a:t>
            </a:r>
            <a:endParaRPr sz="3200" dirty="0"/>
          </a:p>
        </p:txBody>
      </p:sp>
      <p:sp>
        <p:nvSpPr>
          <p:cNvPr id="52" name="Slide Number Placeholder 51">
            <a:extLst>
              <a:ext uri="{FF2B5EF4-FFF2-40B4-BE49-F238E27FC236}">
                <a16:creationId xmlns:a16="http://schemas.microsoft.com/office/drawing/2014/main" id="{352F1472-6210-10D8-E1A0-2482F1EB80A4}"/>
              </a:ext>
            </a:extLst>
          </p:cNvPr>
          <p:cNvSpPr>
            <a:spLocks noGrp="1"/>
          </p:cNvSpPr>
          <p:nvPr>
            <p:ph type="sldNum" sz="quarter" idx="12"/>
          </p:nvPr>
        </p:nvSpPr>
        <p:spPr/>
        <p:txBody>
          <a:bodyPr/>
          <a:lstStyle/>
          <a:p>
            <a:fld id="{233E71FE-A542-4040-BA29-68F56A442EAC}" type="slidenum">
              <a:rPr lang="en-PS" smtClean="0"/>
              <a:t>6</a:t>
            </a:fld>
            <a:endParaRPr lang="en-PS"/>
          </a:p>
        </p:txBody>
      </p:sp>
      <mc:AlternateContent xmlns:mc="http://schemas.openxmlformats.org/markup-compatibility/2006">
        <mc:Choice xmlns:p14="http://schemas.microsoft.com/office/powerpoint/2010/main" Requires="p14">
          <p:contentPart p14:bwMode="auto" r:id="rId29">
            <p14:nvContentPartPr>
              <p14:cNvPr id="54" name="Ink 53">
                <a:extLst>
                  <a:ext uri="{FF2B5EF4-FFF2-40B4-BE49-F238E27FC236}">
                    <a16:creationId xmlns:a16="http://schemas.microsoft.com/office/drawing/2014/main" id="{1ABD988C-DC25-0549-97F5-B821DE75708C}"/>
                  </a:ext>
                </a:extLst>
              </p14:cNvPr>
              <p14:cNvContentPartPr/>
              <p14:nvPr/>
            </p14:nvContentPartPr>
            <p14:xfrm>
              <a:off x="188955" y="1615860"/>
              <a:ext cx="188640" cy="124560"/>
            </p14:xfrm>
          </p:contentPart>
        </mc:Choice>
        <mc:Fallback>
          <p:pic>
            <p:nvPicPr>
              <p:cNvPr id="54" name="Ink 53">
                <a:extLst>
                  <a:ext uri="{FF2B5EF4-FFF2-40B4-BE49-F238E27FC236}">
                    <a16:creationId xmlns:a16="http://schemas.microsoft.com/office/drawing/2014/main" id="{1ABD988C-DC25-0549-97F5-B821DE75708C}"/>
                  </a:ext>
                </a:extLst>
              </p:cNvPr>
              <p:cNvPicPr/>
              <p:nvPr/>
            </p:nvPicPr>
            <p:blipFill>
              <a:blip r:embed="rId30"/>
              <a:stretch>
                <a:fillRect/>
              </a:stretch>
            </p:blipFill>
            <p:spPr>
              <a:xfrm>
                <a:off x="125955" y="1553220"/>
                <a:ext cx="31428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55" name="Ink 54">
                <a:extLst>
                  <a:ext uri="{FF2B5EF4-FFF2-40B4-BE49-F238E27FC236}">
                    <a16:creationId xmlns:a16="http://schemas.microsoft.com/office/drawing/2014/main" id="{3D77420F-1A23-2E41-8CD7-2692ABD30451}"/>
                  </a:ext>
                </a:extLst>
              </p14:cNvPr>
              <p14:cNvContentPartPr/>
              <p14:nvPr/>
            </p14:nvContentPartPr>
            <p14:xfrm>
              <a:off x="187515" y="1565460"/>
              <a:ext cx="233280" cy="201960"/>
            </p14:xfrm>
          </p:contentPart>
        </mc:Choice>
        <mc:Fallback>
          <p:pic>
            <p:nvPicPr>
              <p:cNvPr id="55" name="Ink 54">
                <a:extLst>
                  <a:ext uri="{FF2B5EF4-FFF2-40B4-BE49-F238E27FC236}">
                    <a16:creationId xmlns:a16="http://schemas.microsoft.com/office/drawing/2014/main" id="{3D77420F-1A23-2E41-8CD7-2692ABD30451}"/>
                  </a:ext>
                </a:extLst>
              </p:cNvPr>
              <p:cNvPicPr/>
              <p:nvPr/>
            </p:nvPicPr>
            <p:blipFill>
              <a:blip r:embed="rId32"/>
              <a:stretch>
                <a:fillRect/>
              </a:stretch>
            </p:blipFill>
            <p:spPr>
              <a:xfrm>
                <a:off x="124875" y="1502820"/>
                <a:ext cx="358920" cy="32760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56" name="Ink 55">
                <a:extLst>
                  <a:ext uri="{FF2B5EF4-FFF2-40B4-BE49-F238E27FC236}">
                    <a16:creationId xmlns:a16="http://schemas.microsoft.com/office/drawing/2014/main" id="{602E7CFC-59F9-2741-84A3-3D759FFDBEEE}"/>
                  </a:ext>
                </a:extLst>
              </p14:cNvPr>
              <p14:cNvContentPartPr/>
              <p14:nvPr/>
            </p14:nvContentPartPr>
            <p14:xfrm>
              <a:off x="108315" y="2191500"/>
              <a:ext cx="196560" cy="323640"/>
            </p14:xfrm>
          </p:contentPart>
        </mc:Choice>
        <mc:Fallback>
          <p:pic>
            <p:nvPicPr>
              <p:cNvPr id="56" name="Ink 55">
                <a:extLst>
                  <a:ext uri="{FF2B5EF4-FFF2-40B4-BE49-F238E27FC236}">
                    <a16:creationId xmlns:a16="http://schemas.microsoft.com/office/drawing/2014/main" id="{602E7CFC-59F9-2741-84A3-3D759FFDBEEE}"/>
                  </a:ext>
                </a:extLst>
              </p:cNvPr>
              <p:cNvPicPr/>
              <p:nvPr/>
            </p:nvPicPr>
            <p:blipFill>
              <a:blip r:embed="rId34"/>
              <a:stretch>
                <a:fillRect/>
              </a:stretch>
            </p:blipFill>
            <p:spPr>
              <a:xfrm>
                <a:off x="45315" y="2128500"/>
                <a:ext cx="322200" cy="449280"/>
              </a:xfrm>
              <a:prstGeom prst="rect">
                <a:avLst/>
              </a:prstGeom>
            </p:spPr>
          </p:pic>
        </mc:Fallback>
      </mc:AlternateContent>
      <p:grpSp>
        <p:nvGrpSpPr>
          <p:cNvPr id="60" name="Group 59">
            <a:extLst>
              <a:ext uri="{FF2B5EF4-FFF2-40B4-BE49-F238E27FC236}">
                <a16:creationId xmlns:a16="http://schemas.microsoft.com/office/drawing/2014/main" id="{23DE8AB2-9FC9-A547-9A0D-A3CBC237D6A6}"/>
              </a:ext>
            </a:extLst>
          </p:cNvPr>
          <p:cNvGrpSpPr/>
          <p:nvPr/>
        </p:nvGrpSpPr>
        <p:grpSpPr>
          <a:xfrm>
            <a:off x="6687675" y="4735260"/>
            <a:ext cx="180000" cy="195480"/>
            <a:chOff x="6687675" y="4735260"/>
            <a:chExt cx="180000" cy="195480"/>
          </a:xfrm>
        </p:grpSpPr>
        <mc:AlternateContent xmlns:mc="http://schemas.openxmlformats.org/markup-compatibility/2006">
          <mc:Choice xmlns:p14="http://schemas.microsoft.com/office/powerpoint/2010/main" Requires="p14">
            <p:contentPart p14:bwMode="auto" r:id="rId35">
              <p14:nvContentPartPr>
                <p14:cNvPr id="57" name="Ink 56">
                  <a:extLst>
                    <a:ext uri="{FF2B5EF4-FFF2-40B4-BE49-F238E27FC236}">
                      <a16:creationId xmlns:a16="http://schemas.microsoft.com/office/drawing/2014/main" id="{ACB27FE2-7326-2047-879E-A1F51C866123}"/>
                    </a:ext>
                  </a:extLst>
                </p14:cNvPr>
                <p14:cNvContentPartPr/>
                <p14:nvPr/>
              </p14:nvContentPartPr>
              <p14:xfrm>
                <a:off x="6819075" y="4783140"/>
                <a:ext cx="360" cy="360"/>
              </p14:xfrm>
            </p:contentPart>
          </mc:Choice>
          <mc:Fallback>
            <p:pic>
              <p:nvPicPr>
                <p:cNvPr id="57" name="Ink 56">
                  <a:extLst>
                    <a:ext uri="{FF2B5EF4-FFF2-40B4-BE49-F238E27FC236}">
                      <a16:creationId xmlns:a16="http://schemas.microsoft.com/office/drawing/2014/main" id="{ACB27FE2-7326-2047-879E-A1F51C866123}"/>
                    </a:ext>
                  </a:extLst>
                </p:cNvPr>
                <p:cNvPicPr/>
                <p:nvPr/>
              </p:nvPicPr>
              <p:blipFill>
                <a:blip r:embed="rId36"/>
                <a:stretch>
                  <a:fillRect/>
                </a:stretch>
              </p:blipFill>
              <p:spPr>
                <a:xfrm>
                  <a:off x="6756075" y="472014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8" name="Ink 57">
                  <a:extLst>
                    <a:ext uri="{FF2B5EF4-FFF2-40B4-BE49-F238E27FC236}">
                      <a16:creationId xmlns:a16="http://schemas.microsoft.com/office/drawing/2014/main" id="{0BE8FE6E-7733-0248-BCBC-FAD240341C4F}"/>
                    </a:ext>
                  </a:extLst>
                </p14:cNvPr>
                <p14:cNvContentPartPr/>
                <p14:nvPr/>
              </p14:nvContentPartPr>
              <p14:xfrm>
                <a:off x="6830235" y="4854420"/>
                <a:ext cx="360" cy="360"/>
              </p14:xfrm>
            </p:contentPart>
          </mc:Choice>
          <mc:Fallback>
            <p:pic>
              <p:nvPicPr>
                <p:cNvPr id="58" name="Ink 57">
                  <a:extLst>
                    <a:ext uri="{FF2B5EF4-FFF2-40B4-BE49-F238E27FC236}">
                      <a16:creationId xmlns:a16="http://schemas.microsoft.com/office/drawing/2014/main" id="{0BE8FE6E-7733-0248-BCBC-FAD240341C4F}"/>
                    </a:ext>
                  </a:extLst>
                </p:cNvPr>
                <p:cNvPicPr/>
                <p:nvPr/>
              </p:nvPicPr>
              <p:blipFill>
                <a:blip r:embed="rId36"/>
                <a:stretch>
                  <a:fillRect/>
                </a:stretch>
              </p:blipFill>
              <p:spPr>
                <a:xfrm>
                  <a:off x="6767235" y="479142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59" name="Ink 58">
                  <a:extLst>
                    <a:ext uri="{FF2B5EF4-FFF2-40B4-BE49-F238E27FC236}">
                      <a16:creationId xmlns:a16="http://schemas.microsoft.com/office/drawing/2014/main" id="{DF739B52-20CE-194F-8E6A-E823A329751E}"/>
                    </a:ext>
                  </a:extLst>
                </p14:cNvPr>
                <p14:cNvContentPartPr/>
                <p14:nvPr/>
              </p14:nvContentPartPr>
              <p14:xfrm>
                <a:off x="6687675" y="4735260"/>
                <a:ext cx="180000" cy="195480"/>
              </p14:xfrm>
            </p:contentPart>
          </mc:Choice>
          <mc:Fallback>
            <p:pic>
              <p:nvPicPr>
                <p:cNvPr id="59" name="Ink 58">
                  <a:extLst>
                    <a:ext uri="{FF2B5EF4-FFF2-40B4-BE49-F238E27FC236}">
                      <a16:creationId xmlns:a16="http://schemas.microsoft.com/office/drawing/2014/main" id="{DF739B52-20CE-194F-8E6A-E823A329751E}"/>
                    </a:ext>
                  </a:extLst>
                </p:cNvPr>
                <p:cNvPicPr/>
                <p:nvPr/>
              </p:nvPicPr>
              <p:blipFill>
                <a:blip r:embed="rId39"/>
                <a:stretch>
                  <a:fillRect/>
                </a:stretch>
              </p:blipFill>
              <p:spPr>
                <a:xfrm>
                  <a:off x="6624675" y="4672260"/>
                  <a:ext cx="305640" cy="3211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0">
            <p14:nvContentPartPr>
              <p14:cNvPr id="61" name="Ink 60">
                <a:extLst>
                  <a:ext uri="{FF2B5EF4-FFF2-40B4-BE49-F238E27FC236}">
                    <a16:creationId xmlns:a16="http://schemas.microsoft.com/office/drawing/2014/main" id="{E22CF44F-1AE4-D844-A202-6225CDA88A36}"/>
                  </a:ext>
                </a:extLst>
              </p14:cNvPr>
              <p14:cNvContentPartPr/>
              <p14:nvPr/>
            </p14:nvContentPartPr>
            <p14:xfrm>
              <a:off x="302355" y="2407860"/>
              <a:ext cx="30600" cy="635760"/>
            </p14:xfrm>
          </p:contentPart>
        </mc:Choice>
        <mc:Fallback>
          <p:pic>
            <p:nvPicPr>
              <p:cNvPr id="61" name="Ink 60">
                <a:extLst>
                  <a:ext uri="{FF2B5EF4-FFF2-40B4-BE49-F238E27FC236}">
                    <a16:creationId xmlns:a16="http://schemas.microsoft.com/office/drawing/2014/main" id="{E22CF44F-1AE4-D844-A202-6225CDA88A36}"/>
                  </a:ext>
                </a:extLst>
              </p:cNvPr>
              <p:cNvPicPr/>
              <p:nvPr/>
            </p:nvPicPr>
            <p:blipFill>
              <a:blip r:embed="rId41"/>
              <a:stretch>
                <a:fillRect/>
              </a:stretch>
            </p:blipFill>
            <p:spPr>
              <a:xfrm>
                <a:off x="293715" y="2399220"/>
                <a:ext cx="48240" cy="6534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2" name="Ink 61">
                <a:extLst>
                  <a:ext uri="{FF2B5EF4-FFF2-40B4-BE49-F238E27FC236}">
                    <a16:creationId xmlns:a16="http://schemas.microsoft.com/office/drawing/2014/main" id="{649A4E52-E7BF-D843-9066-1298F13EE26A}"/>
                  </a:ext>
                </a:extLst>
              </p14:cNvPr>
              <p14:cNvContentPartPr/>
              <p14:nvPr/>
            </p14:nvContentPartPr>
            <p14:xfrm>
              <a:off x="228915" y="2419380"/>
              <a:ext cx="192240" cy="1390320"/>
            </p14:xfrm>
          </p:contentPart>
        </mc:Choice>
        <mc:Fallback>
          <p:pic>
            <p:nvPicPr>
              <p:cNvPr id="62" name="Ink 61">
                <a:extLst>
                  <a:ext uri="{FF2B5EF4-FFF2-40B4-BE49-F238E27FC236}">
                    <a16:creationId xmlns:a16="http://schemas.microsoft.com/office/drawing/2014/main" id="{649A4E52-E7BF-D843-9066-1298F13EE26A}"/>
                  </a:ext>
                </a:extLst>
              </p:cNvPr>
              <p:cNvPicPr/>
              <p:nvPr/>
            </p:nvPicPr>
            <p:blipFill>
              <a:blip r:embed="rId43"/>
              <a:stretch>
                <a:fillRect/>
              </a:stretch>
            </p:blipFill>
            <p:spPr>
              <a:xfrm>
                <a:off x="220275" y="2410380"/>
                <a:ext cx="209880" cy="14079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3" name="Ink 62">
                <a:extLst>
                  <a:ext uri="{FF2B5EF4-FFF2-40B4-BE49-F238E27FC236}">
                    <a16:creationId xmlns:a16="http://schemas.microsoft.com/office/drawing/2014/main" id="{11F4F325-BEB7-154F-9B39-9B69FE98CD3D}"/>
                  </a:ext>
                </a:extLst>
              </p14:cNvPr>
              <p14:cNvContentPartPr/>
              <p14:nvPr/>
            </p14:nvContentPartPr>
            <p14:xfrm>
              <a:off x="312435" y="4584780"/>
              <a:ext cx="360" cy="360"/>
            </p14:xfrm>
          </p:contentPart>
        </mc:Choice>
        <mc:Fallback>
          <p:pic>
            <p:nvPicPr>
              <p:cNvPr id="63" name="Ink 62">
                <a:extLst>
                  <a:ext uri="{FF2B5EF4-FFF2-40B4-BE49-F238E27FC236}">
                    <a16:creationId xmlns:a16="http://schemas.microsoft.com/office/drawing/2014/main" id="{11F4F325-BEB7-154F-9B39-9B69FE98CD3D}"/>
                  </a:ext>
                </a:extLst>
              </p:cNvPr>
              <p:cNvPicPr/>
              <p:nvPr/>
            </p:nvPicPr>
            <p:blipFill>
              <a:blip r:embed="rId45"/>
              <a:stretch>
                <a:fillRect/>
              </a:stretch>
            </p:blipFill>
            <p:spPr>
              <a:xfrm>
                <a:off x="294795" y="4566780"/>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4" name="Ink 63">
                <a:extLst>
                  <a:ext uri="{FF2B5EF4-FFF2-40B4-BE49-F238E27FC236}">
                    <a16:creationId xmlns:a16="http://schemas.microsoft.com/office/drawing/2014/main" id="{57D5548D-1908-6C45-A40A-01D3DAEA0AA3}"/>
                  </a:ext>
                </a:extLst>
              </p14:cNvPr>
              <p14:cNvContentPartPr/>
              <p14:nvPr/>
            </p14:nvContentPartPr>
            <p14:xfrm>
              <a:off x="9675" y="1457820"/>
              <a:ext cx="440640" cy="2578320"/>
            </p14:xfrm>
          </p:contentPart>
        </mc:Choice>
        <mc:Fallback>
          <p:pic>
            <p:nvPicPr>
              <p:cNvPr id="64" name="Ink 63">
                <a:extLst>
                  <a:ext uri="{FF2B5EF4-FFF2-40B4-BE49-F238E27FC236}">
                    <a16:creationId xmlns:a16="http://schemas.microsoft.com/office/drawing/2014/main" id="{57D5548D-1908-6C45-A40A-01D3DAEA0AA3}"/>
                  </a:ext>
                </a:extLst>
              </p:cNvPr>
              <p:cNvPicPr/>
              <p:nvPr/>
            </p:nvPicPr>
            <p:blipFill>
              <a:blip r:embed="rId47"/>
              <a:stretch>
                <a:fillRect/>
              </a:stretch>
            </p:blipFill>
            <p:spPr>
              <a:xfrm>
                <a:off x="-7965" y="1439820"/>
                <a:ext cx="476280" cy="26139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65" name="Ink 64">
                <a:extLst>
                  <a:ext uri="{FF2B5EF4-FFF2-40B4-BE49-F238E27FC236}">
                    <a16:creationId xmlns:a16="http://schemas.microsoft.com/office/drawing/2014/main" id="{775812D2-EAEF-2348-8E19-4ABC36AE1214}"/>
                  </a:ext>
                </a:extLst>
              </p14:cNvPr>
              <p14:cNvContentPartPr/>
              <p14:nvPr/>
            </p14:nvContentPartPr>
            <p14:xfrm>
              <a:off x="159075" y="1768500"/>
              <a:ext cx="360" cy="360"/>
            </p14:xfrm>
          </p:contentPart>
        </mc:Choice>
        <mc:Fallback>
          <p:pic>
            <p:nvPicPr>
              <p:cNvPr id="65" name="Ink 64">
                <a:extLst>
                  <a:ext uri="{FF2B5EF4-FFF2-40B4-BE49-F238E27FC236}">
                    <a16:creationId xmlns:a16="http://schemas.microsoft.com/office/drawing/2014/main" id="{775812D2-EAEF-2348-8E19-4ABC36AE1214}"/>
                  </a:ext>
                </a:extLst>
              </p:cNvPr>
              <p:cNvPicPr/>
              <p:nvPr/>
            </p:nvPicPr>
            <p:blipFill>
              <a:blip r:embed="rId49"/>
              <a:stretch>
                <a:fillRect/>
              </a:stretch>
            </p:blipFill>
            <p:spPr>
              <a:xfrm>
                <a:off x="123075" y="173286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66" name="Ink 65">
                <a:extLst>
                  <a:ext uri="{FF2B5EF4-FFF2-40B4-BE49-F238E27FC236}">
                    <a16:creationId xmlns:a16="http://schemas.microsoft.com/office/drawing/2014/main" id="{3F67F38C-5E60-F74A-8991-E8F9BEBA26F2}"/>
                  </a:ext>
                </a:extLst>
              </p14:cNvPr>
              <p14:cNvContentPartPr/>
              <p14:nvPr/>
            </p14:nvContentPartPr>
            <p14:xfrm>
              <a:off x="159075" y="1768500"/>
              <a:ext cx="121320" cy="1805040"/>
            </p14:xfrm>
          </p:contentPart>
        </mc:Choice>
        <mc:Fallback>
          <p:pic>
            <p:nvPicPr>
              <p:cNvPr id="66" name="Ink 65">
                <a:extLst>
                  <a:ext uri="{FF2B5EF4-FFF2-40B4-BE49-F238E27FC236}">
                    <a16:creationId xmlns:a16="http://schemas.microsoft.com/office/drawing/2014/main" id="{3F67F38C-5E60-F74A-8991-E8F9BEBA26F2}"/>
                  </a:ext>
                </a:extLst>
              </p:cNvPr>
              <p:cNvPicPr/>
              <p:nvPr/>
            </p:nvPicPr>
            <p:blipFill>
              <a:blip r:embed="rId51"/>
              <a:stretch>
                <a:fillRect/>
              </a:stretch>
            </p:blipFill>
            <p:spPr>
              <a:xfrm>
                <a:off x="123075" y="1732860"/>
                <a:ext cx="192960" cy="187668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67" name="Ink 66">
                <a:extLst>
                  <a:ext uri="{FF2B5EF4-FFF2-40B4-BE49-F238E27FC236}">
                    <a16:creationId xmlns:a16="http://schemas.microsoft.com/office/drawing/2014/main" id="{BD293AA3-E830-0A44-99AF-CB021D8A5066}"/>
                  </a:ext>
                </a:extLst>
              </p14:cNvPr>
              <p14:cNvContentPartPr/>
              <p14:nvPr/>
            </p14:nvContentPartPr>
            <p14:xfrm>
              <a:off x="184635" y="3406500"/>
              <a:ext cx="137520" cy="705240"/>
            </p14:xfrm>
          </p:contentPart>
        </mc:Choice>
        <mc:Fallback>
          <p:pic>
            <p:nvPicPr>
              <p:cNvPr id="67" name="Ink 66">
                <a:extLst>
                  <a:ext uri="{FF2B5EF4-FFF2-40B4-BE49-F238E27FC236}">
                    <a16:creationId xmlns:a16="http://schemas.microsoft.com/office/drawing/2014/main" id="{BD293AA3-E830-0A44-99AF-CB021D8A5066}"/>
                  </a:ext>
                </a:extLst>
              </p:cNvPr>
              <p:cNvPicPr/>
              <p:nvPr/>
            </p:nvPicPr>
            <p:blipFill>
              <a:blip r:embed="rId53"/>
              <a:stretch>
                <a:fillRect/>
              </a:stretch>
            </p:blipFill>
            <p:spPr>
              <a:xfrm>
                <a:off x="148995" y="3370500"/>
                <a:ext cx="209160" cy="7768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68" name="Ink 67">
                <a:extLst>
                  <a:ext uri="{FF2B5EF4-FFF2-40B4-BE49-F238E27FC236}">
                    <a16:creationId xmlns:a16="http://schemas.microsoft.com/office/drawing/2014/main" id="{3828338C-EFFE-9649-9DAD-B2DE74655B69}"/>
                  </a:ext>
                </a:extLst>
              </p14:cNvPr>
              <p14:cNvContentPartPr/>
              <p14:nvPr/>
            </p14:nvContentPartPr>
            <p14:xfrm>
              <a:off x="10826235" y="5139900"/>
              <a:ext cx="360" cy="360"/>
            </p14:xfrm>
          </p:contentPart>
        </mc:Choice>
        <mc:Fallback>
          <p:pic>
            <p:nvPicPr>
              <p:cNvPr id="68" name="Ink 67">
                <a:extLst>
                  <a:ext uri="{FF2B5EF4-FFF2-40B4-BE49-F238E27FC236}">
                    <a16:creationId xmlns:a16="http://schemas.microsoft.com/office/drawing/2014/main" id="{3828338C-EFFE-9649-9DAD-B2DE74655B69}"/>
                  </a:ext>
                </a:extLst>
              </p:cNvPr>
              <p:cNvPicPr/>
              <p:nvPr/>
            </p:nvPicPr>
            <p:blipFill>
              <a:blip r:embed="rId49"/>
              <a:stretch>
                <a:fillRect/>
              </a:stretch>
            </p:blipFill>
            <p:spPr>
              <a:xfrm>
                <a:off x="10790595" y="510390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69" name="Ink 68">
                <a:extLst>
                  <a:ext uri="{FF2B5EF4-FFF2-40B4-BE49-F238E27FC236}">
                    <a16:creationId xmlns:a16="http://schemas.microsoft.com/office/drawing/2014/main" id="{5E8D97C7-C8FD-4541-A080-92B47F91E371}"/>
                  </a:ext>
                </a:extLst>
              </p14:cNvPr>
              <p14:cNvContentPartPr/>
              <p14:nvPr/>
            </p14:nvContentPartPr>
            <p14:xfrm>
              <a:off x="1131435" y="2356380"/>
              <a:ext cx="106200" cy="360"/>
            </p14:xfrm>
          </p:contentPart>
        </mc:Choice>
        <mc:Fallback>
          <p:pic>
            <p:nvPicPr>
              <p:cNvPr id="69" name="Ink 68">
                <a:extLst>
                  <a:ext uri="{FF2B5EF4-FFF2-40B4-BE49-F238E27FC236}">
                    <a16:creationId xmlns:a16="http://schemas.microsoft.com/office/drawing/2014/main" id="{5E8D97C7-C8FD-4541-A080-92B47F91E371}"/>
                  </a:ext>
                </a:extLst>
              </p:cNvPr>
              <p:cNvPicPr/>
              <p:nvPr/>
            </p:nvPicPr>
            <p:blipFill>
              <a:blip r:embed="rId56"/>
              <a:stretch>
                <a:fillRect/>
              </a:stretch>
            </p:blipFill>
            <p:spPr>
              <a:xfrm>
                <a:off x="1095795" y="2320740"/>
                <a:ext cx="177840" cy="72000"/>
              </a:xfrm>
              <a:prstGeom prst="rect">
                <a:avLst/>
              </a:prstGeom>
            </p:spPr>
          </p:pic>
        </mc:Fallback>
      </mc:AlternateContent>
      <p:grpSp>
        <p:nvGrpSpPr>
          <p:cNvPr id="79" name="Group 78">
            <a:extLst>
              <a:ext uri="{FF2B5EF4-FFF2-40B4-BE49-F238E27FC236}">
                <a16:creationId xmlns:a16="http://schemas.microsoft.com/office/drawing/2014/main" id="{5A5E05F9-F1A6-744E-B907-4EE670FBED6A}"/>
              </a:ext>
            </a:extLst>
          </p:cNvPr>
          <p:cNvGrpSpPr/>
          <p:nvPr/>
        </p:nvGrpSpPr>
        <p:grpSpPr>
          <a:xfrm>
            <a:off x="1229715" y="4452660"/>
            <a:ext cx="360" cy="360"/>
            <a:chOff x="1229715" y="4452660"/>
            <a:chExt cx="360" cy="360"/>
          </a:xfrm>
        </p:grpSpPr>
        <mc:AlternateContent xmlns:mc="http://schemas.openxmlformats.org/markup-compatibility/2006">
          <mc:Choice xmlns:p14="http://schemas.microsoft.com/office/powerpoint/2010/main" Requires="p14">
            <p:contentPart p14:bwMode="auto" r:id="rId57">
              <p14:nvContentPartPr>
                <p14:cNvPr id="70" name="Ink 69">
                  <a:extLst>
                    <a:ext uri="{FF2B5EF4-FFF2-40B4-BE49-F238E27FC236}">
                      <a16:creationId xmlns:a16="http://schemas.microsoft.com/office/drawing/2014/main" id="{44C28172-1FED-6D4F-BF30-D94BB4F1A7F2}"/>
                    </a:ext>
                  </a:extLst>
                </p14:cNvPr>
                <p14:cNvContentPartPr/>
                <p14:nvPr/>
              </p14:nvContentPartPr>
              <p14:xfrm>
                <a:off x="1229715" y="4452660"/>
                <a:ext cx="360" cy="360"/>
              </p14:xfrm>
            </p:contentPart>
          </mc:Choice>
          <mc:Fallback>
            <p:pic>
              <p:nvPicPr>
                <p:cNvPr id="70" name="Ink 69">
                  <a:extLst>
                    <a:ext uri="{FF2B5EF4-FFF2-40B4-BE49-F238E27FC236}">
                      <a16:creationId xmlns:a16="http://schemas.microsoft.com/office/drawing/2014/main" id="{44C28172-1FED-6D4F-BF30-D94BB4F1A7F2}"/>
                    </a:ext>
                  </a:extLst>
                </p:cNvPr>
                <p:cNvPicPr/>
                <p:nvPr/>
              </p:nvPicPr>
              <p:blipFill>
                <a:blip r:embed="rId49"/>
                <a:stretch>
                  <a:fillRect/>
                </a:stretch>
              </p:blipFill>
              <p:spPr>
                <a:xfrm>
                  <a:off x="1194075" y="441666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1" name="Ink 70">
                  <a:extLst>
                    <a:ext uri="{FF2B5EF4-FFF2-40B4-BE49-F238E27FC236}">
                      <a16:creationId xmlns:a16="http://schemas.microsoft.com/office/drawing/2014/main" id="{1217EBFA-FCF9-7F40-91D9-621E72D62F3E}"/>
                    </a:ext>
                  </a:extLst>
                </p14:cNvPr>
                <p14:cNvContentPartPr/>
                <p14:nvPr/>
              </p14:nvContentPartPr>
              <p14:xfrm>
                <a:off x="1229715" y="4452660"/>
                <a:ext cx="360" cy="360"/>
              </p14:xfrm>
            </p:contentPart>
          </mc:Choice>
          <mc:Fallback>
            <p:pic>
              <p:nvPicPr>
                <p:cNvPr id="71" name="Ink 70">
                  <a:extLst>
                    <a:ext uri="{FF2B5EF4-FFF2-40B4-BE49-F238E27FC236}">
                      <a16:creationId xmlns:a16="http://schemas.microsoft.com/office/drawing/2014/main" id="{1217EBFA-FCF9-7F40-91D9-621E72D62F3E}"/>
                    </a:ext>
                  </a:extLst>
                </p:cNvPr>
                <p:cNvPicPr/>
                <p:nvPr/>
              </p:nvPicPr>
              <p:blipFill>
                <a:blip r:embed="rId49"/>
                <a:stretch>
                  <a:fillRect/>
                </a:stretch>
              </p:blipFill>
              <p:spPr>
                <a:xfrm>
                  <a:off x="1194075" y="441666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72" name="Ink 71">
                  <a:extLst>
                    <a:ext uri="{FF2B5EF4-FFF2-40B4-BE49-F238E27FC236}">
                      <a16:creationId xmlns:a16="http://schemas.microsoft.com/office/drawing/2014/main" id="{3517913A-46F1-4B45-8B17-D2C38D45FBE0}"/>
                    </a:ext>
                  </a:extLst>
                </p14:cNvPr>
                <p14:cNvContentPartPr/>
                <p14:nvPr/>
              </p14:nvContentPartPr>
              <p14:xfrm>
                <a:off x="1229715" y="4452660"/>
                <a:ext cx="360" cy="360"/>
              </p14:xfrm>
            </p:contentPart>
          </mc:Choice>
          <mc:Fallback>
            <p:pic>
              <p:nvPicPr>
                <p:cNvPr id="72" name="Ink 71">
                  <a:extLst>
                    <a:ext uri="{FF2B5EF4-FFF2-40B4-BE49-F238E27FC236}">
                      <a16:creationId xmlns:a16="http://schemas.microsoft.com/office/drawing/2014/main" id="{3517913A-46F1-4B45-8B17-D2C38D45FBE0}"/>
                    </a:ext>
                  </a:extLst>
                </p:cNvPr>
                <p:cNvPicPr/>
                <p:nvPr/>
              </p:nvPicPr>
              <p:blipFill>
                <a:blip r:embed="rId49"/>
                <a:stretch>
                  <a:fillRect/>
                </a:stretch>
              </p:blipFill>
              <p:spPr>
                <a:xfrm>
                  <a:off x="1194075" y="441666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73" name="Ink 72">
                  <a:extLst>
                    <a:ext uri="{FF2B5EF4-FFF2-40B4-BE49-F238E27FC236}">
                      <a16:creationId xmlns:a16="http://schemas.microsoft.com/office/drawing/2014/main" id="{4D6D6EFD-FDCD-F44A-B70E-C0C81BC5C5E0}"/>
                    </a:ext>
                  </a:extLst>
                </p14:cNvPr>
                <p14:cNvContentPartPr/>
                <p14:nvPr/>
              </p14:nvContentPartPr>
              <p14:xfrm>
                <a:off x="1229715" y="4452660"/>
                <a:ext cx="360" cy="360"/>
              </p14:xfrm>
            </p:contentPart>
          </mc:Choice>
          <mc:Fallback>
            <p:pic>
              <p:nvPicPr>
                <p:cNvPr id="73" name="Ink 72">
                  <a:extLst>
                    <a:ext uri="{FF2B5EF4-FFF2-40B4-BE49-F238E27FC236}">
                      <a16:creationId xmlns:a16="http://schemas.microsoft.com/office/drawing/2014/main" id="{4D6D6EFD-FDCD-F44A-B70E-C0C81BC5C5E0}"/>
                    </a:ext>
                  </a:extLst>
                </p:cNvPr>
                <p:cNvPicPr/>
                <p:nvPr/>
              </p:nvPicPr>
              <p:blipFill>
                <a:blip r:embed="rId49"/>
                <a:stretch>
                  <a:fillRect/>
                </a:stretch>
              </p:blipFill>
              <p:spPr>
                <a:xfrm>
                  <a:off x="1194075" y="4416660"/>
                  <a:ext cx="72000" cy="72000"/>
                </a:xfrm>
                <a:prstGeom prst="rect">
                  <a:avLst/>
                </a:prstGeom>
              </p:spPr>
            </p:pic>
          </mc:Fallback>
        </mc:AlternateContent>
      </p:grpSp>
      <p:grpSp>
        <p:nvGrpSpPr>
          <p:cNvPr id="78" name="Group 77">
            <a:extLst>
              <a:ext uri="{FF2B5EF4-FFF2-40B4-BE49-F238E27FC236}">
                <a16:creationId xmlns:a16="http://schemas.microsoft.com/office/drawing/2014/main" id="{A1393B45-F9B3-CF45-94DB-E9EC92F5E12C}"/>
              </a:ext>
            </a:extLst>
          </p:cNvPr>
          <p:cNvGrpSpPr/>
          <p:nvPr/>
        </p:nvGrpSpPr>
        <p:grpSpPr>
          <a:xfrm>
            <a:off x="624555" y="3946500"/>
            <a:ext cx="122400" cy="168840"/>
            <a:chOff x="624555" y="3946500"/>
            <a:chExt cx="122400" cy="168840"/>
          </a:xfrm>
        </p:grpSpPr>
        <mc:AlternateContent xmlns:mc="http://schemas.openxmlformats.org/markup-compatibility/2006">
          <mc:Choice xmlns:p14="http://schemas.microsoft.com/office/powerpoint/2010/main" Requires="p14">
            <p:contentPart p14:bwMode="auto" r:id="rId61">
              <p14:nvContentPartPr>
                <p14:cNvPr id="74" name="Ink 73">
                  <a:extLst>
                    <a:ext uri="{FF2B5EF4-FFF2-40B4-BE49-F238E27FC236}">
                      <a16:creationId xmlns:a16="http://schemas.microsoft.com/office/drawing/2014/main" id="{D37A4F37-8006-2A40-AF3E-6DD77C9D420E}"/>
                    </a:ext>
                  </a:extLst>
                </p14:cNvPr>
                <p14:cNvContentPartPr/>
                <p14:nvPr/>
              </p14:nvContentPartPr>
              <p14:xfrm>
                <a:off x="624555" y="3946500"/>
                <a:ext cx="360" cy="360"/>
              </p14:xfrm>
            </p:contentPart>
          </mc:Choice>
          <mc:Fallback>
            <p:pic>
              <p:nvPicPr>
                <p:cNvPr id="74" name="Ink 73">
                  <a:extLst>
                    <a:ext uri="{FF2B5EF4-FFF2-40B4-BE49-F238E27FC236}">
                      <a16:creationId xmlns:a16="http://schemas.microsoft.com/office/drawing/2014/main" id="{D37A4F37-8006-2A40-AF3E-6DD77C9D420E}"/>
                    </a:ext>
                  </a:extLst>
                </p:cNvPr>
                <p:cNvPicPr/>
                <p:nvPr/>
              </p:nvPicPr>
              <p:blipFill>
                <a:blip r:embed="rId49"/>
                <a:stretch>
                  <a:fillRect/>
                </a:stretch>
              </p:blipFill>
              <p:spPr>
                <a:xfrm>
                  <a:off x="588915" y="391050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5" name="Ink 74">
                  <a:extLst>
                    <a:ext uri="{FF2B5EF4-FFF2-40B4-BE49-F238E27FC236}">
                      <a16:creationId xmlns:a16="http://schemas.microsoft.com/office/drawing/2014/main" id="{54338EDA-0FC1-B74E-9D84-FFE0FC073299}"/>
                    </a:ext>
                  </a:extLst>
                </p14:cNvPr>
                <p14:cNvContentPartPr/>
                <p14:nvPr/>
              </p14:nvContentPartPr>
              <p14:xfrm>
                <a:off x="746595" y="4114980"/>
                <a:ext cx="360" cy="360"/>
              </p14:xfrm>
            </p:contentPart>
          </mc:Choice>
          <mc:Fallback>
            <p:pic>
              <p:nvPicPr>
                <p:cNvPr id="75" name="Ink 74">
                  <a:extLst>
                    <a:ext uri="{FF2B5EF4-FFF2-40B4-BE49-F238E27FC236}">
                      <a16:creationId xmlns:a16="http://schemas.microsoft.com/office/drawing/2014/main" id="{54338EDA-0FC1-B74E-9D84-FFE0FC073299}"/>
                    </a:ext>
                  </a:extLst>
                </p:cNvPr>
                <p:cNvPicPr/>
                <p:nvPr/>
              </p:nvPicPr>
              <p:blipFill>
                <a:blip r:embed="rId49"/>
                <a:stretch>
                  <a:fillRect/>
                </a:stretch>
              </p:blipFill>
              <p:spPr>
                <a:xfrm>
                  <a:off x="710595" y="407934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76" name="Ink 75">
                  <a:extLst>
                    <a:ext uri="{FF2B5EF4-FFF2-40B4-BE49-F238E27FC236}">
                      <a16:creationId xmlns:a16="http://schemas.microsoft.com/office/drawing/2014/main" id="{CC2BDC3E-8C62-DF42-B2A8-1CC908C45D59}"/>
                    </a:ext>
                  </a:extLst>
                </p14:cNvPr>
                <p14:cNvContentPartPr/>
                <p14:nvPr/>
              </p14:nvContentPartPr>
              <p14:xfrm>
                <a:off x="746595" y="4114980"/>
                <a:ext cx="360" cy="360"/>
              </p14:xfrm>
            </p:contentPart>
          </mc:Choice>
          <mc:Fallback>
            <p:pic>
              <p:nvPicPr>
                <p:cNvPr id="76" name="Ink 75">
                  <a:extLst>
                    <a:ext uri="{FF2B5EF4-FFF2-40B4-BE49-F238E27FC236}">
                      <a16:creationId xmlns:a16="http://schemas.microsoft.com/office/drawing/2014/main" id="{CC2BDC3E-8C62-DF42-B2A8-1CC908C45D59}"/>
                    </a:ext>
                  </a:extLst>
                </p:cNvPr>
                <p:cNvPicPr/>
                <p:nvPr/>
              </p:nvPicPr>
              <p:blipFill>
                <a:blip r:embed="rId49"/>
                <a:stretch>
                  <a:fillRect/>
                </a:stretch>
              </p:blipFill>
              <p:spPr>
                <a:xfrm>
                  <a:off x="710595" y="407934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77" name="Ink 76">
                  <a:extLst>
                    <a:ext uri="{FF2B5EF4-FFF2-40B4-BE49-F238E27FC236}">
                      <a16:creationId xmlns:a16="http://schemas.microsoft.com/office/drawing/2014/main" id="{D64275D1-43D8-FF4F-B5EA-14222412AE76}"/>
                    </a:ext>
                  </a:extLst>
                </p14:cNvPr>
                <p14:cNvContentPartPr/>
                <p14:nvPr/>
              </p14:nvContentPartPr>
              <p14:xfrm>
                <a:off x="746595" y="4114980"/>
                <a:ext cx="360" cy="360"/>
              </p14:xfrm>
            </p:contentPart>
          </mc:Choice>
          <mc:Fallback>
            <p:pic>
              <p:nvPicPr>
                <p:cNvPr id="77" name="Ink 76">
                  <a:extLst>
                    <a:ext uri="{FF2B5EF4-FFF2-40B4-BE49-F238E27FC236}">
                      <a16:creationId xmlns:a16="http://schemas.microsoft.com/office/drawing/2014/main" id="{D64275D1-43D8-FF4F-B5EA-14222412AE76}"/>
                    </a:ext>
                  </a:extLst>
                </p:cNvPr>
                <p:cNvPicPr/>
                <p:nvPr/>
              </p:nvPicPr>
              <p:blipFill>
                <a:blip r:embed="rId49"/>
                <a:stretch>
                  <a:fillRect/>
                </a:stretch>
              </p:blipFill>
              <p:spPr>
                <a:xfrm>
                  <a:off x="710595" y="4079340"/>
                  <a:ext cx="72000" cy="7200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1421994-5EDE-B814-CCF2-6250775ED0B1}"/>
              </a:ext>
            </a:extLst>
          </p:cNvPr>
          <p:cNvSpPr>
            <a:spLocks noGrp="1"/>
          </p:cNvSpPr>
          <p:nvPr>
            <p:ph type="title"/>
          </p:nvPr>
        </p:nvSpPr>
        <p:spPr/>
        <p:txBody>
          <a:bodyPr/>
          <a:lstStyle/>
          <a:p>
            <a:r>
              <a:rPr lang="en-PS" dirty="0"/>
              <a:t>The process of supervised learning</a:t>
            </a:r>
          </a:p>
        </p:txBody>
      </p:sp>
      <p:sp>
        <p:nvSpPr>
          <p:cNvPr id="4" name="Slide Number Placeholder 3">
            <a:extLst>
              <a:ext uri="{FF2B5EF4-FFF2-40B4-BE49-F238E27FC236}">
                <a16:creationId xmlns:a16="http://schemas.microsoft.com/office/drawing/2014/main" id="{8A8BA2C3-06B0-D151-75A4-76903A1BEF59}"/>
              </a:ext>
            </a:extLst>
          </p:cNvPr>
          <p:cNvSpPr>
            <a:spLocks noGrp="1"/>
          </p:cNvSpPr>
          <p:nvPr>
            <p:ph type="sldNum" sz="quarter" idx="12"/>
          </p:nvPr>
        </p:nvSpPr>
        <p:spPr/>
        <p:txBody>
          <a:bodyPr/>
          <a:lstStyle/>
          <a:p>
            <a:fld id="{233E71FE-A542-4040-BA29-68F56A442EAC}" type="slidenum">
              <a:rPr lang="en-PS" smtClean="0"/>
              <a:t>7</a:t>
            </a:fld>
            <a:endParaRPr lang="en-PS"/>
          </a:p>
        </p:txBody>
      </p:sp>
    </p:spTree>
    <p:extLst>
      <p:ext uri="{BB962C8B-B14F-4D97-AF65-F5344CB8AC3E}">
        <p14:creationId xmlns:p14="http://schemas.microsoft.com/office/powerpoint/2010/main" val="1780366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538459" y="6333493"/>
            <a:ext cx="1343659" cy="308696"/>
          </a:xfrm>
          <a:prstGeom prst="rect">
            <a:avLst/>
          </a:prstGeom>
        </p:spPr>
        <p:txBody>
          <a:bodyPr vert="horz" wrap="square" lIns="0" tIns="21167" rIns="0" bIns="0" rtlCol="0">
            <a:spAutoFit/>
          </a:bodyPr>
          <a:lstStyle/>
          <a:p>
            <a:pPr marL="16933">
              <a:spcBef>
                <a:spcPts val="167"/>
              </a:spcBef>
            </a:pPr>
            <a:r>
              <a:rPr sz="1867" spc="20" dirty="0">
                <a:solidFill>
                  <a:srgbClr val="FFFFFF"/>
                </a:solidFill>
                <a:latin typeface="Verdana"/>
                <a:cs typeface="Verdana"/>
              </a:rPr>
              <a:t>An</a:t>
            </a:r>
            <a:r>
              <a:rPr sz="1867" spc="33" dirty="0">
                <a:solidFill>
                  <a:srgbClr val="FFFFFF"/>
                </a:solidFill>
                <a:latin typeface="Verdana"/>
                <a:cs typeface="Verdana"/>
              </a:rPr>
              <a:t>d</a:t>
            </a:r>
            <a:r>
              <a:rPr sz="1867" dirty="0">
                <a:solidFill>
                  <a:srgbClr val="FFFFFF"/>
                </a:solidFill>
                <a:latin typeface="Verdana"/>
                <a:cs typeface="Verdana"/>
              </a:rPr>
              <a:t>r</a:t>
            </a:r>
            <a:r>
              <a:rPr sz="1867" spc="-15" dirty="0">
                <a:solidFill>
                  <a:srgbClr val="FFFFFF"/>
                </a:solidFill>
                <a:latin typeface="Verdana"/>
                <a:cs typeface="Verdana"/>
              </a:rPr>
              <a:t>e</a:t>
            </a:r>
            <a:r>
              <a:rPr sz="1867" spc="27" dirty="0">
                <a:solidFill>
                  <a:srgbClr val="FFFFFF"/>
                </a:solidFill>
                <a:latin typeface="Verdana"/>
                <a:cs typeface="Verdana"/>
              </a:rPr>
              <a:t>w</a:t>
            </a:r>
            <a:r>
              <a:rPr sz="1867" spc="-113" dirty="0">
                <a:solidFill>
                  <a:srgbClr val="FFFFFF"/>
                </a:solidFill>
                <a:latin typeface="Verdana"/>
                <a:cs typeface="Verdana"/>
              </a:rPr>
              <a:t> </a:t>
            </a:r>
            <a:r>
              <a:rPr sz="1867" dirty="0">
                <a:solidFill>
                  <a:srgbClr val="FFFFFF"/>
                </a:solidFill>
                <a:latin typeface="Verdana"/>
                <a:cs typeface="Verdana"/>
              </a:rPr>
              <a:t>N</a:t>
            </a:r>
            <a:r>
              <a:rPr sz="1867" spc="20" dirty="0">
                <a:solidFill>
                  <a:srgbClr val="FFFFFF"/>
                </a:solidFill>
                <a:latin typeface="Verdana"/>
                <a:cs typeface="Verdana"/>
              </a:rPr>
              <a:t>g</a:t>
            </a:r>
            <a:endParaRPr sz="1867">
              <a:latin typeface="Verdana"/>
              <a:cs typeface="Verdana"/>
            </a:endParaRPr>
          </a:p>
        </p:txBody>
      </p:sp>
      <p:sp>
        <p:nvSpPr>
          <p:cNvPr id="3" name="object 3"/>
          <p:cNvSpPr/>
          <p:nvPr/>
        </p:nvSpPr>
        <p:spPr>
          <a:xfrm>
            <a:off x="5449235" y="562563"/>
            <a:ext cx="2590800" cy="787401"/>
          </a:xfrm>
          <a:custGeom>
            <a:avLst/>
            <a:gdLst/>
            <a:ahLst/>
            <a:cxnLst/>
            <a:rect l="l" t="t" r="r" b="b"/>
            <a:pathLst>
              <a:path w="1943100" h="590550">
                <a:moveTo>
                  <a:pt x="0" y="98425"/>
                </a:moveTo>
                <a:lnTo>
                  <a:pt x="7735" y="60114"/>
                </a:lnTo>
                <a:lnTo>
                  <a:pt x="28828" y="28829"/>
                </a:lnTo>
                <a:lnTo>
                  <a:pt x="60114" y="7735"/>
                </a:lnTo>
                <a:lnTo>
                  <a:pt x="98425" y="0"/>
                </a:lnTo>
                <a:lnTo>
                  <a:pt x="1844675" y="0"/>
                </a:lnTo>
                <a:lnTo>
                  <a:pt x="1882985" y="7735"/>
                </a:lnTo>
                <a:lnTo>
                  <a:pt x="1914270" y="28828"/>
                </a:lnTo>
                <a:lnTo>
                  <a:pt x="1935364" y="60114"/>
                </a:lnTo>
                <a:lnTo>
                  <a:pt x="1943100" y="98425"/>
                </a:lnTo>
                <a:lnTo>
                  <a:pt x="1943100" y="492125"/>
                </a:lnTo>
                <a:lnTo>
                  <a:pt x="1935364" y="530435"/>
                </a:lnTo>
                <a:lnTo>
                  <a:pt x="1914271" y="561720"/>
                </a:lnTo>
                <a:lnTo>
                  <a:pt x="1882985" y="582814"/>
                </a:lnTo>
                <a:lnTo>
                  <a:pt x="1844675" y="590550"/>
                </a:lnTo>
                <a:lnTo>
                  <a:pt x="98425" y="590550"/>
                </a:lnTo>
                <a:lnTo>
                  <a:pt x="60114" y="582814"/>
                </a:lnTo>
                <a:lnTo>
                  <a:pt x="28828" y="561721"/>
                </a:lnTo>
                <a:lnTo>
                  <a:pt x="7735" y="530435"/>
                </a:lnTo>
                <a:lnTo>
                  <a:pt x="0" y="492125"/>
                </a:lnTo>
                <a:lnTo>
                  <a:pt x="0" y="98425"/>
                </a:lnTo>
                <a:close/>
              </a:path>
            </a:pathLst>
          </a:custGeom>
          <a:ln w="38100">
            <a:solidFill>
              <a:srgbClr val="000000"/>
            </a:solidFill>
          </a:ln>
        </p:spPr>
        <p:txBody>
          <a:bodyPr wrap="square" lIns="0" tIns="0" rIns="0" bIns="0" rtlCol="0"/>
          <a:lstStyle/>
          <a:p>
            <a:endParaRPr sz="2400"/>
          </a:p>
        </p:txBody>
      </p:sp>
      <p:sp>
        <p:nvSpPr>
          <p:cNvPr id="4" name="object 4"/>
          <p:cNvSpPr txBox="1"/>
          <p:nvPr/>
        </p:nvSpPr>
        <p:spPr>
          <a:xfrm>
            <a:off x="5771305" y="722583"/>
            <a:ext cx="1971887" cy="432663"/>
          </a:xfrm>
          <a:prstGeom prst="rect">
            <a:avLst/>
          </a:prstGeom>
        </p:spPr>
        <p:txBody>
          <a:bodyPr vert="horz" wrap="square" lIns="0" tIns="22015" rIns="0" bIns="0" rtlCol="0">
            <a:spAutoFit/>
          </a:bodyPr>
          <a:lstStyle/>
          <a:p>
            <a:pPr marL="16933">
              <a:spcBef>
                <a:spcPts val="175"/>
              </a:spcBef>
            </a:pPr>
            <a:r>
              <a:rPr sz="2667" spc="7" dirty="0">
                <a:latin typeface="Verdana"/>
                <a:cs typeface="Verdana"/>
              </a:rPr>
              <a:t>training</a:t>
            </a:r>
            <a:r>
              <a:rPr sz="2667" spc="-213" dirty="0">
                <a:latin typeface="Verdana"/>
                <a:cs typeface="Verdana"/>
              </a:rPr>
              <a:t> </a:t>
            </a:r>
            <a:r>
              <a:rPr sz="2667" spc="7" dirty="0">
                <a:latin typeface="Verdana"/>
                <a:cs typeface="Verdana"/>
              </a:rPr>
              <a:t>set</a:t>
            </a:r>
            <a:endParaRPr sz="2667">
              <a:latin typeface="Verdana"/>
              <a:cs typeface="Verdana"/>
            </a:endParaRPr>
          </a:p>
        </p:txBody>
      </p:sp>
      <p:grpSp>
        <p:nvGrpSpPr>
          <p:cNvPr id="5" name="object 5"/>
          <p:cNvGrpSpPr/>
          <p:nvPr/>
        </p:nvGrpSpPr>
        <p:grpSpPr>
          <a:xfrm>
            <a:off x="4928536" y="1718261"/>
            <a:ext cx="3568700" cy="2032000"/>
            <a:chOff x="714375" y="1000125"/>
            <a:chExt cx="2676525" cy="1524000"/>
          </a:xfrm>
        </p:grpSpPr>
        <p:sp>
          <p:nvSpPr>
            <p:cNvPr id="6" name="object 6"/>
            <p:cNvSpPr/>
            <p:nvPr/>
          </p:nvSpPr>
          <p:spPr>
            <a:xfrm>
              <a:off x="733425" y="1019175"/>
              <a:ext cx="2638425" cy="600075"/>
            </a:xfrm>
            <a:custGeom>
              <a:avLst/>
              <a:gdLst/>
              <a:ahLst/>
              <a:cxnLst/>
              <a:rect l="l" t="t" r="r" b="b"/>
              <a:pathLst>
                <a:path w="2638425" h="600075">
                  <a:moveTo>
                    <a:pt x="0" y="100075"/>
                  </a:moveTo>
                  <a:lnTo>
                    <a:pt x="7859" y="61132"/>
                  </a:lnTo>
                  <a:lnTo>
                    <a:pt x="29294" y="29321"/>
                  </a:lnTo>
                  <a:lnTo>
                    <a:pt x="61084" y="7868"/>
                  </a:lnTo>
                  <a:lnTo>
                    <a:pt x="100012" y="0"/>
                  </a:lnTo>
                  <a:lnTo>
                    <a:pt x="2538349" y="0"/>
                  </a:lnTo>
                  <a:lnTo>
                    <a:pt x="2577292" y="7868"/>
                  </a:lnTo>
                  <a:lnTo>
                    <a:pt x="2609103" y="29321"/>
                  </a:lnTo>
                  <a:lnTo>
                    <a:pt x="2630556" y="61132"/>
                  </a:lnTo>
                  <a:lnTo>
                    <a:pt x="2638425" y="100075"/>
                  </a:lnTo>
                  <a:lnTo>
                    <a:pt x="2638425" y="499999"/>
                  </a:lnTo>
                  <a:lnTo>
                    <a:pt x="2630556" y="538942"/>
                  </a:lnTo>
                  <a:lnTo>
                    <a:pt x="2609103" y="570753"/>
                  </a:lnTo>
                  <a:lnTo>
                    <a:pt x="2577292" y="592206"/>
                  </a:lnTo>
                  <a:lnTo>
                    <a:pt x="2538349" y="600075"/>
                  </a:lnTo>
                  <a:lnTo>
                    <a:pt x="100012" y="600075"/>
                  </a:lnTo>
                  <a:lnTo>
                    <a:pt x="61084" y="592206"/>
                  </a:lnTo>
                  <a:lnTo>
                    <a:pt x="29294" y="570753"/>
                  </a:lnTo>
                  <a:lnTo>
                    <a:pt x="7859" y="538942"/>
                  </a:lnTo>
                  <a:lnTo>
                    <a:pt x="0" y="499999"/>
                  </a:lnTo>
                  <a:lnTo>
                    <a:pt x="0" y="100075"/>
                  </a:lnTo>
                  <a:close/>
                </a:path>
              </a:pathLst>
            </a:custGeom>
            <a:ln w="38100">
              <a:solidFill>
                <a:srgbClr val="000000"/>
              </a:solidFill>
            </a:ln>
          </p:spPr>
          <p:txBody>
            <a:bodyPr wrap="square" lIns="0" tIns="0" rIns="0" bIns="0" rtlCol="0"/>
            <a:lstStyle/>
            <a:p>
              <a:endParaRPr sz="2400"/>
            </a:p>
          </p:txBody>
        </p:sp>
        <p:sp>
          <p:nvSpPr>
            <p:cNvPr id="7" name="object 7"/>
            <p:cNvSpPr/>
            <p:nvPr/>
          </p:nvSpPr>
          <p:spPr>
            <a:xfrm>
              <a:off x="1704975" y="1914525"/>
              <a:ext cx="714375" cy="590550"/>
            </a:xfrm>
            <a:custGeom>
              <a:avLst/>
              <a:gdLst/>
              <a:ahLst/>
              <a:cxnLst/>
              <a:rect l="l" t="t" r="r" b="b"/>
              <a:pathLst>
                <a:path w="714375" h="590550">
                  <a:moveTo>
                    <a:pt x="0" y="98425"/>
                  </a:moveTo>
                  <a:lnTo>
                    <a:pt x="7735" y="60114"/>
                  </a:lnTo>
                  <a:lnTo>
                    <a:pt x="28828" y="28829"/>
                  </a:lnTo>
                  <a:lnTo>
                    <a:pt x="60114" y="7735"/>
                  </a:lnTo>
                  <a:lnTo>
                    <a:pt x="98425" y="0"/>
                  </a:lnTo>
                  <a:lnTo>
                    <a:pt x="615950" y="0"/>
                  </a:lnTo>
                  <a:lnTo>
                    <a:pt x="654260" y="7735"/>
                  </a:lnTo>
                  <a:lnTo>
                    <a:pt x="685545" y="28828"/>
                  </a:lnTo>
                  <a:lnTo>
                    <a:pt x="706639" y="60114"/>
                  </a:lnTo>
                  <a:lnTo>
                    <a:pt x="714375" y="98425"/>
                  </a:lnTo>
                  <a:lnTo>
                    <a:pt x="714375" y="492125"/>
                  </a:lnTo>
                  <a:lnTo>
                    <a:pt x="706639" y="530435"/>
                  </a:lnTo>
                  <a:lnTo>
                    <a:pt x="685546" y="561720"/>
                  </a:lnTo>
                  <a:lnTo>
                    <a:pt x="654260" y="582814"/>
                  </a:lnTo>
                  <a:lnTo>
                    <a:pt x="615950" y="590550"/>
                  </a:lnTo>
                  <a:lnTo>
                    <a:pt x="98425" y="590550"/>
                  </a:lnTo>
                  <a:lnTo>
                    <a:pt x="60114" y="582814"/>
                  </a:lnTo>
                  <a:lnTo>
                    <a:pt x="28829" y="561721"/>
                  </a:lnTo>
                  <a:lnTo>
                    <a:pt x="7735" y="530435"/>
                  </a:lnTo>
                  <a:lnTo>
                    <a:pt x="0" y="492125"/>
                  </a:lnTo>
                  <a:lnTo>
                    <a:pt x="0" y="98425"/>
                  </a:lnTo>
                  <a:close/>
                </a:path>
              </a:pathLst>
            </a:custGeom>
            <a:ln w="38100">
              <a:solidFill>
                <a:srgbClr val="0096FF"/>
              </a:solidFill>
            </a:ln>
          </p:spPr>
          <p:txBody>
            <a:bodyPr wrap="square" lIns="0" tIns="0" rIns="0" bIns="0" rtlCol="0"/>
            <a:lstStyle/>
            <a:p>
              <a:endParaRPr sz="2400"/>
            </a:p>
          </p:txBody>
        </p:sp>
      </p:grpSp>
      <p:sp>
        <p:nvSpPr>
          <p:cNvPr id="8" name="object 8"/>
          <p:cNvSpPr txBox="1"/>
          <p:nvPr/>
        </p:nvSpPr>
        <p:spPr>
          <a:xfrm>
            <a:off x="5173221" y="1894283"/>
            <a:ext cx="3160607" cy="431807"/>
          </a:xfrm>
          <a:prstGeom prst="rect">
            <a:avLst/>
          </a:prstGeom>
        </p:spPr>
        <p:txBody>
          <a:bodyPr vert="horz" wrap="square" lIns="0" tIns="21167" rIns="0" bIns="0" rtlCol="0">
            <a:spAutoFit/>
          </a:bodyPr>
          <a:lstStyle/>
          <a:p>
            <a:pPr marL="16933">
              <a:spcBef>
                <a:spcPts val="167"/>
              </a:spcBef>
            </a:pPr>
            <a:r>
              <a:rPr sz="2667" dirty="0">
                <a:latin typeface="Verdana"/>
                <a:cs typeface="Verdana"/>
              </a:rPr>
              <a:t>learning</a:t>
            </a:r>
            <a:r>
              <a:rPr sz="2667" spc="-207" dirty="0">
                <a:latin typeface="Verdana"/>
                <a:cs typeface="Verdana"/>
              </a:rPr>
              <a:t> </a:t>
            </a:r>
            <a:r>
              <a:rPr sz="2667" spc="7" dirty="0">
                <a:latin typeface="Verdana"/>
                <a:cs typeface="Verdana"/>
              </a:rPr>
              <a:t>algorithm</a:t>
            </a:r>
            <a:endParaRPr sz="2667" dirty="0">
              <a:latin typeface="Verdana"/>
              <a:cs typeface="Verdana"/>
            </a:endParaRPr>
          </a:p>
        </p:txBody>
      </p:sp>
      <p:sp>
        <p:nvSpPr>
          <p:cNvPr id="9" name="object 9"/>
          <p:cNvSpPr txBox="1"/>
          <p:nvPr/>
        </p:nvSpPr>
        <p:spPr>
          <a:xfrm>
            <a:off x="6584616" y="3037876"/>
            <a:ext cx="258233" cy="510396"/>
          </a:xfrm>
          <a:prstGeom prst="rect">
            <a:avLst/>
          </a:prstGeom>
        </p:spPr>
        <p:txBody>
          <a:bodyPr vert="horz" wrap="square" lIns="0" tIns="17780" rIns="0" bIns="0" rtlCol="0">
            <a:spAutoFit/>
          </a:bodyPr>
          <a:lstStyle/>
          <a:p>
            <a:pPr marL="16933">
              <a:spcBef>
                <a:spcPts val="140"/>
              </a:spcBef>
            </a:pPr>
            <a:r>
              <a:rPr sz="3200" spc="793" dirty="0">
                <a:solidFill>
                  <a:srgbClr val="0096FF"/>
                </a:solidFill>
                <a:latin typeface="Cambria Math"/>
                <a:cs typeface="Cambria Math"/>
              </a:rPr>
              <a:t>ƒ</a:t>
            </a:r>
            <a:endParaRPr sz="3200" dirty="0">
              <a:latin typeface="Cambria Math"/>
              <a:cs typeface="Cambria Math"/>
            </a:endParaRPr>
          </a:p>
        </p:txBody>
      </p:sp>
      <p:sp>
        <p:nvSpPr>
          <p:cNvPr id="10" name="object 10"/>
          <p:cNvSpPr txBox="1"/>
          <p:nvPr/>
        </p:nvSpPr>
        <p:spPr>
          <a:xfrm>
            <a:off x="4921761" y="3056757"/>
            <a:ext cx="216747" cy="431807"/>
          </a:xfrm>
          <a:prstGeom prst="rect">
            <a:avLst/>
          </a:prstGeom>
        </p:spPr>
        <p:txBody>
          <a:bodyPr vert="horz" wrap="square" lIns="0" tIns="21167" rIns="0" bIns="0" rtlCol="0">
            <a:spAutoFit/>
          </a:bodyPr>
          <a:lstStyle/>
          <a:p>
            <a:pPr marL="16933">
              <a:spcBef>
                <a:spcPts val="167"/>
              </a:spcBef>
            </a:pPr>
            <a:r>
              <a:rPr sz="2667" spc="33" dirty="0">
                <a:solidFill>
                  <a:srgbClr val="FFAB40"/>
                </a:solidFill>
                <a:latin typeface="Cambria Math"/>
                <a:cs typeface="Cambria Math"/>
              </a:rPr>
              <a:t>𝑥</a:t>
            </a:r>
            <a:endParaRPr sz="2667" dirty="0">
              <a:latin typeface="Cambria Math"/>
              <a:cs typeface="Cambria Math"/>
            </a:endParaRPr>
          </a:p>
        </p:txBody>
      </p:sp>
      <p:sp>
        <p:nvSpPr>
          <p:cNvPr id="11" name="object 11"/>
          <p:cNvSpPr/>
          <p:nvPr/>
        </p:nvSpPr>
        <p:spPr>
          <a:xfrm>
            <a:off x="5411135" y="1375192"/>
            <a:ext cx="2599268" cy="2121748"/>
          </a:xfrm>
          <a:custGeom>
            <a:avLst/>
            <a:gdLst/>
            <a:ahLst/>
            <a:cxnLst/>
            <a:rect l="l" t="t" r="r" b="b"/>
            <a:pathLst>
              <a:path w="1949450" h="1591310">
                <a:moveTo>
                  <a:pt x="615442" y="1466977"/>
                </a:moveTo>
                <a:lnTo>
                  <a:pt x="592582" y="1447927"/>
                </a:lnTo>
                <a:lnTo>
                  <a:pt x="483616" y="1357122"/>
                </a:lnTo>
                <a:lnTo>
                  <a:pt x="476999" y="1353527"/>
                </a:lnTo>
                <a:lnTo>
                  <a:pt x="452450" y="1373466"/>
                </a:lnTo>
                <a:lnTo>
                  <a:pt x="454469" y="1380451"/>
                </a:lnTo>
                <a:lnTo>
                  <a:pt x="459232" y="1386332"/>
                </a:lnTo>
                <a:lnTo>
                  <a:pt x="533133" y="1447927"/>
                </a:lnTo>
                <a:lnTo>
                  <a:pt x="0" y="1447927"/>
                </a:lnTo>
                <a:lnTo>
                  <a:pt x="0" y="1486027"/>
                </a:lnTo>
                <a:lnTo>
                  <a:pt x="533133" y="1486027"/>
                </a:lnTo>
                <a:lnTo>
                  <a:pt x="556006" y="1466977"/>
                </a:lnTo>
                <a:lnTo>
                  <a:pt x="459232" y="1547622"/>
                </a:lnTo>
                <a:lnTo>
                  <a:pt x="454469" y="1553514"/>
                </a:lnTo>
                <a:lnTo>
                  <a:pt x="452450" y="1560499"/>
                </a:lnTo>
                <a:lnTo>
                  <a:pt x="453212" y="1567751"/>
                </a:lnTo>
                <a:lnTo>
                  <a:pt x="456819" y="1574419"/>
                </a:lnTo>
                <a:lnTo>
                  <a:pt x="462711" y="1579181"/>
                </a:lnTo>
                <a:lnTo>
                  <a:pt x="469734" y="1581200"/>
                </a:lnTo>
                <a:lnTo>
                  <a:pt x="476999" y="1580438"/>
                </a:lnTo>
                <a:lnTo>
                  <a:pt x="483616" y="1576832"/>
                </a:lnTo>
                <a:lnTo>
                  <a:pt x="592582" y="1486027"/>
                </a:lnTo>
                <a:lnTo>
                  <a:pt x="615442" y="1466977"/>
                </a:lnTo>
                <a:close/>
              </a:path>
              <a:path w="1949450" h="1591310">
                <a:moveTo>
                  <a:pt x="1095908" y="136245"/>
                </a:moveTo>
                <a:lnTo>
                  <a:pt x="1093901" y="129222"/>
                </a:lnTo>
                <a:lnTo>
                  <a:pt x="1089152" y="123317"/>
                </a:lnTo>
                <a:lnTo>
                  <a:pt x="1082535" y="119659"/>
                </a:lnTo>
                <a:lnTo>
                  <a:pt x="1075270" y="118897"/>
                </a:lnTo>
                <a:lnTo>
                  <a:pt x="1068247" y="120916"/>
                </a:lnTo>
                <a:lnTo>
                  <a:pt x="1062355" y="125603"/>
                </a:lnTo>
                <a:lnTo>
                  <a:pt x="1000455" y="199237"/>
                </a:lnTo>
                <a:lnTo>
                  <a:pt x="1001268" y="254"/>
                </a:lnTo>
                <a:lnTo>
                  <a:pt x="963168" y="0"/>
                </a:lnTo>
                <a:lnTo>
                  <a:pt x="962355" y="199072"/>
                </a:lnTo>
                <a:lnTo>
                  <a:pt x="901065" y="124968"/>
                </a:lnTo>
                <a:lnTo>
                  <a:pt x="895172" y="120205"/>
                </a:lnTo>
                <a:lnTo>
                  <a:pt x="888187" y="118135"/>
                </a:lnTo>
                <a:lnTo>
                  <a:pt x="880935" y="118846"/>
                </a:lnTo>
                <a:lnTo>
                  <a:pt x="874268" y="122428"/>
                </a:lnTo>
                <a:lnTo>
                  <a:pt x="869492" y="128270"/>
                </a:lnTo>
                <a:lnTo>
                  <a:pt x="867422" y="135267"/>
                </a:lnTo>
                <a:lnTo>
                  <a:pt x="868133" y="142544"/>
                </a:lnTo>
                <a:lnTo>
                  <a:pt x="871728" y="149225"/>
                </a:lnTo>
                <a:lnTo>
                  <a:pt x="981075" y="281559"/>
                </a:lnTo>
                <a:lnTo>
                  <a:pt x="1006017" y="251841"/>
                </a:lnTo>
                <a:lnTo>
                  <a:pt x="1091438" y="150114"/>
                </a:lnTo>
                <a:lnTo>
                  <a:pt x="1095108" y="143510"/>
                </a:lnTo>
                <a:lnTo>
                  <a:pt x="1095908" y="136245"/>
                </a:lnTo>
                <a:close/>
              </a:path>
              <a:path w="1949450" h="1591310">
                <a:moveTo>
                  <a:pt x="1098778" y="1018641"/>
                </a:moveTo>
                <a:lnTo>
                  <a:pt x="1096568" y="1011707"/>
                </a:lnTo>
                <a:lnTo>
                  <a:pt x="1091692" y="1005967"/>
                </a:lnTo>
                <a:lnTo>
                  <a:pt x="1084948" y="1002499"/>
                </a:lnTo>
                <a:lnTo>
                  <a:pt x="1077671" y="1001928"/>
                </a:lnTo>
                <a:lnTo>
                  <a:pt x="1070698" y="1004138"/>
                </a:lnTo>
                <a:lnTo>
                  <a:pt x="1064895" y="1009015"/>
                </a:lnTo>
                <a:lnTo>
                  <a:pt x="1005192" y="1084300"/>
                </a:lnTo>
                <a:lnTo>
                  <a:pt x="1000125" y="875919"/>
                </a:lnTo>
                <a:lnTo>
                  <a:pt x="962025" y="876935"/>
                </a:lnTo>
                <a:lnTo>
                  <a:pt x="967092" y="1085265"/>
                </a:lnTo>
                <a:lnTo>
                  <a:pt x="903732" y="1012952"/>
                </a:lnTo>
                <a:lnTo>
                  <a:pt x="897750" y="1008380"/>
                </a:lnTo>
                <a:lnTo>
                  <a:pt x="890714" y="1006500"/>
                </a:lnTo>
                <a:lnTo>
                  <a:pt x="883475" y="1007402"/>
                </a:lnTo>
                <a:lnTo>
                  <a:pt x="876935" y="1011174"/>
                </a:lnTo>
                <a:lnTo>
                  <a:pt x="872286" y="1017155"/>
                </a:lnTo>
                <a:lnTo>
                  <a:pt x="870407" y="1024204"/>
                </a:lnTo>
                <a:lnTo>
                  <a:pt x="871308" y="1031430"/>
                </a:lnTo>
                <a:lnTo>
                  <a:pt x="875030" y="1037971"/>
                </a:lnTo>
                <a:lnTo>
                  <a:pt x="988187" y="1167130"/>
                </a:lnTo>
                <a:lnTo>
                  <a:pt x="1011326" y="1137920"/>
                </a:lnTo>
                <a:lnTo>
                  <a:pt x="1094740" y="1032637"/>
                </a:lnTo>
                <a:lnTo>
                  <a:pt x="1098207" y="1025906"/>
                </a:lnTo>
                <a:lnTo>
                  <a:pt x="1098778" y="1018641"/>
                </a:lnTo>
                <a:close/>
              </a:path>
              <a:path w="1949450" h="1591310">
                <a:moveTo>
                  <a:pt x="1948942" y="1476502"/>
                </a:moveTo>
                <a:lnTo>
                  <a:pt x="1926082" y="1457452"/>
                </a:lnTo>
                <a:lnTo>
                  <a:pt x="1817116" y="1366647"/>
                </a:lnTo>
                <a:lnTo>
                  <a:pt x="1810499" y="1363052"/>
                </a:lnTo>
                <a:lnTo>
                  <a:pt x="1785950" y="1382991"/>
                </a:lnTo>
                <a:lnTo>
                  <a:pt x="1787969" y="1389976"/>
                </a:lnTo>
                <a:lnTo>
                  <a:pt x="1792732" y="1395857"/>
                </a:lnTo>
                <a:lnTo>
                  <a:pt x="1866646" y="1457452"/>
                </a:lnTo>
                <a:lnTo>
                  <a:pt x="1333500" y="1457452"/>
                </a:lnTo>
                <a:lnTo>
                  <a:pt x="1333500" y="1495552"/>
                </a:lnTo>
                <a:lnTo>
                  <a:pt x="1866646" y="1495552"/>
                </a:lnTo>
                <a:lnTo>
                  <a:pt x="1792732" y="1557147"/>
                </a:lnTo>
                <a:lnTo>
                  <a:pt x="1787969" y="1563039"/>
                </a:lnTo>
                <a:lnTo>
                  <a:pt x="1785950" y="1570024"/>
                </a:lnTo>
                <a:lnTo>
                  <a:pt x="1786712" y="1577276"/>
                </a:lnTo>
                <a:lnTo>
                  <a:pt x="1790319" y="1583944"/>
                </a:lnTo>
                <a:lnTo>
                  <a:pt x="1796211" y="1588706"/>
                </a:lnTo>
                <a:lnTo>
                  <a:pt x="1803234" y="1590725"/>
                </a:lnTo>
                <a:lnTo>
                  <a:pt x="1810499" y="1589963"/>
                </a:lnTo>
                <a:lnTo>
                  <a:pt x="1817116" y="1586357"/>
                </a:lnTo>
                <a:lnTo>
                  <a:pt x="1926082" y="1495552"/>
                </a:lnTo>
                <a:lnTo>
                  <a:pt x="1948942" y="1476502"/>
                </a:lnTo>
                <a:close/>
              </a:path>
            </a:pathLst>
          </a:custGeom>
          <a:solidFill>
            <a:srgbClr val="000000"/>
          </a:solidFill>
        </p:spPr>
        <p:txBody>
          <a:bodyPr wrap="square" lIns="0" tIns="0" rIns="0" bIns="0" rtlCol="0"/>
          <a:lstStyle/>
          <a:p>
            <a:endParaRPr sz="2400"/>
          </a:p>
        </p:txBody>
      </p:sp>
      <p:pic>
        <p:nvPicPr>
          <p:cNvPr id="31" name="object 31"/>
          <p:cNvPicPr/>
          <p:nvPr/>
        </p:nvPicPr>
        <p:blipFill>
          <a:blip r:embed="rId2" cstate="print"/>
          <a:stretch>
            <a:fillRect/>
          </a:stretch>
        </p:blipFill>
        <p:spPr>
          <a:xfrm>
            <a:off x="8856050" y="2979509"/>
            <a:ext cx="398780" cy="862076"/>
          </a:xfrm>
          <a:prstGeom prst="rect">
            <a:avLst/>
          </a:prstGeom>
        </p:spPr>
      </p:pic>
      <p:sp>
        <p:nvSpPr>
          <p:cNvPr id="32" name="object 32"/>
          <p:cNvSpPr txBox="1"/>
          <p:nvPr/>
        </p:nvSpPr>
        <p:spPr>
          <a:xfrm>
            <a:off x="7701707" y="2561414"/>
            <a:ext cx="1251793" cy="915765"/>
          </a:xfrm>
          <a:prstGeom prst="rect">
            <a:avLst/>
          </a:prstGeom>
        </p:spPr>
        <p:txBody>
          <a:bodyPr vert="horz" wrap="square" lIns="0" tIns="55881" rIns="0" bIns="0" rtlCol="0">
            <a:spAutoFit/>
          </a:bodyPr>
          <a:lstStyle/>
          <a:p>
            <a:pPr marL="16933">
              <a:spcBef>
                <a:spcPts val="441"/>
              </a:spcBef>
            </a:pPr>
            <a:r>
              <a:rPr sz="2667" spc="-27" dirty="0">
                <a:solidFill>
                  <a:srgbClr val="FF40FF"/>
                </a:solidFill>
                <a:latin typeface="Verdana"/>
                <a:cs typeface="Verdana"/>
              </a:rPr>
              <a:t>“</a:t>
            </a:r>
            <a:r>
              <a:rPr sz="2667" spc="15" dirty="0">
                <a:solidFill>
                  <a:srgbClr val="FF40FF"/>
                </a:solidFill>
                <a:latin typeface="Verdana"/>
                <a:cs typeface="Verdana"/>
              </a:rPr>
              <a:t>y</a:t>
            </a:r>
            <a:r>
              <a:rPr sz="2667" spc="-20" dirty="0">
                <a:solidFill>
                  <a:srgbClr val="FF40FF"/>
                </a:solidFill>
                <a:latin typeface="Verdana"/>
                <a:cs typeface="Verdana"/>
              </a:rPr>
              <a:t>-</a:t>
            </a:r>
            <a:r>
              <a:rPr sz="2667" spc="7" dirty="0">
                <a:solidFill>
                  <a:srgbClr val="FF40FF"/>
                </a:solidFill>
                <a:latin typeface="Verdana"/>
                <a:cs typeface="Verdana"/>
              </a:rPr>
              <a:t>h</a:t>
            </a:r>
            <a:r>
              <a:rPr sz="2667" spc="-7" dirty="0">
                <a:solidFill>
                  <a:srgbClr val="FF40FF"/>
                </a:solidFill>
                <a:latin typeface="Verdana"/>
                <a:cs typeface="Verdana"/>
              </a:rPr>
              <a:t>a</a:t>
            </a:r>
            <a:r>
              <a:rPr sz="2667" spc="47" dirty="0">
                <a:solidFill>
                  <a:srgbClr val="FF40FF"/>
                </a:solidFill>
                <a:latin typeface="Verdana"/>
                <a:cs typeface="Verdana"/>
              </a:rPr>
              <a:t>t</a:t>
            </a:r>
            <a:r>
              <a:rPr sz="2667" spc="15" dirty="0">
                <a:solidFill>
                  <a:srgbClr val="FF40FF"/>
                </a:solidFill>
                <a:latin typeface="Verdana"/>
                <a:cs typeface="Verdana"/>
              </a:rPr>
              <a:t>”</a:t>
            </a:r>
            <a:endParaRPr sz="2667" dirty="0">
              <a:latin typeface="Verdana"/>
              <a:cs typeface="Verdana"/>
            </a:endParaRPr>
          </a:p>
          <a:p>
            <a:pPr marL="107521" algn="ctr">
              <a:spcBef>
                <a:spcPts val="313"/>
              </a:spcBef>
            </a:pPr>
            <a:r>
              <a:rPr sz="2667" spc="-740" dirty="0">
                <a:solidFill>
                  <a:srgbClr val="FF40FF"/>
                </a:solidFill>
                <a:latin typeface="Cambria Math"/>
                <a:cs typeface="Cambria Math"/>
              </a:rPr>
              <a:t>𝑦^</a:t>
            </a:r>
            <a:endParaRPr sz="2667" dirty="0">
              <a:latin typeface="Cambria Math"/>
              <a:cs typeface="Cambria Math"/>
            </a:endParaRPr>
          </a:p>
        </p:txBody>
      </p:sp>
      <p:grpSp>
        <p:nvGrpSpPr>
          <p:cNvPr id="47" name="object 47"/>
          <p:cNvGrpSpPr/>
          <p:nvPr/>
        </p:nvGrpSpPr>
        <p:grpSpPr>
          <a:xfrm>
            <a:off x="5583008" y="3044846"/>
            <a:ext cx="2711703" cy="1281097"/>
            <a:chOff x="1204723" y="1933575"/>
            <a:chExt cx="2033777" cy="960823"/>
          </a:xfrm>
        </p:grpSpPr>
        <p:pic>
          <p:nvPicPr>
            <p:cNvPr id="50" name="object 50"/>
            <p:cNvPicPr/>
            <p:nvPr/>
          </p:nvPicPr>
          <p:blipFill>
            <a:blip r:embed="rId3" cstate="print"/>
            <a:stretch>
              <a:fillRect/>
            </a:stretch>
          </p:blipFill>
          <p:spPr>
            <a:xfrm>
              <a:off x="1204723" y="2683832"/>
              <a:ext cx="996823" cy="210566"/>
            </a:xfrm>
            <a:prstGeom prst="rect">
              <a:avLst/>
            </a:prstGeom>
          </p:spPr>
        </p:pic>
        <p:pic>
          <p:nvPicPr>
            <p:cNvPr id="52" name="object 52"/>
            <p:cNvPicPr/>
            <p:nvPr/>
          </p:nvPicPr>
          <p:blipFill>
            <a:blip r:embed="rId4" cstate="print"/>
            <a:stretch>
              <a:fillRect/>
            </a:stretch>
          </p:blipFill>
          <p:spPr>
            <a:xfrm>
              <a:off x="3048000" y="1933575"/>
              <a:ext cx="190500" cy="180975"/>
            </a:xfrm>
            <a:prstGeom prst="rect">
              <a:avLst/>
            </a:prstGeom>
          </p:spPr>
        </p:pic>
      </p:grpSp>
      <p:sp>
        <p:nvSpPr>
          <p:cNvPr id="60" name="Slide Number Placeholder 59">
            <a:extLst>
              <a:ext uri="{FF2B5EF4-FFF2-40B4-BE49-F238E27FC236}">
                <a16:creationId xmlns:a16="http://schemas.microsoft.com/office/drawing/2014/main" id="{CA975AD6-148E-AE78-521A-902B11844EBD}"/>
              </a:ext>
            </a:extLst>
          </p:cNvPr>
          <p:cNvSpPr>
            <a:spLocks noGrp="1"/>
          </p:cNvSpPr>
          <p:nvPr>
            <p:ph type="sldNum" sz="quarter" idx="12"/>
          </p:nvPr>
        </p:nvSpPr>
        <p:spPr/>
        <p:txBody>
          <a:bodyPr/>
          <a:lstStyle/>
          <a:p>
            <a:fld id="{233E71FE-A542-4040-BA29-68F56A442EAC}" type="slidenum">
              <a:rPr lang="en-PS" smtClean="0"/>
              <a:t>8</a:t>
            </a:fld>
            <a:endParaRPr lang="en-PS"/>
          </a:p>
        </p:txBody>
      </p:sp>
      <p:grpSp>
        <p:nvGrpSpPr>
          <p:cNvPr id="80" name="Group 79">
            <a:extLst>
              <a:ext uri="{FF2B5EF4-FFF2-40B4-BE49-F238E27FC236}">
                <a16:creationId xmlns:a16="http://schemas.microsoft.com/office/drawing/2014/main" id="{176686FF-07AF-BF2C-1761-AAF7D8573EE2}"/>
              </a:ext>
            </a:extLst>
          </p:cNvPr>
          <p:cNvGrpSpPr/>
          <p:nvPr/>
        </p:nvGrpSpPr>
        <p:grpSpPr>
          <a:xfrm>
            <a:off x="3748959" y="4325944"/>
            <a:ext cx="8051380" cy="511680"/>
            <a:chOff x="3685459" y="4325944"/>
            <a:chExt cx="8051380" cy="511680"/>
          </a:xfrm>
        </p:grpSpPr>
        <p:sp>
          <p:nvSpPr>
            <p:cNvPr id="12" name="object 12"/>
            <p:cNvSpPr txBox="1"/>
            <p:nvPr/>
          </p:nvSpPr>
          <p:spPr>
            <a:xfrm>
              <a:off x="3685459" y="4384808"/>
              <a:ext cx="1279313" cy="432663"/>
            </a:xfrm>
            <a:prstGeom prst="rect">
              <a:avLst/>
            </a:prstGeom>
          </p:spPr>
          <p:txBody>
            <a:bodyPr vert="horz" wrap="square" lIns="0" tIns="22015" rIns="0" bIns="0" rtlCol="0">
              <a:spAutoFit/>
            </a:bodyPr>
            <a:lstStyle/>
            <a:p>
              <a:pPr marL="16933">
                <a:spcBef>
                  <a:spcPts val="175"/>
                </a:spcBef>
              </a:pPr>
              <a:r>
                <a:rPr sz="2667" spc="53" dirty="0">
                  <a:solidFill>
                    <a:srgbClr val="FF9300"/>
                  </a:solidFill>
                  <a:latin typeface="Verdana"/>
                  <a:cs typeface="Verdana"/>
                </a:rPr>
                <a:t>f</a:t>
              </a:r>
              <a:r>
                <a:rPr sz="2667" spc="7" dirty="0">
                  <a:solidFill>
                    <a:srgbClr val="FF9300"/>
                  </a:solidFill>
                  <a:latin typeface="Verdana"/>
                  <a:cs typeface="Verdana"/>
                </a:rPr>
                <a:t>e</a:t>
              </a:r>
              <a:r>
                <a:rPr sz="2667" spc="-7" dirty="0">
                  <a:solidFill>
                    <a:srgbClr val="FF9300"/>
                  </a:solidFill>
                  <a:latin typeface="Verdana"/>
                  <a:cs typeface="Verdana"/>
                </a:rPr>
                <a:t>a</a:t>
              </a:r>
              <a:r>
                <a:rPr sz="2667" spc="41" dirty="0">
                  <a:solidFill>
                    <a:srgbClr val="FF9300"/>
                  </a:solidFill>
                  <a:latin typeface="Verdana"/>
                  <a:cs typeface="Verdana"/>
                </a:rPr>
                <a:t>t</a:t>
              </a:r>
              <a:r>
                <a:rPr sz="2667" spc="7" dirty="0">
                  <a:solidFill>
                    <a:srgbClr val="FF9300"/>
                  </a:solidFill>
                  <a:latin typeface="Verdana"/>
                  <a:cs typeface="Verdana"/>
                </a:rPr>
                <a:t>u</a:t>
              </a:r>
              <a:r>
                <a:rPr sz="2667" spc="53" dirty="0">
                  <a:solidFill>
                    <a:srgbClr val="FF9300"/>
                  </a:solidFill>
                  <a:latin typeface="Verdana"/>
                  <a:cs typeface="Verdana"/>
                </a:rPr>
                <a:t>r</a:t>
              </a:r>
              <a:r>
                <a:rPr sz="2667" spc="20" dirty="0">
                  <a:solidFill>
                    <a:srgbClr val="FF9300"/>
                  </a:solidFill>
                  <a:latin typeface="Verdana"/>
                  <a:cs typeface="Verdana"/>
                </a:rPr>
                <a:t>e</a:t>
              </a:r>
              <a:endParaRPr sz="2667" dirty="0">
                <a:latin typeface="Verdana"/>
                <a:cs typeface="Verdana"/>
              </a:endParaRPr>
            </a:p>
          </p:txBody>
        </p:sp>
        <p:sp>
          <p:nvSpPr>
            <p:cNvPr id="13" name="object 13"/>
            <p:cNvSpPr txBox="1"/>
            <p:nvPr/>
          </p:nvSpPr>
          <p:spPr>
            <a:xfrm>
              <a:off x="5771305" y="4390649"/>
              <a:ext cx="1083733" cy="431807"/>
            </a:xfrm>
            <a:prstGeom prst="rect">
              <a:avLst/>
            </a:prstGeom>
          </p:spPr>
          <p:txBody>
            <a:bodyPr vert="horz" wrap="square" lIns="0" tIns="21167" rIns="0" bIns="0" rtlCol="0">
              <a:spAutoFit/>
            </a:bodyPr>
            <a:lstStyle/>
            <a:p>
              <a:pPr marL="16933">
                <a:spcBef>
                  <a:spcPts val="167"/>
                </a:spcBef>
              </a:pPr>
              <a:r>
                <a:rPr sz="2667" spc="7" dirty="0">
                  <a:solidFill>
                    <a:srgbClr val="0096FF"/>
                  </a:solidFill>
                  <a:latin typeface="Verdana"/>
                  <a:cs typeface="Verdana"/>
                </a:rPr>
                <a:t>m</a:t>
              </a:r>
              <a:r>
                <a:rPr sz="2667" spc="-20" dirty="0">
                  <a:solidFill>
                    <a:srgbClr val="0096FF"/>
                  </a:solidFill>
                  <a:latin typeface="Verdana"/>
                  <a:cs typeface="Verdana"/>
                </a:rPr>
                <a:t>o</a:t>
              </a:r>
              <a:r>
                <a:rPr sz="2667" spc="33" dirty="0">
                  <a:solidFill>
                    <a:srgbClr val="0096FF"/>
                  </a:solidFill>
                  <a:latin typeface="Verdana"/>
                  <a:cs typeface="Verdana"/>
                </a:rPr>
                <a:t>d</a:t>
              </a:r>
              <a:r>
                <a:rPr sz="2667" spc="15" dirty="0">
                  <a:solidFill>
                    <a:srgbClr val="0096FF"/>
                  </a:solidFill>
                  <a:latin typeface="Verdana"/>
                  <a:cs typeface="Verdana"/>
                </a:rPr>
                <a:t>el</a:t>
              </a:r>
              <a:endParaRPr sz="2667" dirty="0">
                <a:latin typeface="Verdana"/>
                <a:cs typeface="Verdana"/>
              </a:endParaRPr>
            </a:p>
          </p:txBody>
        </p:sp>
        <p:sp>
          <p:nvSpPr>
            <p:cNvPr id="46" name="object 46"/>
            <p:cNvSpPr txBox="1"/>
            <p:nvPr/>
          </p:nvSpPr>
          <p:spPr>
            <a:xfrm>
              <a:off x="7241207" y="4325944"/>
              <a:ext cx="4495632" cy="511680"/>
            </a:xfrm>
            <a:prstGeom prst="rect">
              <a:avLst/>
            </a:prstGeom>
          </p:spPr>
          <p:txBody>
            <a:bodyPr vert="horz" wrap="square" lIns="0" tIns="15241" rIns="0" bIns="0" rtlCol="0">
              <a:spAutoFit/>
            </a:bodyPr>
            <a:lstStyle/>
            <a:p>
              <a:pPr marL="16933" marR="107521" indent="253987">
                <a:lnSpc>
                  <a:spcPct val="132700"/>
                </a:lnSpc>
                <a:spcBef>
                  <a:spcPts val="121"/>
                </a:spcBef>
              </a:pPr>
              <a:r>
                <a:rPr sz="2667" spc="7" dirty="0">
                  <a:solidFill>
                    <a:srgbClr val="FF40FF"/>
                  </a:solidFill>
                  <a:latin typeface="Verdana"/>
                  <a:cs typeface="Verdana"/>
                </a:rPr>
                <a:t>prediction</a:t>
              </a:r>
              <a:r>
                <a:rPr lang="en-GB" sz="2667" spc="7" dirty="0">
                  <a:solidFill>
                    <a:srgbClr val="FF40FF"/>
                  </a:solidFill>
                  <a:latin typeface="Verdana"/>
                  <a:cs typeface="Verdana"/>
                </a:rPr>
                <a:t> </a:t>
              </a:r>
              <a:r>
                <a:rPr lang="en-US" sz="2667" spc="7" dirty="0">
                  <a:latin typeface="Verdana"/>
                  <a:cs typeface="Verdana"/>
                </a:rPr>
                <a:t>(</a:t>
              </a:r>
              <a:r>
                <a:rPr lang="en-US" sz="2667" spc="7" dirty="0">
                  <a:solidFill>
                    <a:srgbClr val="FF40FF"/>
                  </a:solidFill>
                  <a:latin typeface="Verdana"/>
                  <a:cs typeface="Verdana"/>
                </a:rPr>
                <a:t>estimated</a:t>
              </a:r>
              <a:r>
                <a:rPr lang="en-US" sz="2667" spc="-201" dirty="0">
                  <a:solidFill>
                    <a:srgbClr val="FF40FF"/>
                  </a:solidFill>
                  <a:latin typeface="Verdana"/>
                  <a:cs typeface="Verdana"/>
                </a:rPr>
                <a:t> </a:t>
              </a:r>
              <a:r>
                <a:rPr lang="en-US" sz="2667" spc="7" dirty="0">
                  <a:solidFill>
                    <a:srgbClr val="C00000"/>
                  </a:solidFill>
                  <a:latin typeface="Cambria Math"/>
                  <a:cs typeface="Cambria Math"/>
                </a:rPr>
                <a:t>𝑦</a:t>
              </a:r>
              <a:r>
                <a:rPr lang="en-US" sz="2667" spc="7" dirty="0">
                  <a:latin typeface="Cambria Math"/>
                  <a:cs typeface="Cambria Math"/>
                </a:rPr>
                <a:t>)</a:t>
              </a:r>
              <a:endParaRPr lang="en-US" sz="2667" dirty="0">
                <a:latin typeface="Cambria Math"/>
                <a:cs typeface="Cambria Math"/>
              </a:endParaRPr>
            </a:p>
          </p:txBody>
        </p:sp>
        <p:cxnSp>
          <p:nvCxnSpPr>
            <p:cNvPr id="62" name="Straight Arrow Connector 61">
              <a:extLst>
                <a:ext uri="{FF2B5EF4-FFF2-40B4-BE49-F238E27FC236}">
                  <a16:creationId xmlns:a16="http://schemas.microsoft.com/office/drawing/2014/main" id="{96AEE471-38E8-C6A8-3255-5985D9A82E3E}"/>
                </a:ext>
              </a:extLst>
            </p:cNvPr>
            <p:cNvCxnSpPr/>
            <p:nvPr/>
          </p:nvCxnSpPr>
          <p:spPr>
            <a:xfrm>
              <a:off x="5142739" y="4662006"/>
              <a:ext cx="54390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36ED2AD-D8D7-AD15-8D57-6C85284D7856}"/>
                </a:ext>
              </a:extLst>
            </p:cNvPr>
            <p:cNvCxnSpPr/>
            <p:nvPr/>
          </p:nvCxnSpPr>
          <p:spPr>
            <a:xfrm>
              <a:off x="6912106" y="4662006"/>
              <a:ext cx="54390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3EBFD23E-CCF6-22CC-E478-47F5E4C527BD}"/>
              </a:ext>
            </a:extLst>
          </p:cNvPr>
          <p:cNvSpPr txBox="1"/>
          <p:nvPr/>
        </p:nvSpPr>
        <p:spPr>
          <a:xfrm>
            <a:off x="8065262" y="622862"/>
            <a:ext cx="3258456" cy="584775"/>
          </a:xfrm>
          <a:prstGeom prst="rect">
            <a:avLst/>
          </a:prstGeom>
          <a:noFill/>
        </p:spPr>
        <p:txBody>
          <a:bodyPr wrap="none" rtlCol="0">
            <a:spAutoFit/>
          </a:bodyPr>
          <a:lstStyle/>
          <a:p>
            <a:r>
              <a:rPr lang="en-PS" sz="3200" dirty="0">
                <a:solidFill>
                  <a:srgbClr val="0432FF"/>
                </a:solidFill>
              </a:rPr>
              <a:t>(Features, Targets)</a:t>
            </a:r>
          </a:p>
        </p:txBody>
      </p:sp>
      <p:sp>
        <p:nvSpPr>
          <p:cNvPr id="72" name="TextBox 71">
            <a:extLst>
              <a:ext uri="{FF2B5EF4-FFF2-40B4-BE49-F238E27FC236}">
                <a16:creationId xmlns:a16="http://schemas.microsoft.com/office/drawing/2014/main" id="{B1C92673-0160-44B8-04AA-C33B6869207D}"/>
              </a:ext>
            </a:extLst>
          </p:cNvPr>
          <p:cNvSpPr txBox="1"/>
          <p:nvPr/>
        </p:nvSpPr>
        <p:spPr>
          <a:xfrm>
            <a:off x="2794143" y="1210794"/>
            <a:ext cx="1036374" cy="461665"/>
          </a:xfrm>
          <a:prstGeom prst="rect">
            <a:avLst/>
          </a:prstGeom>
          <a:noFill/>
        </p:spPr>
        <p:txBody>
          <a:bodyPr wrap="none" rtlCol="0">
            <a:spAutoFit/>
          </a:bodyPr>
          <a:lstStyle/>
          <a:p>
            <a:r>
              <a:rPr lang="en-PS" sz="2400" dirty="0">
                <a:solidFill>
                  <a:srgbClr val="0432FF"/>
                </a:solidFill>
              </a:rPr>
              <a:t>Fed to </a:t>
            </a:r>
          </a:p>
        </p:txBody>
      </p:sp>
      <p:cxnSp>
        <p:nvCxnSpPr>
          <p:cNvPr id="75" name="Straight Arrow Connector 74">
            <a:extLst>
              <a:ext uri="{FF2B5EF4-FFF2-40B4-BE49-F238E27FC236}">
                <a16:creationId xmlns:a16="http://schemas.microsoft.com/office/drawing/2014/main" id="{2F514641-2CEE-5964-16F4-50DAB43C589C}"/>
              </a:ext>
            </a:extLst>
          </p:cNvPr>
          <p:cNvCxnSpPr>
            <a:cxnSpLocks/>
          </p:cNvCxnSpPr>
          <p:nvPr/>
        </p:nvCxnSpPr>
        <p:spPr>
          <a:xfrm flipV="1">
            <a:off x="3829928" y="1505742"/>
            <a:ext cx="268001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FCF9C477-E5E1-13BA-7F85-D1E107E07A9F}"/>
              </a:ext>
            </a:extLst>
          </p:cNvPr>
          <p:cNvSpPr txBox="1"/>
          <p:nvPr/>
        </p:nvSpPr>
        <p:spPr>
          <a:xfrm>
            <a:off x="1720022" y="2514656"/>
            <a:ext cx="1758687" cy="523220"/>
          </a:xfrm>
          <a:prstGeom prst="rect">
            <a:avLst/>
          </a:prstGeom>
          <a:noFill/>
        </p:spPr>
        <p:txBody>
          <a:bodyPr wrap="none" rtlCol="0">
            <a:spAutoFit/>
          </a:bodyPr>
          <a:lstStyle/>
          <a:p>
            <a:r>
              <a:rPr lang="en-PS" sz="2800" dirty="0">
                <a:solidFill>
                  <a:srgbClr val="0432FF"/>
                </a:solidFill>
              </a:rPr>
              <a:t>Generates </a:t>
            </a:r>
          </a:p>
        </p:txBody>
      </p:sp>
      <p:cxnSp>
        <p:nvCxnSpPr>
          <p:cNvPr id="78" name="Straight Arrow Connector 77">
            <a:extLst>
              <a:ext uri="{FF2B5EF4-FFF2-40B4-BE49-F238E27FC236}">
                <a16:creationId xmlns:a16="http://schemas.microsoft.com/office/drawing/2014/main" id="{CEC01282-FF37-179A-F3BC-FE526E90D483}"/>
              </a:ext>
            </a:extLst>
          </p:cNvPr>
          <p:cNvCxnSpPr>
            <a:cxnSpLocks/>
          </p:cNvCxnSpPr>
          <p:nvPr/>
        </p:nvCxnSpPr>
        <p:spPr>
          <a:xfrm flipV="1">
            <a:off x="3415989" y="2756859"/>
            <a:ext cx="3093950" cy="248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F7C19E4C-4F26-A99E-778A-7E12DC0F46FC}"/>
              </a:ext>
            </a:extLst>
          </p:cNvPr>
          <p:cNvSpPr txBox="1"/>
          <p:nvPr/>
        </p:nvSpPr>
        <p:spPr>
          <a:xfrm>
            <a:off x="2059683" y="5534402"/>
            <a:ext cx="8659422" cy="646331"/>
          </a:xfrm>
          <a:prstGeom prst="rect">
            <a:avLst/>
          </a:prstGeom>
          <a:noFill/>
        </p:spPr>
        <p:txBody>
          <a:bodyPr wrap="none" rtlCol="0">
            <a:spAutoFit/>
          </a:bodyPr>
          <a:lstStyle/>
          <a:p>
            <a:r>
              <a:rPr lang="en-PS" sz="3600" dirty="0">
                <a:solidFill>
                  <a:srgbClr val="0432FF"/>
                </a:solidFill>
              </a:rPr>
              <a:t>Size (feets^2)  </a:t>
            </a:r>
            <a:r>
              <a:rPr lang="en-PS" sz="3600" dirty="0">
                <a:solidFill>
                  <a:srgbClr val="0432FF"/>
                </a:solidFill>
                <a:sym typeface="Wingdings" pitchFamily="2" charset="2"/>
              </a:rPr>
              <a:t> Model  estimated</a:t>
            </a:r>
            <a:r>
              <a:rPr lang="ar-SA" sz="3600" dirty="0">
                <a:solidFill>
                  <a:srgbClr val="0432FF"/>
                </a:solidFill>
                <a:sym typeface="Wingdings" pitchFamily="2" charset="2"/>
              </a:rPr>
              <a:t> </a:t>
            </a:r>
            <a:r>
              <a:rPr lang="en-GB" sz="3600" dirty="0">
                <a:solidFill>
                  <a:srgbClr val="0432FF"/>
                </a:solidFill>
                <a:sym typeface="Wingdings" pitchFamily="2" charset="2"/>
              </a:rPr>
              <a:t>price </a:t>
            </a:r>
            <a:r>
              <a:rPr lang="en-PS" sz="3600" dirty="0">
                <a:solidFill>
                  <a:srgbClr val="0432FF"/>
                </a:solidFill>
                <a:sym typeface="Wingdings" pitchFamily="2" charset="2"/>
              </a:rPr>
              <a:t>y </a:t>
            </a:r>
            <a:endParaRPr lang="en-PS" sz="3600" dirty="0">
              <a:solidFill>
                <a:srgbClr val="0432FF"/>
              </a:solidFill>
            </a:endParaRPr>
          </a:p>
        </p:txBody>
      </p:sp>
      <p:sp>
        <p:nvSpPr>
          <p:cNvPr id="15" name="TextBox 14">
            <a:extLst>
              <a:ext uri="{FF2B5EF4-FFF2-40B4-BE49-F238E27FC236}">
                <a16:creationId xmlns:a16="http://schemas.microsoft.com/office/drawing/2014/main" id="{DD7ACF9D-BB67-E2AF-B90F-94C1EB658670}"/>
              </a:ext>
            </a:extLst>
          </p:cNvPr>
          <p:cNvSpPr txBox="1"/>
          <p:nvPr/>
        </p:nvSpPr>
        <p:spPr>
          <a:xfrm>
            <a:off x="228603" y="213081"/>
            <a:ext cx="3922776" cy="830997"/>
          </a:xfrm>
          <a:prstGeom prst="rect">
            <a:avLst/>
          </a:prstGeom>
          <a:noFill/>
        </p:spPr>
        <p:txBody>
          <a:bodyPr wrap="square">
            <a:spAutoFit/>
          </a:bodyPr>
          <a:lstStyle/>
          <a:p>
            <a:pPr marL="0" defTabSz="457200" rtl="1" eaLnBrk="1" latinLnBrk="0" hangingPunct="1"/>
            <a:r>
              <a:rPr lang="en-PS" sz="2400" dirty="0">
                <a:solidFill>
                  <a:srgbClr val="C00000"/>
                </a:solidFill>
              </a:rPr>
              <a:t>The process of supervised learning</a:t>
            </a:r>
          </a:p>
        </p:txBody>
      </p:sp>
      <mc:AlternateContent xmlns:mc="http://schemas.openxmlformats.org/markup-compatibility/2006">
        <mc:Choice xmlns:p14="http://schemas.microsoft.com/office/powerpoint/2010/main" Requires="p14">
          <p:contentPart p14:bwMode="auto" r:id="rId5">
            <p14:nvContentPartPr>
              <p14:cNvPr id="14" name="Ink 13">
                <a:extLst>
                  <a:ext uri="{FF2B5EF4-FFF2-40B4-BE49-F238E27FC236}">
                    <a16:creationId xmlns:a16="http://schemas.microsoft.com/office/drawing/2014/main" id="{7466DDE2-59D0-AC43-B24A-07A4664A2C8F}"/>
                  </a:ext>
                </a:extLst>
              </p14:cNvPr>
              <p14:cNvContentPartPr/>
              <p14:nvPr/>
            </p14:nvContentPartPr>
            <p14:xfrm>
              <a:off x="7982595" y="3055860"/>
              <a:ext cx="286920" cy="271800"/>
            </p14:xfrm>
          </p:contentPart>
        </mc:Choice>
        <mc:Fallback>
          <p:pic>
            <p:nvPicPr>
              <p:cNvPr id="14" name="Ink 13">
                <a:extLst>
                  <a:ext uri="{FF2B5EF4-FFF2-40B4-BE49-F238E27FC236}">
                    <a16:creationId xmlns:a16="http://schemas.microsoft.com/office/drawing/2014/main" id="{7466DDE2-59D0-AC43-B24A-07A4664A2C8F}"/>
                  </a:ext>
                </a:extLst>
              </p:cNvPr>
              <p:cNvPicPr/>
              <p:nvPr/>
            </p:nvPicPr>
            <p:blipFill>
              <a:blip r:embed="rId6"/>
              <a:stretch>
                <a:fillRect/>
              </a:stretch>
            </p:blipFill>
            <p:spPr>
              <a:xfrm>
                <a:off x="7946955" y="3019860"/>
                <a:ext cx="35856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4EB77761-5529-4A49-A85F-FE89CA500FBF}"/>
                  </a:ext>
                </a:extLst>
              </p14:cNvPr>
              <p14:cNvContentPartPr/>
              <p14:nvPr/>
            </p14:nvContentPartPr>
            <p14:xfrm>
              <a:off x="8021115" y="3135420"/>
              <a:ext cx="269280" cy="173880"/>
            </p14:xfrm>
          </p:contentPart>
        </mc:Choice>
        <mc:Fallback>
          <p:pic>
            <p:nvPicPr>
              <p:cNvPr id="16" name="Ink 15">
                <a:extLst>
                  <a:ext uri="{FF2B5EF4-FFF2-40B4-BE49-F238E27FC236}">
                    <a16:creationId xmlns:a16="http://schemas.microsoft.com/office/drawing/2014/main" id="{4EB77761-5529-4A49-A85F-FE89CA500FBF}"/>
                  </a:ext>
                </a:extLst>
              </p:cNvPr>
              <p:cNvPicPr/>
              <p:nvPr/>
            </p:nvPicPr>
            <p:blipFill>
              <a:blip r:embed="rId8"/>
              <a:stretch>
                <a:fillRect/>
              </a:stretch>
            </p:blipFill>
            <p:spPr>
              <a:xfrm>
                <a:off x="7985475" y="3099420"/>
                <a:ext cx="340920" cy="2455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4"/>
          <p:cNvSpPr txBox="1">
            <a:spLocks noGrp="1"/>
          </p:cNvSpPr>
          <p:nvPr>
            <p:ph type="title"/>
          </p:nvPr>
        </p:nvSpPr>
        <p:spPr>
          <a:xfrm>
            <a:off x="4237710" y="174115"/>
            <a:ext cx="4185073" cy="516552"/>
          </a:xfrm>
          <a:prstGeom prst="rect">
            <a:avLst/>
          </a:prstGeom>
        </p:spPr>
        <p:txBody>
          <a:bodyPr vert="horz" wrap="square" lIns="0" tIns="17780" rIns="0" bIns="0" rtlCol="0" anchor="ctr">
            <a:spAutoFit/>
          </a:bodyPr>
          <a:lstStyle/>
          <a:p>
            <a:pPr marL="16933">
              <a:spcBef>
                <a:spcPts val="140"/>
              </a:spcBef>
            </a:pPr>
            <a:r>
              <a:rPr sz="3600" spc="-20" dirty="0">
                <a:solidFill>
                  <a:srgbClr val="0432FF"/>
                </a:solidFill>
              </a:rPr>
              <a:t>How</a:t>
            </a:r>
            <a:r>
              <a:rPr sz="3600" spc="7" dirty="0">
                <a:solidFill>
                  <a:srgbClr val="0432FF"/>
                </a:solidFill>
              </a:rPr>
              <a:t> </a:t>
            </a:r>
            <a:r>
              <a:rPr sz="3600" spc="15" dirty="0">
                <a:solidFill>
                  <a:srgbClr val="0432FF"/>
                </a:solidFill>
              </a:rPr>
              <a:t>to</a:t>
            </a:r>
            <a:r>
              <a:rPr sz="3600" spc="-95" dirty="0">
                <a:solidFill>
                  <a:srgbClr val="0432FF"/>
                </a:solidFill>
              </a:rPr>
              <a:t> </a:t>
            </a:r>
            <a:r>
              <a:rPr sz="3600" spc="7" dirty="0">
                <a:solidFill>
                  <a:srgbClr val="0432FF"/>
                </a:solidFill>
              </a:rPr>
              <a:t>represent</a:t>
            </a:r>
            <a:r>
              <a:rPr sz="3600" spc="-20" dirty="0">
                <a:solidFill>
                  <a:srgbClr val="0432FF"/>
                </a:solidFill>
              </a:rPr>
              <a:t> </a:t>
            </a:r>
            <a:r>
              <a:rPr sz="3600" spc="468" dirty="0">
                <a:solidFill>
                  <a:srgbClr val="0432FF"/>
                </a:solidFill>
                <a:latin typeface="Cambria Math"/>
                <a:cs typeface="Cambria Math"/>
              </a:rPr>
              <a:t>ƒ</a:t>
            </a:r>
            <a:r>
              <a:rPr sz="3600" spc="468" dirty="0">
                <a:solidFill>
                  <a:srgbClr val="0432FF"/>
                </a:solidFill>
              </a:rPr>
              <a:t>?</a:t>
            </a:r>
            <a:endParaRPr sz="3600" dirty="0">
              <a:solidFill>
                <a:srgbClr val="0432FF"/>
              </a:solidFill>
              <a:latin typeface="Cambria Math"/>
              <a:cs typeface="Cambria Math"/>
            </a:endParaRPr>
          </a:p>
        </p:txBody>
      </p:sp>
      <p:sp>
        <p:nvSpPr>
          <p:cNvPr id="17" name="object 17"/>
          <p:cNvSpPr/>
          <p:nvPr/>
        </p:nvSpPr>
        <p:spPr>
          <a:xfrm>
            <a:off x="7922262" y="2518327"/>
            <a:ext cx="428415" cy="815340"/>
          </a:xfrm>
          <a:custGeom>
            <a:avLst/>
            <a:gdLst/>
            <a:ahLst/>
            <a:cxnLst/>
            <a:rect l="l" t="t" r="r" b="b"/>
            <a:pathLst>
              <a:path w="321309" h="611505">
                <a:moveTo>
                  <a:pt x="79375" y="382905"/>
                </a:moveTo>
                <a:lnTo>
                  <a:pt x="75946" y="373253"/>
                </a:lnTo>
                <a:lnTo>
                  <a:pt x="58699" y="379501"/>
                </a:lnTo>
                <a:lnTo>
                  <a:pt x="43573" y="388531"/>
                </a:lnTo>
                <a:lnTo>
                  <a:pt x="11087" y="431876"/>
                </a:lnTo>
                <a:lnTo>
                  <a:pt x="1231" y="470547"/>
                </a:lnTo>
                <a:lnTo>
                  <a:pt x="0" y="492379"/>
                </a:lnTo>
                <a:lnTo>
                  <a:pt x="1231" y="514299"/>
                </a:lnTo>
                <a:lnTo>
                  <a:pt x="11036" y="553021"/>
                </a:lnTo>
                <a:lnTo>
                  <a:pt x="43459" y="596252"/>
                </a:lnTo>
                <a:lnTo>
                  <a:pt x="75946" y="611505"/>
                </a:lnTo>
                <a:lnTo>
                  <a:pt x="78994" y="601853"/>
                </a:lnTo>
                <a:lnTo>
                  <a:pt x="65430" y="595833"/>
                </a:lnTo>
                <a:lnTo>
                  <a:pt x="53733" y="587463"/>
                </a:lnTo>
                <a:lnTo>
                  <a:pt x="29641" y="548386"/>
                </a:lnTo>
                <a:lnTo>
                  <a:pt x="21717" y="491236"/>
                </a:lnTo>
                <a:lnTo>
                  <a:pt x="22593" y="470903"/>
                </a:lnTo>
                <a:lnTo>
                  <a:pt x="35814" y="420624"/>
                </a:lnTo>
                <a:lnTo>
                  <a:pt x="65646" y="388912"/>
                </a:lnTo>
                <a:lnTo>
                  <a:pt x="79375" y="382905"/>
                </a:lnTo>
                <a:close/>
              </a:path>
              <a:path w="321309" h="611505">
                <a:moveTo>
                  <a:pt x="91186" y="9652"/>
                </a:moveTo>
                <a:lnTo>
                  <a:pt x="87884" y="0"/>
                </a:lnTo>
                <a:lnTo>
                  <a:pt x="70561" y="6261"/>
                </a:lnTo>
                <a:lnTo>
                  <a:pt x="55397" y="15328"/>
                </a:lnTo>
                <a:lnTo>
                  <a:pt x="22898" y="58648"/>
                </a:lnTo>
                <a:lnTo>
                  <a:pt x="13042" y="97409"/>
                </a:lnTo>
                <a:lnTo>
                  <a:pt x="11811" y="119253"/>
                </a:lnTo>
                <a:lnTo>
                  <a:pt x="13042" y="141097"/>
                </a:lnTo>
                <a:lnTo>
                  <a:pt x="22898" y="179768"/>
                </a:lnTo>
                <a:lnTo>
                  <a:pt x="55397" y="222999"/>
                </a:lnTo>
                <a:lnTo>
                  <a:pt x="87884" y="238252"/>
                </a:lnTo>
                <a:lnTo>
                  <a:pt x="90805" y="228600"/>
                </a:lnTo>
                <a:lnTo>
                  <a:pt x="77254" y="222580"/>
                </a:lnTo>
                <a:lnTo>
                  <a:pt x="65557" y="214210"/>
                </a:lnTo>
                <a:lnTo>
                  <a:pt x="41579" y="175196"/>
                </a:lnTo>
                <a:lnTo>
                  <a:pt x="33655" y="117983"/>
                </a:lnTo>
                <a:lnTo>
                  <a:pt x="34531" y="97650"/>
                </a:lnTo>
                <a:lnTo>
                  <a:pt x="47752" y="47371"/>
                </a:lnTo>
                <a:lnTo>
                  <a:pt x="77470" y="15659"/>
                </a:lnTo>
                <a:lnTo>
                  <a:pt x="91186" y="9652"/>
                </a:lnTo>
                <a:close/>
              </a:path>
              <a:path w="321309" h="611505">
                <a:moveTo>
                  <a:pt x="309245" y="492379"/>
                </a:moveTo>
                <a:lnTo>
                  <a:pt x="304304" y="450380"/>
                </a:lnTo>
                <a:lnTo>
                  <a:pt x="289560" y="415036"/>
                </a:lnTo>
                <a:lnTo>
                  <a:pt x="250482" y="379501"/>
                </a:lnTo>
                <a:lnTo>
                  <a:pt x="233172" y="373253"/>
                </a:lnTo>
                <a:lnTo>
                  <a:pt x="229870" y="382905"/>
                </a:lnTo>
                <a:lnTo>
                  <a:pt x="243649" y="388912"/>
                </a:lnTo>
                <a:lnTo>
                  <a:pt x="255498" y="397192"/>
                </a:lnTo>
                <a:lnTo>
                  <a:pt x="279590" y="435610"/>
                </a:lnTo>
                <a:lnTo>
                  <a:pt x="287528" y="491236"/>
                </a:lnTo>
                <a:lnTo>
                  <a:pt x="286639" y="512203"/>
                </a:lnTo>
                <a:lnTo>
                  <a:pt x="273304" y="563626"/>
                </a:lnTo>
                <a:lnTo>
                  <a:pt x="243789" y="595833"/>
                </a:lnTo>
                <a:lnTo>
                  <a:pt x="230251" y="601853"/>
                </a:lnTo>
                <a:lnTo>
                  <a:pt x="233172" y="611505"/>
                </a:lnTo>
                <a:lnTo>
                  <a:pt x="278739" y="584454"/>
                </a:lnTo>
                <a:lnTo>
                  <a:pt x="304304" y="534504"/>
                </a:lnTo>
                <a:lnTo>
                  <a:pt x="308000" y="514299"/>
                </a:lnTo>
                <a:lnTo>
                  <a:pt x="309245" y="492379"/>
                </a:lnTo>
                <a:close/>
              </a:path>
              <a:path w="321309" h="611505">
                <a:moveTo>
                  <a:pt x="321056" y="119253"/>
                </a:moveTo>
                <a:lnTo>
                  <a:pt x="316115" y="77190"/>
                </a:lnTo>
                <a:lnTo>
                  <a:pt x="301371" y="41783"/>
                </a:lnTo>
                <a:lnTo>
                  <a:pt x="262343" y="6261"/>
                </a:lnTo>
                <a:lnTo>
                  <a:pt x="245110" y="0"/>
                </a:lnTo>
                <a:lnTo>
                  <a:pt x="241681" y="9652"/>
                </a:lnTo>
                <a:lnTo>
                  <a:pt x="255460" y="15659"/>
                </a:lnTo>
                <a:lnTo>
                  <a:pt x="267309" y="23939"/>
                </a:lnTo>
                <a:lnTo>
                  <a:pt x="291401" y="62357"/>
                </a:lnTo>
                <a:lnTo>
                  <a:pt x="299339" y="117983"/>
                </a:lnTo>
                <a:lnTo>
                  <a:pt x="298450" y="138963"/>
                </a:lnTo>
                <a:lnTo>
                  <a:pt x="285242" y="190385"/>
                </a:lnTo>
                <a:lnTo>
                  <a:pt x="255625" y="222580"/>
                </a:lnTo>
                <a:lnTo>
                  <a:pt x="242062" y="228600"/>
                </a:lnTo>
                <a:lnTo>
                  <a:pt x="245110" y="238252"/>
                </a:lnTo>
                <a:lnTo>
                  <a:pt x="290614" y="211201"/>
                </a:lnTo>
                <a:lnTo>
                  <a:pt x="316179" y="161264"/>
                </a:lnTo>
                <a:lnTo>
                  <a:pt x="319836" y="141097"/>
                </a:lnTo>
                <a:lnTo>
                  <a:pt x="321056" y="119253"/>
                </a:lnTo>
                <a:close/>
              </a:path>
            </a:pathLst>
          </a:custGeom>
          <a:solidFill>
            <a:srgbClr val="0096FF"/>
          </a:solidFill>
        </p:spPr>
        <p:txBody>
          <a:bodyPr wrap="square" lIns="0" tIns="0" rIns="0" bIns="0" rtlCol="0"/>
          <a:lstStyle/>
          <a:p>
            <a:endParaRPr sz="2400"/>
          </a:p>
        </p:txBody>
      </p:sp>
      <p:grpSp>
        <p:nvGrpSpPr>
          <p:cNvPr id="2" name="Group 1">
            <a:extLst>
              <a:ext uri="{FF2B5EF4-FFF2-40B4-BE49-F238E27FC236}">
                <a16:creationId xmlns:a16="http://schemas.microsoft.com/office/drawing/2014/main" id="{00707A1A-7789-CB4B-9068-87EB1417B154}"/>
              </a:ext>
            </a:extLst>
          </p:cNvPr>
          <p:cNvGrpSpPr/>
          <p:nvPr/>
        </p:nvGrpSpPr>
        <p:grpSpPr>
          <a:xfrm>
            <a:off x="7295391" y="2353969"/>
            <a:ext cx="2579284" cy="990870"/>
            <a:chOff x="7295391" y="2330619"/>
            <a:chExt cx="2579284" cy="990870"/>
          </a:xfrm>
        </p:grpSpPr>
        <p:sp>
          <p:nvSpPr>
            <p:cNvPr id="16" name="object 16"/>
            <p:cNvSpPr txBox="1"/>
            <p:nvPr/>
          </p:nvSpPr>
          <p:spPr>
            <a:xfrm>
              <a:off x="7295391" y="2493518"/>
              <a:ext cx="647700" cy="431742"/>
            </a:xfrm>
            <a:prstGeom prst="rect">
              <a:avLst/>
            </a:prstGeom>
          </p:spPr>
          <p:txBody>
            <a:bodyPr vert="horz" wrap="square" lIns="0" tIns="21167" rIns="0" bIns="0" rtlCol="0">
              <a:spAutoFit/>
            </a:bodyPr>
            <a:lstStyle/>
            <a:p>
              <a:pPr marL="50797">
                <a:spcBef>
                  <a:spcPts val="167"/>
                </a:spcBef>
              </a:pPr>
              <a:r>
                <a:rPr sz="4000" spc="160" baseline="12500" dirty="0">
                  <a:solidFill>
                    <a:srgbClr val="0096FF"/>
                  </a:solidFill>
                  <a:latin typeface="Cambria Math"/>
                  <a:cs typeface="Cambria Math"/>
                </a:rPr>
                <a:t>ƒ</a:t>
              </a:r>
              <a:r>
                <a:rPr sz="2000" spc="107" dirty="0">
                  <a:solidFill>
                    <a:srgbClr val="0096FF"/>
                  </a:solidFill>
                  <a:latin typeface="Cambria Math"/>
                  <a:cs typeface="Cambria Math"/>
                </a:rPr>
                <a:t>w,𝑏</a:t>
              </a:r>
              <a:endParaRPr sz="2000">
                <a:latin typeface="Cambria Math"/>
                <a:cs typeface="Cambria Math"/>
              </a:endParaRPr>
            </a:p>
          </p:txBody>
        </p:sp>
        <p:sp>
          <p:nvSpPr>
            <p:cNvPr id="18" name="object 18"/>
            <p:cNvSpPr txBox="1"/>
            <p:nvPr/>
          </p:nvSpPr>
          <p:spPr>
            <a:xfrm>
              <a:off x="7681807" y="2330619"/>
              <a:ext cx="2192868" cy="990870"/>
            </a:xfrm>
            <a:prstGeom prst="rect">
              <a:avLst/>
            </a:prstGeom>
          </p:spPr>
          <p:txBody>
            <a:bodyPr vert="horz" wrap="square" lIns="0" tIns="16087" rIns="0" bIns="0" rtlCol="0">
              <a:spAutoFit/>
            </a:bodyPr>
            <a:lstStyle/>
            <a:p>
              <a:pPr marL="16933" marR="6773" indent="358968">
                <a:lnSpc>
                  <a:spcPct val="122700"/>
                </a:lnSpc>
                <a:spcBef>
                  <a:spcPts val="127"/>
                </a:spcBef>
                <a:tabLst>
                  <a:tab pos="778894" algn="l"/>
                </a:tabLst>
              </a:pPr>
              <a:r>
                <a:rPr sz="2667" spc="15" dirty="0">
                  <a:solidFill>
                    <a:srgbClr val="0096FF"/>
                  </a:solidFill>
                  <a:latin typeface="Cambria Math"/>
                  <a:cs typeface="Cambria Math"/>
                </a:rPr>
                <a:t>𝑥	</a:t>
              </a:r>
              <a:r>
                <a:rPr sz="2667" spc="27" dirty="0">
                  <a:solidFill>
                    <a:srgbClr val="0096FF"/>
                  </a:solidFill>
                  <a:latin typeface="Cambria Math"/>
                  <a:cs typeface="Cambria Math"/>
                </a:rPr>
                <a:t>=</a:t>
              </a:r>
              <a:r>
                <a:rPr sz="2667" spc="47" dirty="0">
                  <a:solidFill>
                    <a:srgbClr val="0096FF"/>
                  </a:solidFill>
                  <a:latin typeface="Cambria Math"/>
                  <a:cs typeface="Cambria Math"/>
                </a:rPr>
                <a:t> </a:t>
              </a:r>
              <a:r>
                <a:rPr sz="2667" spc="20" dirty="0">
                  <a:solidFill>
                    <a:srgbClr val="0096FF"/>
                  </a:solidFill>
                  <a:latin typeface="Cambria Math"/>
                  <a:cs typeface="Cambria Math"/>
                </a:rPr>
                <a:t>𝑤𝑥</a:t>
              </a:r>
              <a:r>
                <a:rPr sz="2667" spc="27" dirty="0">
                  <a:solidFill>
                    <a:srgbClr val="0096FF"/>
                  </a:solidFill>
                  <a:latin typeface="Cambria Math"/>
                  <a:cs typeface="Cambria Math"/>
                </a:rPr>
                <a:t> +</a:t>
              </a:r>
              <a:r>
                <a:rPr sz="2667" spc="-41" dirty="0">
                  <a:solidFill>
                    <a:srgbClr val="0096FF"/>
                  </a:solidFill>
                  <a:latin typeface="Cambria Math"/>
                  <a:cs typeface="Cambria Math"/>
                </a:rPr>
                <a:t> </a:t>
              </a:r>
              <a:r>
                <a:rPr sz="2667" spc="15" dirty="0">
                  <a:solidFill>
                    <a:srgbClr val="0096FF"/>
                  </a:solidFill>
                  <a:latin typeface="Cambria Math"/>
                  <a:cs typeface="Cambria Math"/>
                </a:rPr>
                <a:t>𝑏 </a:t>
              </a:r>
              <a:r>
                <a:rPr sz="2667" spc="-567" dirty="0">
                  <a:solidFill>
                    <a:srgbClr val="0096FF"/>
                  </a:solidFill>
                  <a:latin typeface="Cambria Math"/>
                  <a:cs typeface="Cambria Math"/>
                </a:rPr>
                <a:t> </a:t>
              </a:r>
              <a:r>
                <a:rPr sz="2667" spc="673" dirty="0">
                  <a:solidFill>
                    <a:srgbClr val="0096FF"/>
                  </a:solidFill>
                  <a:latin typeface="Cambria Math"/>
                  <a:cs typeface="Cambria Math"/>
                </a:rPr>
                <a:t>ƒ</a:t>
              </a:r>
              <a:r>
                <a:rPr sz="2667" spc="628" dirty="0">
                  <a:solidFill>
                    <a:srgbClr val="0096FF"/>
                  </a:solidFill>
                  <a:latin typeface="Cambria Math"/>
                  <a:cs typeface="Cambria Math"/>
                </a:rPr>
                <a:t> </a:t>
              </a:r>
              <a:r>
                <a:rPr sz="2667" spc="15" dirty="0">
                  <a:solidFill>
                    <a:srgbClr val="0096FF"/>
                  </a:solidFill>
                  <a:latin typeface="Cambria Math"/>
                  <a:cs typeface="Cambria Math"/>
                </a:rPr>
                <a:t>𝑥	</a:t>
              </a:r>
              <a:r>
                <a:rPr sz="2667" spc="27" dirty="0">
                  <a:solidFill>
                    <a:srgbClr val="0096FF"/>
                  </a:solidFill>
                  <a:latin typeface="Cambria Math"/>
                  <a:cs typeface="Cambria Math"/>
                </a:rPr>
                <a:t>=</a:t>
              </a:r>
              <a:r>
                <a:rPr sz="2667" spc="153" dirty="0">
                  <a:solidFill>
                    <a:srgbClr val="0096FF"/>
                  </a:solidFill>
                  <a:latin typeface="Cambria Math"/>
                  <a:cs typeface="Cambria Math"/>
                </a:rPr>
                <a:t> </a:t>
              </a:r>
              <a:r>
                <a:rPr sz="2667" spc="20" dirty="0">
                  <a:solidFill>
                    <a:srgbClr val="0096FF"/>
                  </a:solidFill>
                  <a:latin typeface="Cambria Math"/>
                  <a:cs typeface="Cambria Math"/>
                </a:rPr>
                <a:t>𝑤𝑥</a:t>
              </a:r>
              <a:r>
                <a:rPr sz="2667" spc="-60" dirty="0">
                  <a:solidFill>
                    <a:srgbClr val="0096FF"/>
                  </a:solidFill>
                  <a:latin typeface="Cambria Math"/>
                  <a:cs typeface="Cambria Math"/>
                </a:rPr>
                <a:t> </a:t>
              </a:r>
              <a:r>
                <a:rPr sz="2667" spc="27" dirty="0">
                  <a:solidFill>
                    <a:srgbClr val="0096FF"/>
                  </a:solidFill>
                  <a:latin typeface="Cambria Math"/>
                  <a:cs typeface="Cambria Math"/>
                </a:rPr>
                <a:t>+</a:t>
              </a:r>
              <a:r>
                <a:rPr sz="2667" spc="-41" dirty="0">
                  <a:solidFill>
                    <a:srgbClr val="0096FF"/>
                  </a:solidFill>
                  <a:latin typeface="Cambria Math"/>
                  <a:cs typeface="Cambria Math"/>
                </a:rPr>
                <a:t> </a:t>
              </a:r>
              <a:r>
                <a:rPr sz="2667" spc="15" dirty="0">
                  <a:solidFill>
                    <a:srgbClr val="0096FF"/>
                  </a:solidFill>
                  <a:latin typeface="Cambria Math"/>
                  <a:cs typeface="Cambria Math"/>
                </a:rPr>
                <a:t>𝑏</a:t>
              </a:r>
              <a:endParaRPr sz="2667" dirty="0">
                <a:latin typeface="Cambria Math"/>
                <a:cs typeface="Cambria Math"/>
              </a:endParaRPr>
            </a:p>
          </p:txBody>
        </p:sp>
      </p:grpSp>
      <p:pic>
        <p:nvPicPr>
          <p:cNvPr id="19" name="object 19"/>
          <p:cNvPicPr/>
          <p:nvPr/>
        </p:nvPicPr>
        <p:blipFill>
          <a:blip r:embed="rId2" cstate="print"/>
          <a:stretch>
            <a:fillRect/>
          </a:stretch>
        </p:blipFill>
        <p:spPr>
          <a:xfrm>
            <a:off x="5055110" y="2533319"/>
            <a:ext cx="2211324" cy="1770041"/>
          </a:xfrm>
          <a:prstGeom prst="rect">
            <a:avLst/>
          </a:prstGeom>
        </p:spPr>
      </p:pic>
      <p:sp>
        <p:nvSpPr>
          <p:cNvPr id="20" name="object 20"/>
          <p:cNvSpPr txBox="1"/>
          <p:nvPr/>
        </p:nvSpPr>
        <p:spPr>
          <a:xfrm>
            <a:off x="4829050" y="3022346"/>
            <a:ext cx="226060" cy="431807"/>
          </a:xfrm>
          <a:prstGeom prst="rect">
            <a:avLst/>
          </a:prstGeom>
        </p:spPr>
        <p:txBody>
          <a:bodyPr vert="horz" wrap="square" lIns="0" tIns="21167" rIns="0" bIns="0" rtlCol="0">
            <a:spAutoFit/>
          </a:bodyPr>
          <a:lstStyle/>
          <a:p>
            <a:pPr marL="16933">
              <a:spcBef>
                <a:spcPts val="167"/>
              </a:spcBef>
            </a:pPr>
            <a:r>
              <a:rPr sz="2667" spc="33" dirty="0">
                <a:solidFill>
                  <a:srgbClr val="C00000"/>
                </a:solidFill>
                <a:latin typeface="Cambria Math"/>
                <a:cs typeface="Cambria Math"/>
              </a:rPr>
              <a:t>𝑦</a:t>
            </a:r>
            <a:endParaRPr sz="2667">
              <a:latin typeface="Cambria Math"/>
              <a:cs typeface="Cambria Math"/>
            </a:endParaRPr>
          </a:p>
        </p:txBody>
      </p:sp>
      <p:grpSp>
        <p:nvGrpSpPr>
          <p:cNvPr id="33" name="object 33"/>
          <p:cNvGrpSpPr/>
          <p:nvPr/>
        </p:nvGrpSpPr>
        <p:grpSpPr>
          <a:xfrm>
            <a:off x="6371469" y="1078732"/>
            <a:ext cx="2972647" cy="1299633"/>
            <a:chOff x="5589263" y="519937"/>
            <a:chExt cx="2229485" cy="974725"/>
          </a:xfrm>
        </p:grpSpPr>
        <p:pic>
          <p:nvPicPr>
            <p:cNvPr id="34" name="object 34"/>
            <p:cNvPicPr/>
            <p:nvPr/>
          </p:nvPicPr>
          <p:blipFill>
            <a:blip r:embed="rId3" cstate="print"/>
            <a:stretch>
              <a:fillRect/>
            </a:stretch>
          </p:blipFill>
          <p:spPr>
            <a:xfrm>
              <a:off x="5589263" y="519937"/>
              <a:ext cx="1077347" cy="489076"/>
            </a:xfrm>
            <a:prstGeom prst="rect">
              <a:avLst/>
            </a:prstGeom>
          </p:spPr>
        </p:pic>
        <p:pic>
          <p:nvPicPr>
            <p:cNvPr id="35" name="object 35"/>
            <p:cNvPicPr/>
            <p:nvPr/>
          </p:nvPicPr>
          <p:blipFill>
            <a:blip r:embed="rId4" cstate="print"/>
            <a:stretch>
              <a:fillRect/>
            </a:stretch>
          </p:blipFill>
          <p:spPr>
            <a:xfrm>
              <a:off x="6751065" y="599566"/>
              <a:ext cx="799083" cy="244348"/>
            </a:xfrm>
            <a:prstGeom prst="rect">
              <a:avLst/>
            </a:prstGeom>
          </p:spPr>
        </p:pic>
        <p:pic>
          <p:nvPicPr>
            <p:cNvPr id="36" name="object 36"/>
            <p:cNvPicPr/>
            <p:nvPr/>
          </p:nvPicPr>
          <p:blipFill>
            <a:blip r:embed="rId5" cstate="print"/>
            <a:stretch>
              <a:fillRect/>
            </a:stretch>
          </p:blipFill>
          <p:spPr>
            <a:xfrm>
              <a:off x="7638288" y="558799"/>
              <a:ext cx="180085" cy="276860"/>
            </a:xfrm>
            <a:prstGeom prst="rect">
              <a:avLst/>
            </a:prstGeom>
          </p:spPr>
        </p:pic>
        <p:pic>
          <p:nvPicPr>
            <p:cNvPr id="37" name="object 37"/>
            <p:cNvPicPr/>
            <p:nvPr/>
          </p:nvPicPr>
          <p:blipFill>
            <a:blip r:embed="rId6" cstate="print"/>
            <a:stretch>
              <a:fillRect/>
            </a:stretch>
          </p:blipFill>
          <p:spPr>
            <a:xfrm>
              <a:off x="5940170" y="1169288"/>
              <a:ext cx="198754" cy="274320"/>
            </a:xfrm>
            <a:prstGeom prst="rect">
              <a:avLst/>
            </a:prstGeom>
          </p:spPr>
        </p:pic>
        <p:pic>
          <p:nvPicPr>
            <p:cNvPr id="38" name="object 38"/>
            <p:cNvPicPr/>
            <p:nvPr/>
          </p:nvPicPr>
          <p:blipFill>
            <a:blip r:embed="rId7" cstate="print"/>
            <a:stretch>
              <a:fillRect/>
            </a:stretch>
          </p:blipFill>
          <p:spPr>
            <a:xfrm>
              <a:off x="6259067" y="1148461"/>
              <a:ext cx="368046" cy="346201"/>
            </a:xfrm>
            <a:prstGeom prst="rect">
              <a:avLst/>
            </a:prstGeom>
          </p:spPr>
        </p:pic>
      </p:grpSp>
      <p:sp>
        <p:nvSpPr>
          <p:cNvPr id="39" name="object 39"/>
          <p:cNvSpPr txBox="1"/>
          <p:nvPr/>
        </p:nvSpPr>
        <p:spPr>
          <a:xfrm>
            <a:off x="4680881" y="5405629"/>
            <a:ext cx="4368800" cy="387286"/>
          </a:xfrm>
          <a:prstGeom prst="rect">
            <a:avLst/>
          </a:prstGeom>
        </p:spPr>
        <p:txBody>
          <a:bodyPr vert="horz" wrap="square" lIns="0" tIns="17780" rIns="0" bIns="0" rtlCol="0">
            <a:spAutoFit/>
          </a:bodyPr>
          <a:lstStyle/>
          <a:p>
            <a:pPr marL="16933">
              <a:spcBef>
                <a:spcPts val="140"/>
              </a:spcBef>
            </a:pPr>
            <a:r>
              <a:rPr sz="2400" spc="-33" dirty="0">
                <a:solidFill>
                  <a:srgbClr val="FF9300"/>
                </a:solidFill>
                <a:latin typeface="Verdana"/>
                <a:cs typeface="Verdana"/>
              </a:rPr>
              <a:t>Univariate</a:t>
            </a:r>
            <a:r>
              <a:rPr sz="2400" spc="207" dirty="0">
                <a:solidFill>
                  <a:srgbClr val="FF9300"/>
                </a:solidFill>
                <a:latin typeface="Verdana"/>
                <a:cs typeface="Verdana"/>
              </a:rPr>
              <a:t> </a:t>
            </a:r>
            <a:r>
              <a:rPr sz="2400" spc="-41" dirty="0">
                <a:latin typeface="Verdana"/>
                <a:cs typeface="Verdana"/>
              </a:rPr>
              <a:t>linear</a:t>
            </a:r>
            <a:r>
              <a:rPr sz="2400" spc="213" dirty="0">
                <a:latin typeface="Verdana"/>
                <a:cs typeface="Verdana"/>
              </a:rPr>
              <a:t> </a:t>
            </a:r>
            <a:r>
              <a:rPr sz="2400" spc="-7" dirty="0">
                <a:latin typeface="Verdana"/>
                <a:cs typeface="Verdana"/>
              </a:rPr>
              <a:t>regression.</a:t>
            </a:r>
            <a:endParaRPr sz="2400" dirty="0">
              <a:latin typeface="Verdana"/>
              <a:cs typeface="Verdana"/>
            </a:endParaRPr>
          </a:p>
        </p:txBody>
      </p:sp>
      <p:grpSp>
        <p:nvGrpSpPr>
          <p:cNvPr id="40" name="object 40"/>
          <p:cNvGrpSpPr/>
          <p:nvPr/>
        </p:nvGrpSpPr>
        <p:grpSpPr>
          <a:xfrm>
            <a:off x="4664458" y="5066283"/>
            <a:ext cx="4897967" cy="1164167"/>
            <a:chOff x="4835652" y="3545966"/>
            <a:chExt cx="3673475" cy="873125"/>
          </a:xfrm>
        </p:grpSpPr>
        <p:pic>
          <p:nvPicPr>
            <p:cNvPr id="41" name="object 41"/>
            <p:cNvPicPr/>
            <p:nvPr/>
          </p:nvPicPr>
          <p:blipFill>
            <a:blip r:embed="rId8" cstate="print"/>
            <a:stretch>
              <a:fillRect/>
            </a:stretch>
          </p:blipFill>
          <p:spPr>
            <a:xfrm>
              <a:off x="7913878" y="3545966"/>
              <a:ext cx="595249" cy="228854"/>
            </a:xfrm>
            <a:prstGeom prst="rect">
              <a:avLst/>
            </a:prstGeom>
          </p:spPr>
        </p:pic>
        <p:pic>
          <p:nvPicPr>
            <p:cNvPr id="42" name="object 42"/>
            <p:cNvPicPr/>
            <p:nvPr/>
          </p:nvPicPr>
          <p:blipFill>
            <a:blip r:embed="rId9" cstate="print"/>
            <a:stretch>
              <a:fillRect/>
            </a:stretch>
          </p:blipFill>
          <p:spPr>
            <a:xfrm>
              <a:off x="4870450" y="4092435"/>
              <a:ext cx="311403" cy="40246"/>
            </a:xfrm>
            <a:prstGeom prst="rect">
              <a:avLst/>
            </a:prstGeom>
          </p:spPr>
        </p:pic>
        <p:pic>
          <p:nvPicPr>
            <p:cNvPr id="43" name="object 43"/>
            <p:cNvPicPr/>
            <p:nvPr/>
          </p:nvPicPr>
          <p:blipFill>
            <a:blip r:embed="rId10" cstate="print"/>
            <a:stretch>
              <a:fillRect/>
            </a:stretch>
          </p:blipFill>
          <p:spPr>
            <a:xfrm>
              <a:off x="4835652" y="4249508"/>
              <a:ext cx="497586" cy="169316"/>
            </a:xfrm>
            <a:prstGeom prst="rect">
              <a:avLst/>
            </a:prstGeom>
          </p:spPr>
        </p:pic>
        <p:pic>
          <p:nvPicPr>
            <p:cNvPr id="44" name="object 44"/>
            <p:cNvPicPr/>
            <p:nvPr/>
          </p:nvPicPr>
          <p:blipFill>
            <a:blip r:embed="rId11" cstate="print"/>
            <a:stretch>
              <a:fillRect/>
            </a:stretch>
          </p:blipFill>
          <p:spPr>
            <a:xfrm>
              <a:off x="5315341" y="4092981"/>
              <a:ext cx="734782" cy="294424"/>
            </a:xfrm>
            <a:prstGeom prst="rect">
              <a:avLst/>
            </a:prstGeom>
          </p:spPr>
        </p:pic>
        <p:pic>
          <p:nvPicPr>
            <p:cNvPr id="45" name="object 45"/>
            <p:cNvPicPr/>
            <p:nvPr/>
          </p:nvPicPr>
          <p:blipFill>
            <a:blip r:embed="rId12" cstate="print"/>
            <a:stretch>
              <a:fillRect/>
            </a:stretch>
          </p:blipFill>
          <p:spPr>
            <a:xfrm>
              <a:off x="6115910" y="4152480"/>
              <a:ext cx="599595" cy="257949"/>
            </a:xfrm>
            <a:prstGeom prst="rect">
              <a:avLst/>
            </a:prstGeom>
          </p:spPr>
        </p:pic>
      </p:grpSp>
      <p:grpSp>
        <p:nvGrpSpPr>
          <p:cNvPr id="47" name="object 47"/>
          <p:cNvGrpSpPr/>
          <p:nvPr/>
        </p:nvGrpSpPr>
        <p:grpSpPr>
          <a:xfrm>
            <a:off x="7500618" y="3571264"/>
            <a:ext cx="1101852" cy="257045"/>
            <a:chOff x="6962266" y="2363216"/>
            <a:chExt cx="826389" cy="192784"/>
          </a:xfrm>
        </p:grpSpPr>
        <p:pic>
          <p:nvPicPr>
            <p:cNvPr id="53" name="object 53"/>
            <p:cNvPicPr/>
            <p:nvPr/>
          </p:nvPicPr>
          <p:blipFill>
            <a:blip r:embed="rId13" cstate="print"/>
            <a:stretch>
              <a:fillRect/>
            </a:stretch>
          </p:blipFill>
          <p:spPr>
            <a:xfrm>
              <a:off x="6962266" y="2363469"/>
              <a:ext cx="35686" cy="192531"/>
            </a:xfrm>
            <a:prstGeom prst="rect">
              <a:avLst/>
            </a:prstGeom>
          </p:spPr>
        </p:pic>
        <p:pic>
          <p:nvPicPr>
            <p:cNvPr id="54" name="object 54"/>
            <p:cNvPicPr/>
            <p:nvPr/>
          </p:nvPicPr>
          <p:blipFill>
            <a:blip r:embed="rId14" cstate="print"/>
            <a:stretch>
              <a:fillRect/>
            </a:stretch>
          </p:blipFill>
          <p:spPr>
            <a:xfrm>
              <a:off x="7075170" y="2363216"/>
              <a:ext cx="713485" cy="187706"/>
            </a:xfrm>
            <a:prstGeom prst="rect">
              <a:avLst/>
            </a:prstGeom>
          </p:spPr>
        </p:pic>
      </p:grpSp>
      <p:sp>
        <p:nvSpPr>
          <p:cNvPr id="55" name="object 55"/>
          <p:cNvSpPr txBox="1"/>
          <p:nvPr/>
        </p:nvSpPr>
        <p:spPr>
          <a:xfrm>
            <a:off x="4647861" y="3994223"/>
            <a:ext cx="5476239" cy="1067024"/>
          </a:xfrm>
          <a:prstGeom prst="rect">
            <a:avLst/>
          </a:prstGeom>
        </p:spPr>
        <p:txBody>
          <a:bodyPr vert="horz" wrap="square" lIns="0" tIns="157481" rIns="0" bIns="0" rtlCol="0">
            <a:spAutoFit/>
          </a:bodyPr>
          <a:lstStyle/>
          <a:p>
            <a:pPr marL="1498527">
              <a:spcBef>
                <a:spcPts val="1241"/>
              </a:spcBef>
            </a:pPr>
            <a:r>
              <a:rPr sz="2667" spc="15" dirty="0">
                <a:solidFill>
                  <a:srgbClr val="0432FF"/>
                </a:solidFill>
                <a:latin typeface="Cambria Math"/>
                <a:cs typeface="Cambria Math"/>
              </a:rPr>
              <a:t>𝑥</a:t>
            </a:r>
            <a:endParaRPr sz="2667" dirty="0">
              <a:solidFill>
                <a:srgbClr val="0432FF"/>
              </a:solidFill>
              <a:latin typeface="Cambria Math"/>
              <a:cs typeface="Cambria Math"/>
            </a:endParaRPr>
          </a:p>
          <a:p>
            <a:pPr marL="16933">
              <a:spcBef>
                <a:spcPts val="967"/>
              </a:spcBef>
            </a:pPr>
            <a:r>
              <a:rPr sz="2400" spc="-33" dirty="0">
                <a:solidFill>
                  <a:srgbClr val="0432FF"/>
                </a:solidFill>
                <a:latin typeface="Verdana"/>
                <a:cs typeface="Verdana"/>
              </a:rPr>
              <a:t>Linear</a:t>
            </a:r>
            <a:r>
              <a:rPr sz="2400" spc="107" dirty="0">
                <a:solidFill>
                  <a:srgbClr val="0432FF"/>
                </a:solidFill>
                <a:latin typeface="Verdana"/>
                <a:cs typeface="Verdana"/>
              </a:rPr>
              <a:t> </a:t>
            </a:r>
            <a:r>
              <a:rPr sz="2400" spc="-7" dirty="0">
                <a:solidFill>
                  <a:srgbClr val="0432FF"/>
                </a:solidFill>
                <a:latin typeface="Verdana"/>
                <a:cs typeface="Verdana"/>
              </a:rPr>
              <a:t>regression</a:t>
            </a:r>
            <a:r>
              <a:rPr sz="2400" spc="-127" dirty="0">
                <a:solidFill>
                  <a:srgbClr val="0432FF"/>
                </a:solidFill>
                <a:latin typeface="Verdana"/>
                <a:cs typeface="Verdana"/>
              </a:rPr>
              <a:t> </a:t>
            </a:r>
            <a:r>
              <a:rPr sz="3600" spc="-31" baseline="3086" dirty="0">
                <a:solidFill>
                  <a:srgbClr val="0432FF"/>
                </a:solidFill>
                <a:latin typeface="Verdana"/>
                <a:cs typeface="Verdana"/>
              </a:rPr>
              <a:t>with</a:t>
            </a:r>
            <a:r>
              <a:rPr sz="3600" spc="31" baseline="3086" dirty="0">
                <a:solidFill>
                  <a:srgbClr val="0432FF"/>
                </a:solidFill>
                <a:latin typeface="Verdana"/>
                <a:cs typeface="Verdana"/>
              </a:rPr>
              <a:t> </a:t>
            </a:r>
            <a:r>
              <a:rPr sz="3600" baseline="3086" dirty="0">
                <a:solidFill>
                  <a:srgbClr val="0432FF"/>
                </a:solidFill>
                <a:latin typeface="Verdana"/>
                <a:cs typeface="Verdana"/>
              </a:rPr>
              <a:t>one</a:t>
            </a:r>
            <a:r>
              <a:rPr sz="3600" spc="20" baseline="3086" dirty="0">
                <a:solidFill>
                  <a:srgbClr val="0432FF"/>
                </a:solidFill>
                <a:latin typeface="Verdana"/>
                <a:cs typeface="Verdana"/>
              </a:rPr>
              <a:t> </a:t>
            </a:r>
            <a:r>
              <a:rPr sz="3600" spc="-49" baseline="3086" dirty="0">
                <a:solidFill>
                  <a:srgbClr val="0432FF"/>
                </a:solidFill>
                <a:latin typeface="Verdana"/>
                <a:cs typeface="Verdana"/>
              </a:rPr>
              <a:t>variable.</a:t>
            </a:r>
            <a:endParaRPr sz="3600" baseline="3086" dirty="0">
              <a:solidFill>
                <a:srgbClr val="0432FF"/>
              </a:solidFill>
              <a:latin typeface="Verdana"/>
              <a:cs typeface="Verdana"/>
            </a:endParaRPr>
          </a:p>
        </p:txBody>
      </p:sp>
      <p:grpSp>
        <p:nvGrpSpPr>
          <p:cNvPr id="56" name="object 56"/>
          <p:cNvGrpSpPr/>
          <p:nvPr/>
        </p:nvGrpSpPr>
        <p:grpSpPr>
          <a:xfrm>
            <a:off x="6932309" y="4280083"/>
            <a:ext cx="2411307" cy="335280"/>
            <a:chOff x="7116946" y="2975991"/>
            <a:chExt cx="1808480" cy="251460"/>
          </a:xfrm>
        </p:grpSpPr>
        <p:pic>
          <p:nvPicPr>
            <p:cNvPr id="57" name="object 57"/>
            <p:cNvPicPr/>
            <p:nvPr/>
          </p:nvPicPr>
          <p:blipFill>
            <a:blip r:embed="rId15" cstate="print"/>
            <a:stretch>
              <a:fillRect/>
            </a:stretch>
          </p:blipFill>
          <p:spPr>
            <a:xfrm>
              <a:off x="7116946" y="2975991"/>
              <a:ext cx="654563" cy="251078"/>
            </a:xfrm>
            <a:prstGeom prst="rect">
              <a:avLst/>
            </a:prstGeom>
          </p:spPr>
        </p:pic>
        <p:pic>
          <p:nvPicPr>
            <p:cNvPr id="58" name="object 58"/>
            <p:cNvPicPr/>
            <p:nvPr/>
          </p:nvPicPr>
          <p:blipFill>
            <a:blip r:embed="rId16" cstate="print"/>
            <a:stretch>
              <a:fillRect/>
            </a:stretch>
          </p:blipFill>
          <p:spPr>
            <a:xfrm>
              <a:off x="7879695" y="2986659"/>
              <a:ext cx="822471" cy="206375"/>
            </a:xfrm>
            <a:prstGeom prst="rect">
              <a:avLst/>
            </a:prstGeom>
          </p:spPr>
        </p:pic>
        <p:pic>
          <p:nvPicPr>
            <p:cNvPr id="59" name="object 59"/>
            <p:cNvPicPr/>
            <p:nvPr/>
          </p:nvPicPr>
          <p:blipFill>
            <a:blip r:embed="rId17" cstate="print"/>
            <a:stretch>
              <a:fillRect/>
            </a:stretch>
          </p:blipFill>
          <p:spPr>
            <a:xfrm>
              <a:off x="8790553" y="3040634"/>
              <a:ext cx="134498" cy="156337"/>
            </a:xfrm>
            <a:prstGeom prst="rect">
              <a:avLst/>
            </a:prstGeom>
          </p:spPr>
        </p:pic>
      </p:grpSp>
      <p:sp>
        <p:nvSpPr>
          <p:cNvPr id="60" name="Slide Number Placeholder 59">
            <a:extLst>
              <a:ext uri="{FF2B5EF4-FFF2-40B4-BE49-F238E27FC236}">
                <a16:creationId xmlns:a16="http://schemas.microsoft.com/office/drawing/2014/main" id="{CA975AD6-148E-AE78-521A-902B11844EBD}"/>
              </a:ext>
            </a:extLst>
          </p:cNvPr>
          <p:cNvSpPr>
            <a:spLocks noGrp="1"/>
          </p:cNvSpPr>
          <p:nvPr>
            <p:ph type="sldNum" sz="quarter" idx="12"/>
          </p:nvPr>
        </p:nvSpPr>
        <p:spPr>
          <a:xfrm>
            <a:off x="10817352" y="6364226"/>
            <a:ext cx="678348" cy="365125"/>
          </a:xfrm>
        </p:spPr>
        <p:txBody>
          <a:bodyPr/>
          <a:lstStyle/>
          <a:p>
            <a:fld id="{233E71FE-A542-4040-BA29-68F56A442EAC}" type="slidenum">
              <a:rPr lang="en-PS" smtClean="0">
                <a:solidFill>
                  <a:srgbClr val="C00000"/>
                </a:solidFill>
              </a:rPr>
              <a:t>9</a:t>
            </a:fld>
            <a:endParaRPr lang="en-PS" dirty="0">
              <a:solidFill>
                <a:srgbClr val="C00000"/>
              </a:solidFill>
            </a:endParaRPr>
          </a:p>
        </p:txBody>
      </p:sp>
      <p:sp>
        <p:nvSpPr>
          <p:cNvPr id="67" name="TextBox 66">
            <a:extLst>
              <a:ext uri="{FF2B5EF4-FFF2-40B4-BE49-F238E27FC236}">
                <a16:creationId xmlns:a16="http://schemas.microsoft.com/office/drawing/2014/main" id="{B47AC128-1C6E-EAA8-6B84-19C4E77F3A8A}"/>
              </a:ext>
            </a:extLst>
          </p:cNvPr>
          <p:cNvSpPr txBox="1"/>
          <p:nvPr/>
        </p:nvSpPr>
        <p:spPr>
          <a:xfrm>
            <a:off x="4386339" y="1953859"/>
            <a:ext cx="2441181" cy="400110"/>
          </a:xfrm>
          <a:prstGeom prst="rect">
            <a:avLst/>
          </a:prstGeom>
          <a:noFill/>
        </p:spPr>
        <p:txBody>
          <a:bodyPr wrap="none" rtlCol="0">
            <a:spAutoFit/>
          </a:bodyPr>
          <a:lstStyle/>
          <a:p>
            <a:r>
              <a:rPr lang="en-PS" sz="2000" dirty="0"/>
              <a:t>can simply written as </a:t>
            </a:r>
          </a:p>
        </p:txBody>
      </p:sp>
      <p:sp>
        <p:nvSpPr>
          <p:cNvPr id="48" name="TextBox 47">
            <a:extLst>
              <a:ext uri="{FF2B5EF4-FFF2-40B4-BE49-F238E27FC236}">
                <a16:creationId xmlns:a16="http://schemas.microsoft.com/office/drawing/2014/main" id="{9972B1CB-029B-4378-98F6-21940DE33D69}"/>
              </a:ext>
            </a:extLst>
          </p:cNvPr>
          <p:cNvSpPr txBox="1"/>
          <p:nvPr/>
        </p:nvSpPr>
        <p:spPr>
          <a:xfrm>
            <a:off x="81926" y="1254500"/>
            <a:ext cx="6201826" cy="400110"/>
          </a:xfrm>
          <a:prstGeom prst="rect">
            <a:avLst/>
          </a:prstGeom>
          <a:noFill/>
        </p:spPr>
        <p:txBody>
          <a:bodyPr wrap="none" rtlCol="0">
            <a:spAutoFit/>
          </a:bodyPr>
          <a:lstStyle/>
          <a:p>
            <a:r>
              <a:rPr lang="en-PS" sz="2000" dirty="0">
                <a:solidFill>
                  <a:srgbClr val="0432FF"/>
                </a:solidFill>
              </a:rPr>
              <a:t>Since we have a linear regression f will be linear equation </a:t>
            </a:r>
          </a:p>
        </p:txBody>
      </p:sp>
      <p:sp>
        <p:nvSpPr>
          <p:cNvPr id="49" name="TextBox 48">
            <a:extLst>
              <a:ext uri="{FF2B5EF4-FFF2-40B4-BE49-F238E27FC236}">
                <a16:creationId xmlns:a16="http://schemas.microsoft.com/office/drawing/2014/main" id="{2DF5BBF2-F299-0FC7-8ACB-EC09D9FA9998}"/>
              </a:ext>
            </a:extLst>
          </p:cNvPr>
          <p:cNvSpPr txBox="1"/>
          <p:nvPr/>
        </p:nvSpPr>
        <p:spPr>
          <a:xfrm>
            <a:off x="9819810" y="1034083"/>
            <a:ext cx="1857047" cy="830997"/>
          </a:xfrm>
          <a:prstGeom prst="rect">
            <a:avLst/>
          </a:prstGeom>
          <a:noFill/>
        </p:spPr>
        <p:txBody>
          <a:bodyPr wrap="none" rtlCol="0">
            <a:spAutoFit/>
          </a:bodyPr>
          <a:lstStyle/>
          <a:p>
            <a:r>
              <a:rPr lang="en-PS" sz="2400" dirty="0"/>
              <a:t>w: slope</a:t>
            </a:r>
          </a:p>
          <a:p>
            <a:r>
              <a:rPr lang="en-PS" sz="2400" dirty="0"/>
              <a:t>b: y-intercept</a:t>
            </a:r>
          </a:p>
        </p:txBody>
      </p:sp>
      <p:cxnSp>
        <p:nvCxnSpPr>
          <p:cNvPr id="65" name="Straight Arrow Connector 64">
            <a:extLst>
              <a:ext uri="{FF2B5EF4-FFF2-40B4-BE49-F238E27FC236}">
                <a16:creationId xmlns:a16="http://schemas.microsoft.com/office/drawing/2014/main" id="{6A583304-2993-B103-5EAC-1BB02A59F9C8}"/>
              </a:ext>
            </a:extLst>
          </p:cNvPr>
          <p:cNvCxnSpPr>
            <a:cxnSpLocks/>
          </p:cNvCxnSpPr>
          <p:nvPr/>
        </p:nvCxnSpPr>
        <p:spPr>
          <a:xfrm flipH="1" flipV="1">
            <a:off x="6865281" y="3066346"/>
            <a:ext cx="574384" cy="57287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9DE94FA-AD73-C27C-578B-021EFADFA60E}"/>
              </a:ext>
            </a:extLst>
          </p:cNvPr>
          <p:cNvCxnSpPr>
            <a:cxnSpLocks/>
          </p:cNvCxnSpPr>
          <p:nvPr/>
        </p:nvCxnSpPr>
        <p:spPr>
          <a:xfrm>
            <a:off x="3761262" y="2719706"/>
            <a:ext cx="2059035" cy="67450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C2F3D6B6-6D3E-172B-CFED-C222E7696C08}"/>
              </a:ext>
            </a:extLst>
          </p:cNvPr>
          <p:cNvSpPr txBox="1"/>
          <p:nvPr/>
        </p:nvSpPr>
        <p:spPr>
          <a:xfrm>
            <a:off x="1288600" y="2493518"/>
            <a:ext cx="2521844" cy="461665"/>
          </a:xfrm>
          <a:prstGeom prst="rect">
            <a:avLst/>
          </a:prstGeom>
          <a:noFill/>
        </p:spPr>
        <p:txBody>
          <a:bodyPr wrap="none" rtlCol="0">
            <a:spAutoFit/>
          </a:bodyPr>
          <a:lstStyle/>
          <a:p>
            <a:r>
              <a:rPr lang="en-PS" sz="2400" dirty="0"/>
              <a:t>None linear Model</a:t>
            </a:r>
          </a:p>
        </p:txBody>
      </p:sp>
      <p:sp>
        <p:nvSpPr>
          <p:cNvPr id="73" name="TextBox 72">
            <a:extLst>
              <a:ext uri="{FF2B5EF4-FFF2-40B4-BE49-F238E27FC236}">
                <a16:creationId xmlns:a16="http://schemas.microsoft.com/office/drawing/2014/main" id="{6CBFCE23-D143-10CE-DF9F-6C095FCAA386}"/>
              </a:ext>
            </a:extLst>
          </p:cNvPr>
          <p:cNvSpPr txBox="1"/>
          <p:nvPr/>
        </p:nvSpPr>
        <p:spPr>
          <a:xfrm>
            <a:off x="397676" y="4032688"/>
            <a:ext cx="3688510" cy="1815882"/>
          </a:xfrm>
          <a:prstGeom prst="rect">
            <a:avLst/>
          </a:prstGeom>
          <a:noFill/>
        </p:spPr>
        <p:txBody>
          <a:bodyPr wrap="none" rtlCol="0">
            <a:spAutoFit/>
          </a:bodyPr>
          <a:lstStyle/>
          <a:p>
            <a:r>
              <a:rPr lang="en-PS" sz="2800" dirty="0"/>
              <a:t>The regression mahine </a:t>
            </a:r>
          </a:p>
          <a:p>
            <a:r>
              <a:rPr lang="en-PS" sz="2800" dirty="0"/>
              <a:t>learning</a:t>
            </a:r>
          </a:p>
          <a:p>
            <a:r>
              <a:rPr lang="en-PS" sz="2800" dirty="0"/>
              <a:t>task is to find the values</a:t>
            </a:r>
          </a:p>
          <a:p>
            <a:r>
              <a:rPr lang="en-PS" sz="2800" dirty="0"/>
              <a:t> of w and b</a:t>
            </a:r>
          </a:p>
        </p:txBody>
      </p:sp>
      <p:sp>
        <p:nvSpPr>
          <p:cNvPr id="3" name="TextBox 2">
            <a:extLst>
              <a:ext uri="{FF2B5EF4-FFF2-40B4-BE49-F238E27FC236}">
                <a16:creationId xmlns:a16="http://schemas.microsoft.com/office/drawing/2014/main" id="{8ADA16DA-C00B-C74C-8654-4FF61C66A798}"/>
              </a:ext>
            </a:extLst>
          </p:cNvPr>
          <p:cNvSpPr txBox="1"/>
          <p:nvPr/>
        </p:nvSpPr>
        <p:spPr>
          <a:xfrm>
            <a:off x="844501" y="2923747"/>
            <a:ext cx="3159839" cy="523220"/>
          </a:xfrm>
          <a:prstGeom prst="rect">
            <a:avLst/>
          </a:prstGeom>
          <a:noFill/>
        </p:spPr>
        <p:txBody>
          <a:bodyPr wrap="none" rtlCol="0">
            <a:spAutoFit/>
          </a:bodyPr>
          <a:lstStyle/>
          <a:p>
            <a:r>
              <a:rPr lang="en-US" sz="2800" dirty="0"/>
              <a:t>Y</a:t>
            </a:r>
            <a:r>
              <a:rPr lang="en-IL" sz="2800" dirty="0"/>
              <a:t> = w1x^2 + w2X + b</a:t>
            </a:r>
          </a:p>
        </p:txBody>
      </p:sp>
    </p:spTree>
    <p:extLst>
      <p:ext uri="{BB962C8B-B14F-4D97-AF65-F5344CB8AC3E}">
        <p14:creationId xmlns:p14="http://schemas.microsoft.com/office/powerpoint/2010/main" val="411275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939165" y="3079331"/>
            <a:ext cx="5134187" cy="699338"/>
          </a:xfrm>
          <a:prstGeom prst="rect">
            <a:avLst/>
          </a:prstGeom>
        </p:spPr>
        <p:txBody>
          <a:bodyPr vert="horz" wrap="square" lIns="0" tIns="22015" rIns="0" bIns="0" rtlCol="0">
            <a:spAutoFit/>
          </a:bodyPr>
          <a:lstStyle/>
          <a:p>
            <a:pPr marL="16933" algn="ctr">
              <a:spcBef>
                <a:spcPts val="175"/>
              </a:spcBef>
            </a:pPr>
            <a:r>
              <a:rPr sz="4400" spc="27" dirty="0">
                <a:latin typeface="Verdana"/>
                <a:cs typeface="Verdana"/>
              </a:rPr>
              <a:t>Cost</a:t>
            </a:r>
            <a:r>
              <a:rPr sz="4400" spc="-193" dirty="0">
                <a:latin typeface="Verdana"/>
                <a:cs typeface="Verdana"/>
              </a:rPr>
              <a:t> </a:t>
            </a:r>
            <a:r>
              <a:rPr sz="4400" spc="-7" dirty="0">
                <a:latin typeface="Verdana"/>
                <a:cs typeface="Verdana"/>
              </a:rPr>
              <a:t>Function</a:t>
            </a:r>
            <a:endParaRPr sz="4400" dirty="0">
              <a:latin typeface="Verdana"/>
              <a:cs typeface="Verdana"/>
            </a:endParaRPr>
          </a:p>
        </p:txBody>
      </p:sp>
      <p:sp>
        <p:nvSpPr>
          <p:cNvPr id="4" name="Slide Number Placeholder 3">
            <a:extLst>
              <a:ext uri="{FF2B5EF4-FFF2-40B4-BE49-F238E27FC236}">
                <a16:creationId xmlns:a16="http://schemas.microsoft.com/office/drawing/2014/main" id="{F90332E7-F407-E860-1598-571D3495485F}"/>
              </a:ext>
            </a:extLst>
          </p:cNvPr>
          <p:cNvSpPr>
            <a:spLocks noGrp="1"/>
          </p:cNvSpPr>
          <p:nvPr>
            <p:ph type="sldNum" sz="quarter" idx="7"/>
          </p:nvPr>
        </p:nvSpPr>
        <p:spPr/>
        <p:txBody>
          <a:bodyPr/>
          <a:lstStyle/>
          <a:p>
            <a:fld id="{B6F15528-21DE-4FAA-801E-634DDDAF4B2B}" type="slidenum">
              <a:rPr lang="en-PS" smtClean="0"/>
              <a:t>10</a:t>
            </a:fld>
            <a:endParaRPr lang="en-PS"/>
          </a:p>
        </p:txBody>
      </p:sp>
      <p:sp>
        <p:nvSpPr>
          <p:cNvPr id="6" name="Title 5">
            <a:extLst>
              <a:ext uri="{FF2B5EF4-FFF2-40B4-BE49-F238E27FC236}">
                <a16:creationId xmlns:a16="http://schemas.microsoft.com/office/drawing/2014/main" id="{5D573A44-7057-8977-4AEE-9A7C4A68AC1D}"/>
              </a:ext>
            </a:extLst>
          </p:cNvPr>
          <p:cNvSpPr>
            <a:spLocks noGrp="1"/>
          </p:cNvSpPr>
          <p:nvPr>
            <p:ph type="ctrTitle"/>
          </p:nvPr>
        </p:nvSpPr>
        <p:spPr>
          <a:xfrm>
            <a:off x="561172" y="1221098"/>
            <a:ext cx="10792628" cy="609398"/>
          </a:xfrm>
        </p:spPr>
        <p:txBody>
          <a:bodyPr/>
          <a:lstStyle/>
          <a:p>
            <a:r>
              <a:rPr lang="en-PS" sz="4400" dirty="0"/>
              <a:t>Linear Regression with one variable</a:t>
            </a:r>
          </a:p>
        </p:txBody>
      </p:sp>
      <p:sp>
        <p:nvSpPr>
          <p:cNvPr id="8" name="TextBox 7">
            <a:extLst>
              <a:ext uri="{FF2B5EF4-FFF2-40B4-BE49-F238E27FC236}">
                <a16:creationId xmlns:a16="http://schemas.microsoft.com/office/drawing/2014/main" id="{B796FD99-F7B8-D5D6-1926-16C569702A96}"/>
              </a:ext>
            </a:extLst>
          </p:cNvPr>
          <p:cNvSpPr txBox="1"/>
          <p:nvPr/>
        </p:nvSpPr>
        <p:spPr>
          <a:xfrm>
            <a:off x="1510265" y="4765894"/>
            <a:ext cx="8471935" cy="523220"/>
          </a:xfrm>
          <a:prstGeom prst="rect">
            <a:avLst/>
          </a:prstGeom>
          <a:noFill/>
        </p:spPr>
        <p:txBody>
          <a:bodyPr wrap="none" rtlCol="0">
            <a:spAutoFit/>
          </a:bodyPr>
          <a:lstStyle/>
          <a:p>
            <a:r>
              <a:rPr lang="en-US" sz="2800" dirty="0">
                <a:solidFill>
                  <a:srgbClr val="C00000"/>
                </a:solidFill>
              </a:rPr>
              <a:t>O</a:t>
            </a:r>
            <a:r>
              <a:rPr lang="en-PS" sz="2800">
                <a:solidFill>
                  <a:srgbClr val="C00000"/>
                </a:solidFill>
              </a:rPr>
              <a:t>ne </a:t>
            </a:r>
            <a:r>
              <a:rPr lang="en-PS" sz="2800" dirty="0">
                <a:solidFill>
                  <a:srgbClr val="C00000"/>
                </a:solidFill>
              </a:rPr>
              <a:t>of the most important concepts in machine learning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018C45-CAB7-D3ED-05FD-019346F53563}"/>
              </a:ext>
            </a:extLst>
          </p:cNvPr>
          <p:cNvSpPr>
            <a:spLocks noGrp="1"/>
          </p:cNvSpPr>
          <p:nvPr>
            <p:ph type="title"/>
          </p:nvPr>
        </p:nvSpPr>
        <p:spPr>
          <a:xfrm>
            <a:off x="838200" y="365125"/>
            <a:ext cx="10515600" cy="814451"/>
          </a:xfrm>
        </p:spPr>
        <p:txBody>
          <a:bodyPr/>
          <a:lstStyle/>
          <a:p>
            <a:r>
              <a:rPr lang="en-PS" dirty="0">
                <a:solidFill>
                  <a:srgbClr val="0432FF"/>
                </a:solidFill>
              </a:rPr>
              <a:t>What is cost function</a:t>
            </a:r>
          </a:p>
        </p:txBody>
      </p:sp>
      <p:sp>
        <p:nvSpPr>
          <p:cNvPr id="6" name="Content Placeholder 5">
            <a:extLst>
              <a:ext uri="{FF2B5EF4-FFF2-40B4-BE49-F238E27FC236}">
                <a16:creationId xmlns:a16="http://schemas.microsoft.com/office/drawing/2014/main" id="{A91A2A6E-D5A7-10AB-5E3E-D0CE4F03C4BD}"/>
              </a:ext>
            </a:extLst>
          </p:cNvPr>
          <p:cNvSpPr>
            <a:spLocks noGrp="1"/>
          </p:cNvSpPr>
          <p:nvPr>
            <p:ph idx="1"/>
          </p:nvPr>
        </p:nvSpPr>
        <p:spPr>
          <a:xfrm>
            <a:off x="774192" y="1592294"/>
            <a:ext cx="10515600" cy="4351338"/>
          </a:xfrm>
        </p:spPr>
        <p:txBody>
          <a:bodyPr/>
          <a:lstStyle/>
          <a:p>
            <a:r>
              <a:rPr lang="en-US" b="0" i="0" dirty="0">
                <a:solidFill>
                  <a:srgbClr val="1F1F1F"/>
                </a:solidFill>
                <a:effectLst/>
                <a:latin typeface="+mj-lt"/>
              </a:rPr>
              <a:t>In linear regression, the cost function is </a:t>
            </a:r>
            <a:r>
              <a:rPr lang="en-US" b="0" i="0" dirty="0">
                <a:solidFill>
                  <a:srgbClr val="0432FF"/>
                </a:solidFill>
                <a:effectLst/>
                <a:latin typeface="+mj-lt"/>
              </a:rPr>
              <a:t>a measure of how well the model's predictions fit the observed data</a:t>
            </a:r>
            <a:r>
              <a:rPr lang="en-US" b="0" i="0" dirty="0">
                <a:solidFill>
                  <a:srgbClr val="1F1F1F"/>
                </a:solidFill>
                <a:effectLst/>
                <a:latin typeface="+mj-lt"/>
              </a:rPr>
              <a:t>. It is a way to quantify the error between the predicted values and the actual values. The cost function is typically minimized during the training process, in order to find the best values for the model's parameters.</a:t>
            </a:r>
          </a:p>
          <a:p>
            <a:r>
              <a:rPr lang="en-US" dirty="0">
                <a:latin typeface="+mj-lt"/>
              </a:rPr>
              <a:t>We need a cost function because it allows us to measure the performance of our model. Without a cost function, we would have no way to know how well our model is fitting the data. This would make it difficult to improve our model and make accurate predictions.</a:t>
            </a:r>
            <a:endParaRPr lang="en-PS" dirty="0">
              <a:latin typeface="+mj-lt"/>
            </a:endParaRPr>
          </a:p>
        </p:txBody>
      </p:sp>
      <p:sp>
        <p:nvSpPr>
          <p:cNvPr id="4" name="Slide Number Placeholder 3">
            <a:extLst>
              <a:ext uri="{FF2B5EF4-FFF2-40B4-BE49-F238E27FC236}">
                <a16:creationId xmlns:a16="http://schemas.microsoft.com/office/drawing/2014/main" id="{5A5BA058-91FF-53B3-C6B0-732D768B4DC3}"/>
              </a:ext>
            </a:extLst>
          </p:cNvPr>
          <p:cNvSpPr>
            <a:spLocks noGrp="1"/>
          </p:cNvSpPr>
          <p:nvPr>
            <p:ph type="sldNum" sz="quarter" idx="12"/>
          </p:nvPr>
        </p:nvSpPr>
        <p:spPr/>
        <p:txBody>
          <a:bodyPr/>
          <a:lstStyle/>
          <a:p>
            <a:fld id="{B6F15528-21DE-4FAA-801E-634DDDAF4B2B}" type="slidenum">
              <a:rPr lang="en-PS" smtClean="0"/>
              <a:t>11</a:t>
            </a:fld>
            <a:endParaRPr lang="en-PS"/>
          </a:p>
        </p:txBody>
      </p:sp>
    </p:spTree>
    <p:extLst>
      <p:ext uri="{BB962C8B-B14F-4D97-AF65-F5344CB8AC3E}">
        <p14:creationId xmlns:p14="http://schemas.microsoft.com/office/powerpoint/2010/main" val="3249265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4A0CFD6F-719E-A6C7-6EA5-301A3E2014FF}"/>
              </a:ext>
            </a:extLst>
          </p:cNvPr>
          <p:cNvGrpSpPr/>
          <p:nvPr/>
        </p:nvGrpSpPr>
        <p:grpSpPr>
          <a:xfrm>
            <a:off x="6671732" y="1140969"/>
            <a:ext cx="4682068" cy="1212297"/>
            <a:chOff x="7077795" y="1157816"/>
            <a:chExt cx="4682068" cy="1212297"/>
          </a:xfrm>
        </p:grpSpPr>
        <p:sp>
          <p:nvSpPr>
            <p:cNvPr id="2" name="object 2"/>
            <p:cNvSpPr/>
            <p:nvPr/>
          </p:nvSpPr>
          <p:spPr>
            <a:xfrm>
              <a:off x="9400708" y="1278977"/>
              <a:ext cx="491067" cy="376767"/>
            </a:xfrm>
            <a:custGeom>
              <a:avLst/>
              <a:gdLst/>
              <a:ahLst/>
              <a:cxnLst/>
              <a:rect l="l" t="t" r="r" b="b"/>
              <a:pathLst>
                <a:path w="368300" h="282575">
                  <a:moveTo>
                    <a:pt x="278129" y="0"/>
                  </a:moveTo>
                  <a:lnTo>
                    <a:pt x="274066" y="11557"/>
                  </a:lnTo>
                  <a:lnTo>
                    <a:pt x="290429" y="18631"/>
                  </a:lnTo>
                  <a:lnTo>
                    <a:pt x="304482" y="28432"/>
                  </a:lnTo>
                  <a:lnTo>
                    <a:pt x="333015" y="73925"/>
                  </a:lnTo>
                  <a:lnTo>
                    <a:pt x="341346" y="115732"/>
                  </a:lnTo>
                  <a:lnTo>
                    <a:pt x="342392" y="139827"/>
                  </a:lnTo>
                  <a:lnTo>
                    <a:pt x="341344" y="164707"/>
                  </a:lnTo>
                  <a:lnTo>
                    <a:pt x="332962" y="207656"/>
                  </a:lnTo>
                  <a:lnTo>
                    <a:pt x="304482" y="253857"/>
                  </a:lnTo>
                  <a:lnTo>
                    <a:pt x="274574" y="270891"/>
                  </a:lnTo>
                  <a:lnTo>
                    <a:pt x="278129" y="282321"/>
                  </a:lnTo>
                  <a:lnTo>
                    <a:pt x="316626" y="264302"/>
                  </a:lnTo>
                  <a:lnTo>
                    <a:pt x="344932" y="233045"/>
                  </a:lnTo>
                  <a:lnTo>
                    <a:pt x="362362" y="191150"/>
                  </a:lnTo>
                  <a:lnTo>
                    <a:pt x="368173" y="141351"/>
                  </a:lnTo>
                  <a:lnTo>
                    <a:pt x="366718" y="115466"/>
                  </a:lnTo>
                  <a:lnTo>
                    <a:pt x="355046" y="69556"/>
                  </a:lnTo>
                  <a:lnTo>
                    <a:pt x="331922" y="32164"/>
                  </a:lnTo>
                  <a:lnTo>
                    <a:pt x="298584" y="7435"/>
                  </a:lnTo>
                  <a:lnTo>
                    <a:pt x="278129" y="0"/>
                  </a:lnTo>
                  <a:close/>
                </a:path>
                <a:path w="368300" h="282575">
                  <a:moveTo>
                    <a:pt x="90043" y="0"/>
                  </a:moveTo>
                  <a:lnTo>
                    <a:pt x="51546" y="18145"/>
                  </a:lnTo>
                  <a:lnTo>
                    <a:pt x="23241" y="49530"/>
                  </a:lnTo>
                  <a:lnTo>
                    <a:pt x="5810" y="91535"/>
                  </a:lnTo>
                  <a:lnTo>
                    <a:pt x="0" y="141351"/>
                  </a:lnTo>
                  <a:lnTo>
                    <a:pt x="1432" y="167233"/>
                  </a:lnTo>
                  <a:lnTo>
                    <a:pt x="12965" y="213092"/>
                  </a:lnTo>
                  <a:lnTo>
                    <a:pt x="36018" y="250334"/>
                  </a:lnTo>
                  <a:lnTo>
                    <a:pt x="69494" y="274960"/>
                  </a:lnTo>
                  <a:lnTo>
                    <a:pt x="90043" y="282321"/>
                  </a:lnTo>
                  <a:lnTo>
                    <a:pt x="93599" y="270891"/>
                  </a:lnTo>
                  <a:lnTo>
                    <a:pt x="77475" y="263773"/>
                  </a:lnTo>
                  <a:lnTo>
                    <a:pt x="63579" y="253857"/>
                  </a:lnTo>
                  <a:lnTo>
                    <a:pt x="35083" y="207656"/>
                  </a:lnTo>
                  <a:lnTo>
                    <a:pt x="26701" y="164707"/>
                  </a:lnTo>
                  <a:lnTo>
                    <a:pt x="25653" y="139827"/>
                  </a:lnTo>
                  <a:lnTo>
                    <a:pt x="26701" y="115732"/>
                  </a:lnTo>
                  <a:lnTo>
                    <a:pt x="35083" y="73925"/>
                  </a:lnTo>
                  <a:lnTo>
                    <a:pt x="63674" y="28432"/>
                  </a:lnTo>
                  <a:lnTo>
                    <a:pt x="93979" y="11557"/>
                  </a:lnTo>
                  <a:lnTo>
                    <a:pt x="90043" y="0"/>
                  </a:lnTo>
                  <a:close/>
                </a:path>
              </a:pathLst>
            </a:custGeom>
            <a:solidFill>
              <a:srgbClr val="000000"/>
            </a:solidFill>
          </p:spPr>
          <p:txBody>
            <a:bodyPr wrap="square" lIns="0" tIns="0" rIns="0" bIns="0" rtlCol="0"/>
            <a:lstStyle/>
            <a:p>
              <a:endParaRPr sz="2400"/>
            </a:p>
          </p:txBody>
        </p:sp>
        <p:sp>
          <p:nvSpPr>
            <p:cNvPr id="3" name="object 3"/>
            <p:cNvSpPr txBox="1"/>
            <p:nvPr/>
          </p:nvSpPr>
          <p:spPr>
            <a:xfrm>
              <a:off x="7077795" y="1157816"/>
              <a:ext cx="4682068" cy="1212297"/>
            </a:xfrm>
            <a:prstGeom prst="rect">
              <a:avLst/>
            </a:prstGeom>
          </p:spPr>
          <p:txBody>
            <a:bodyPr vert="horz" wrap="square" lIns="0" tIns="16933" rIns="0" bIns="0" rtlCol="0">
              <a:spAutoFit/>
            </a:bodyPr>
            <a:lstStyle/>
            <a:p>
              <a:pPr marL="84662">
                <a:spcBef>
                  <a:spcPts val="133"/>
                </a:spcBef>
                <a:tabLst>
                  <a:tab pos="2461137" algn="l"/>
                  <a:tab pos="2969958" algn="l"/>
                </a:tabLst>
              </a:pPr>
              <a:r>
                <a:rPr sz="2800" spc="-7" dirty="0">
                  <a:latin typeface="Verdana"/>
                  <a:cs typeface="Verdana"/>
                </a:rPr>
                <a:t>Model:</a:t>
              </a:r>
              <a:r>
                <a:rPr sz="2800" spc="20" dirty="0">
                  <a:latin typeface="Verdana"/>
                  <a:cs typeface="Verdana"/>
                </a:rPr>
                <a:t> </a:t>
              </a:r>
              <a:r>
                <a:rPr sz="2800" spc="187" dirty="0">
                  <a:solidFill>
                    <a:srgbClr val="0096FF"/>
                  </a:solidFill>
                  <a:latin typeface="Cambria Math"/>
                  <a:cs typeface="Cambria Math"/>
                </a:rPr>
                <a:t>ƒ</a:t>
              </a:r>
              <a:r>
                <a:rPr sz="2800" spc="279" baseline="-17973" dirty="0">
                  <a:solidFill>
                    <a:srgbClr val="0096FF"/>
                  </a:solidFill>
                  <a:latin typeface="Cambria Math"/>
                  <a:cs typeface="Cambria Math"/>
                </a:rPr>
                <a:t>w,𝑏	</a:t>
              </a:r>
              <a:r>
                <a:rPr sz="2800" dirty="0">
                  <a:latin typeface="Cambria Math"/>
                  <a:cs typeface="Cambria Math"/>
                </a:rPr>
                <a:t>𝑥	=</a:t>
              </a:r>
              <a:r>
                <a:rPr sz="2800" spc="167" dirty="0">
                  <a:latin typeface="Cambria Math"/>
                  <a:cs typeface="Cambria Math"/>
                </a:rPr>
                <a:t> </a:t>
              </a:r>
              <a:r>
                <a:rPr sz="2800" spc="15" dirty="0">
                  <a:solidFill>
                    <a:srgbClr val="0096FF"/>
                  </a:solidFill>
                  <a:latin typeface="Cambria Math"/>
                  <a:cs typeface="Cambria Math"/>
                </a:rPr>
                <a:t>𝑤</a:t>
              </a:r>
              <a:r>
                <a:rPr sz="2800" spc="15" dirty="0">
                  <a:latin typeface="Cambria Math"/>
                  <a:cs typeface="Cambria Math"/>
                </a:rPr>
                <a:t>𝑥</a:t>
              </a:r>
              <a:r>
                <a:rPr sz="2800" spc="-41" dirty="0">
                  <a:latin typeface="Cambria Math"/>
                  <a:cs typeface="Cambria Math"/>
                </a:rPr>
                <a:t> </a:t>
              </a:r>
              <a:r>
                <a:rPr sz="2800" dirty="0">
                  <a:latin typeface="Cambria Math"/>
                  <a:cs typeface="Cambria Math"/>
                </a:rPr>
                <a:t>+</a:t>
              </a:r>
              <a:r>
                <a:rPr sz="2800" spc="-27" dirty="0">
                  <a:latin typeface="Cambria Math"/>
                  <a:cs typeface="Cambria Math"/>
                </a:rPr>
                <a:t> </a:t>
              </a:r>
              <a:r>
                <a:rPr sz="2800" dirty="0">
                  <a:solidFill>
                    <a:srgbClr val="0096FF"/>
                  </a:solidFill>
                  <a:latin typeface="Cambria Math"/>
                  <a:cs typeface="Cambria Math"/>
                </a:rPr>
                <a:t>𝑏</a:t>
              </a:r>
              <a:endParaRPr sz="2800" dirty="0">
                <a:latin typeface="Cambria Math"/>
                <a:cs typeface="Cambria Math"/>
              </a:endParaRPr>
            </a:p>
            <a:p>
              <a:pPr marL="110908">
                <a:spcBef>
                  <a:spcPts val="2560"/>
                </a:spcBef>
              </a:pPr>
              <a:r>
                <a:rPr sz="2800" spc="133" dirty="0">
                  <a:solidFill>
                    <a:srgbClr val="0096FF"/>
                  </a:solidFill>
                  <a:latin typeface="Cambria Math"/>
                  <a:cs typeface="Cambria Math"/>
                </a:rPr>
                <a:t>𝑤</a:t>
              </a:r>
              <a:r>
                <a:rPr sz="2800" dirty="0">
                  <a:solidFill>
                    <a:srgbClr val="0096FF"/>
                  </a:solidFill>
                  <a:latin typeface="Cambria Math"/>
                  <a:cs typeface="Cambria Math"/>
                </a:rPr>
                <a:t>,</a:t>
              </a:r>
              <a:r>
                <a:rPr sz="2800" spc="-260" dirty="0">
                  <a:solidFill>
                    <a:srgbClr val="0096FF"/>
                  </a:solidFill>
                  <a:latin typeface="Cambria Math"/>
                  <a:cs typeface="Cambria Math"/>
                </a:rPr>
                <a:t> </a:t>
              </a:r>
              <a:r>
                <a:rPr sz="2800" spc="68" dirty="0">
                  <a:solidFill>
                    <a:srgbClr val="0096FF"/>
                  </a:solidFill>
                  <a:latin typeface="Cambria Math"/>
                  <a:cs typeface="Cambria Math"/>
                </a:rPr>
                <a:t>𝑏</a:t>
              </a:r>
              <a:r>
                <a:rPr sz="2800" dirty="0">
                  <a:latin typeface="Verdana"/>
                  <a:cs typeface="Verdana"/>
                </a:rPr>
                <a:t>:</a:t>
              </a:r>
              <a:r>
                <a:rPr sz="2800" spc="20" dirty="0">
                  <a:latin typeface="Verdana"/>
                  <a:cs typeface="Verdana"/>
                </a:rPr>
                <a:t> </a:t>
              </a:r>
              <a:r>
                <a:rPr sz="2800" spc="-7" dirty="0">
                  <a:solidFill>
                    <a:srgbClr val="0096FF"/>
                  </a:solidFill>
                  <a:latin typeface="Verdana"/>
                  <a:cs typeface="Verdana"/>
                </a:rPr>
                <a:t>p</a:t>
              </a:r>
              <a:r>
                <a:rPr sz="2800" spc="-15" dirty="0">
                  <a:solidFill>
                    <a:srgbClr val="0096FF"/>
                  </a:solidFill>
                  <a:latin typeface="Verdana"/>
                  <a:cs typeface="Verdana"/>
                </a:rPr>
                <a:t>a</a:t>
              </a:r>
              <a:r>
                <a:rPr sz="2800" spc="27" dirty="0">
                  <a:solidFill>
                    <a:srgbClr val="0096FF"/>
                  </a:solidFill>
                  <a:latin typeface="Verdana"/>
                  <a:cs typeface="Verdana"/>
                </a:rPr>
                <a:t>r</a:t>
              </a:r>
              <a:r>
                <a:rPr sz="2800" spc="-27" dirty="0">
                  <a:solidFill>
                    <a:srgbClr val="0096FF"/>
                  </a:solidFill>
                  <a:latin typeface="Verdana"/>
                  <a:cs typeface="Verdana"/>
                </a:rPr>
                <a:t>a</a:t>
              </a:r>
              <a:r>
                <a:rPr sz="2800" spc="-15" dirty="0">
                  <a:solidFill>
                    <a:srgbClr val="0096FF"/>
                  </a:solidFill>
                  <a:latin typeface="Verdana"/>
                  <a:cs typeface="Verdana"/>
                </a:rPr>
                <a:t>m</a:t>
              </a:r>
              <a:r>
                <a:rPr sz="2800" dirty="0">
                  <a:solidFill>
                    <a:srgbClr val="0096FF"/>
                  </a:solidFill>
                  <a:latin typeface="Verdana"/>
                  <a:cs typeface="Verdana"/>
                </a:rPr>
                <a:t>e</a:t>
              </a:r>
              <a:r>
                <a:rPr sz="2800" spc="27" dirty="0">
                  <a:solidFill>
                    <a:srgbClr val="0096FF"/>
                  </a:solidFill>
                  <a:latin typeface="Verdana"/>
                  <a:cs typeface="Verdana"/>
                </a:rPr>
                <a:t>t</a:t>
              </a:r>
              <a:r>
                <a:rPr sz="2800" dirty="0">
                  <a:solidFill>
                    <a:srgbClr val="0096FF"/>
                  </a:solidFill>
                  <a:latin typeface="Verdana"/>
                  <a:cs typeface="Verdana"/>
                </a:rPr>
                <a:t>e</a:t>
              </a:r>
              <a:r>
                <a:rPr sz="2800" spc="20" dirty="0">
                  <a:solidFill>
                    <a:srgbClr val="0096FF"/>
                  </a:solidFill>
                  <a:latin typeface="Verdana"/>
                  <a:cs typeface="Verdana"/>
                </a:rPr>
                <a:t>r</a:t>
              </a:r>
              <a:r>
                <a:rPr sz="2800" dirty="0">
                  <a:solidFill>
                    <a:srgbClr val="0096FF"/>
                  </a:solidFill>
                  <a:latin typeface="Verdana"/>
                  <a:cs typeface="Verdana"/>
                </a:rPr>
                <a:t>s</a:t>
              </a:r>
              <a:endParaRPr sz="2800" dirty="0">
                <a:latin typeface="Verdana"/>
                <a:cs typeface="Verdana"/>
              </a:endParaRPr>
            </a:p>
          </p:txBody>
        </p:sp>
      </p:grpSp>
      <p:sp>
        <p:nvSpPr>
          <p:cNvPr id="4" name="object 4"/>
          <p:cNvSpPr txBox="1">
            <a:spLocks noGrp="1"/>
          </p:cNvSpPr>
          <p:nvPr>
            <p:ph type="title"/>
          </p:nvPr>
        </p:nvSpPr>
        <p:spPr>
          <a:xfrm>
            <a:off x="535942" y="152146"/>
            <a:ext cx="2755900" cy="516552"/>
          </a:xfrm>
          <a:prstGeom prst="rect">
            <a:avLst/>
          </a:prstGeom>
        </p:spPr>
        <p:txBody>
          <a:bodyPr vert="horz" wrap="square" lIns="0" tIns="17780" rIns="0" bIns="0" rtlCol="0" anchor="ctr">
            <a:spAutoFit/>
          </a:bodyPr>
          <a:lstStyle/>
          <a:p>
            <a:pPr marL="16933">
              <a:spcBef>
                <a:spcPts val="140"/>
              </a:spcBef>
            </a:pPr>
            <a:r>
              <a:rPr sz="3600" spc="-27" dirty="0">
                <a:solidFill>
                  <a:srgbClr val="0432FF"/>
                </a:solidFill>
              </a:rPr>
              <a:t>Training</a:t>
            </a:r>
            <a:r>
              <a:rPr sz="3600" spc="107" dirty="0">
                <a:solidFill>
                  <a:srgbClr val="0432FF"/>
                </a:solidFill>
              </a:rPr>
              <a:t> </a:t>
            </a:r>
            <a:r>
              <a:rPr sz="3600" spc="-7" dirty="0">
                <a:solidFill>
                  <a:srgbClr val="0432FF"/>
                </a:solidFill>
              </a:rPr>
              <a:t>set</a:t>
            </a:r>
            <a:endParaRPr sz="3600" dirty="0">
              <a:solidFill>
                <a:srgbClr val="0432FF"/>
              </a:solidFill>
            </a:endParaRPr>
          </a:p>
        </p:txBody>
      </p:sp>
      <p:sp>
        <p:nvSpPr>
          <p:cNvPr id="5" name="object 5"/>
          <p:cNvSpPr txBox="1"/>
          <p:nvPr/>
        </p:nvSpPr>
        <p:spPr>
          <a:xfrm>
            <a:off x="7116909" y="3883471"/>
            <a:ext cx="3141980" cy="510396"/>
          </a:xfrm>
          <a:prstGeom prst="rect">
            <a:avLst/>
          </a:prstGeom>
        </p:spPr>
        <p:txBody>
          <a:bodyPr vert="horz" wrap="square" lIns="0" tIns="17780" rIns="0" bIns="0" rtlCol="0">
            <a:spAutoFit/>
          </a:bodyPr>
          <a:lstStyle/>
          <a:p>
            <a:pPr marL="16933">
              <a:spcBef>
                <a:spcPts val="140"/>
              </a:spcBef>
            </a:pPr>
            <a:r>
              <a:rPr sz="3200" spc="175" dirty="0">
                <a:latin typeface="Arial MT"/>
                <a:cs typeface="Arial MT"/>
              </a:rPr>
              <a:t>W</a:t>
            </a:r>
            <a:r>
              <a:rPr sz="3200" spc="7" dirty="0">
                <a:latin typeface="Arial MT"/>
                <a:cs typeface="Arial MT"/>
              </a:rPr>
              <a:t>h</a:t>
            </a:r>
            <a:r>
              <a:rPr sz="3200" spc="-87" dirty="0">
                <a:latin typeface="Arial MT"/>
                <a:cs typeface="Arial MT"/>
              </a:rPr>
              <a:t>a</a:t>
            </a:r>
            <a:r>
              <a:rPr sz="3200" dirty="0">
                <a:latin typeface="Arial MT"/>
                <a:cs typeface="Arial MT"/>
              </a:rPr>
              <a:t>t</a:t>
            </a:r>
            <a:r>
              <a:rPr sz="3200" spc="-180" dirty="0">
                <a:latin typeface="Arial MT"/>
                <a:cs typeface="Arial MT"/>
              </a:rPr>
              <a:t> </a:t>
            </a:r>
            <a:r>
              <a:rPr sz="3200" spc="-87" dirty="0">
                <a:latin typeface="Arial MT"/>
                <a:cs typeface="Arial MT"/>
              </a:rPr>
              <a:t>d</a:t>
            </a:r>
            <a:r>
              <a:rPr sz="3200" dirty="0">
                <a:latin typeface="Arial MT"/>
                <a:cs typeface="Arial MT"/>
              </a:rPr>
              <a:t>o</a:t>
            </a:r>
            <a:r>
              <a:rPr sz="3200" spc="140" dirty="0">
                <a:latin typeface="Arial MT"/>
                <a:cs typeface="Arial MT"/>
              </a:rPr>
              <a:t> </a:t>
            </a:r>
            <a:r>
              <a:rPr sz="3200" spc="140" dirty="0">
                <a:solidFill>
                  <a:srgbClr val="0096FF"/>
                </a:solidFill>
                <a:latin typeface="Cambria Math"/>
                <a:cs typeface="Cambria Math"/>
              </a:rPr>
              <a:t>𝑤</a:t>
            </a:r>
            <a:r>
              <a:rPr sz="3200" dirty="0">
                <a:solidFill>
                  <a:srgbClr val="0096FF"/>
                </a:solidFill>
                <a:latin typeface="Cambria Math"/>
                <a:cs typeface="Cambria Math"/>
              </a:rPr>
              <a:t>,</a:t>
            </a:r>
            <a:r>
              <a:rPr sz="3200" spc="-260" dirty="0">
                <a:solidFill>
                  <a:srgbClr val="0096FF"/>
                </a:solidFill>
                <a:latin typeface="Cambria Math"/>
                <a:cs typeface="Cambria Math"/>
              </a:rPr>
              <a:t> </a:t>
            </a:r>
            <a:r>
              <a:rPr sz="3200" spc="7" dirty="0">
                <a:solidFill>
                  <a:srgbClr val="0096FF"/>
                </a:solidFill>
                <a:latin typeface="Cambria Math"/>
                <a:cs typeface="Cambria Math"/>
              </a:rPr>
              <a:t>𝑏</a:t>
            </a:r>
            <a:r>
              <a:rPr sz="3200" dirty="0">
                <a:solidFill>
                  <a:srgbClr val="0096FF"/>
                </a:solidFill>
                <a:latin typeface="Cambria Math"/>
                <a:cs typeface="Cambria Math"/>
              </a:rPr>
              <a:t> </a:t>
            </a:r>
            <a:r>
              <a:rPr sz="3200" spc="-240" dirty="0">
                <a:solidFill>
                  <a:srgbClr val="0096FF"/>
                </a:solidFill>
                <a:latin typeface="Cambria Math"/>
                <a:cs typeface="Cambria Math"/>
              </a:rPr>
              <a:t> </a:t>
            </a:r>
            <a:r>
              <a:rPr sz="3200" spc="-87" dirty="0">
                <a:latin typeface="Arial MT"/>
                <a:cs typeface="Arial MT"/>
              </a:rPr>
              <a:t>do</a:t>
            </a:r>
            <a:r>
              <a:rPr sz="3200" dirty="0">
                <a:latin typeface="Verdana"/>
                <a:cs typeface="Verdana"/>
              </a:rPr>
              <a:t>?</a:t>
            </a:r>
          </a:p>
        </p:txBody>
      </p:sp>
      <p:sp>
        <p:nvSpPr>
          <p:cNvPr id="6" name="object 6"/>
          <p:cNvSpPr txBox="1"/>
          <p:nvPr/>
        </p:nvSpPr>
        <p:spPr>
          <a:xfrm>
            <a:off x="395818" y="1195917"/>
            <a:ext cx="2418927" cy="386430"/>
          </a:xfrm>
          <a:prstGeom prst="rect">
            <a:avLst/>
          </a:prstGeom>
        </p:spPr>
        <p:txBody>
          <a:bodyPr vert="horz" wrap="square" lIns="0" tIns="16933" rIns="0" bIns="0" rtlCol="0">
            <a:spAutoFit/>
          </a:bodyPr>
          <a:lstStyle/>
          <a:p>
            <a:pPr marL="33864">
              <a:spcBef>
                <a:spcPts val="133"/>
              </a:spcBef>
            </a:pPr>
            <a:r>
              <a:rPr sz="2400" dirty="0">
                <a:latin typeface="Verdana"/>
                <a:cs typeface="Verdana"/>
              </a:rPr>
              <a:t>size </a:t>
            </a:r>
            <a:r>
              <a:rPr sz="2400" spc="-33" dirty="0">
                <a:latin typeface="Verdana"/>
                <a:cs typeface="Verdana"/>
              </a:rPr>
              <a:t>in</a:t>
            </a:r>
            <a:r>
              <a:rPr sz="2400" spc="7" dirty="0">
                <a:latin typeface="Verdana"/>
                <a:cs typeface="Verdana"/>
              </a:rPr>
              <a:t> </a:t>
            </a:r>
            <a:r>
              <a:rPr sz="2400" spc="-33" dirty="0">
                <a:latin typeface="Verdana"/>
                <a:cs typeface="Verdana"/>
              </a:rPr>
              <a:t>feet</a:t>
            </a:r>
            <a:r>
              <a:rPr sz="2400" spc="-49" baseline="23148" dirty="0">
                <a:latin typeface="Cambria Math"/>
                <a:cs typeface="Cambria Math"/>
              </a:rPr>
              <a:t>2</a:t>
            </a:r>
            <a:r>
              <a:rPr sz="2400" spc="959" baseline="23148" dirty="0">
                <a:latin typeface="Cambria Math"/>
                <a:cs typeface="Cambria Math"/>
              </a:rPr>
              <a:t> </a:t>
            </a:r>
            <a:r>
              <a:rPr sz="2400" spc="41" dirty="0">
                <a:latin typeface="Verdana"/>
                <a:cs typeface="Verdana"/>
              </a:rPr>
              <a:t>(</a:t>
            </a:r>
            <a:r>
              <a:rPr sz="2400" spc="41" dirty="0">
                <a:latin typeface="Cambria Math"/>
                <a:cs typeface="Cambria Math"/>
              </a:rPr>
              <a:t>𝑥</a:t>
            </a:r>
            <a:r>
              <a:rPr sz="2400" spc="41" dirty="0">
                <a:latin typeface="Verdana"/>
                <a:cs typeface="Verdana"/>
              </a:rPr>
              <a:t>)</a:t>
            </a:r>
            <a:endParaRPr sz="2400" dirty="0">
              <a:latin typeface="Verdana"/>
              <a:cs typeface="Verdana"/>
            </a:endParaRPr>
          </a:p>
        </p:txBody>
      </p:sp>
      <p:sp>
        <p:nvSpPr>
          <p:cNvPr id="7" name="object 7"/>
          <p:cNvSpPr txBox="1"/>
          <p:nvPr/>
        </p:nvSpPr>
        <p:spPr>
          <a:xfrm>
            <a:off x="3291842" y="1187365"/>
            <a:ext cx="2562860" cy="387286"/>
          </a:xfrm>
          <a:prstGeom prst="rect">
            <a:avLst/>
          </a:prstGeom>
        </p:spPr>
        <p:txBody>
          <a:bodyPr vert="horz" wrap="square" lIns="0" tIns="17780" rIns="0" bIns="0" rtlCol="0">
            <a:spAutoFit/>
          </a:bodyPr>
          <a:lstStyle/>
          <a:p>
            <a:pPr marL="16933">
              <a:spcBef>
                <a:spcPts val="140"/>
              </a:spcBef>
            </a:pPr>
            <a:r>
              <a:rPr sz="2400" spc="-15" dirty="0">
                <a:latin typeface="Verdana"/>
                <a:cs typeface="Verdana"/>
              </a:rPr>
              <a:t>price</a:t>
            </a:r>
            <a:r>
              <a:rPr sz="2400" spc="-20" dirty="0">
                <a:latin typeface="Verdana"/>
                <a:cs typeface="Verdana"/>
              </a:rPr>
              <a:t> </a:t>
            </a:r>
            <a:r>
              <a:rPr sz="2400" spc="-27" dirty="0">
                <a:latin typeface="Verdana"/>
                <a:cs typeface="Verdana"/>
              </a:rPr>
              <a:t>$</a:t>
            </a:r>
            <a:r>
              <a:rPr sz="2400" spc="-27" dirty="0">
                <a:latin typeface="Cambria Math"/>
                <a:cs typeface="Cambria Math"/>
              </a:rPr>
              <a:t>1000</a:t>
            </a:r>
            <a:r>
              <a:rPr sz="2400" spc="-27" dirty="0">
                <a:latin typeface="Verdana"/>
                <a:cs typeface="Verdana"/>
              </a:rPr>
              <a:t>'s</a:t>
            </a:r>
            <a:r>
              <a:rPr sz="2400" spc="153" dirty="0">
                <a:latin typeface="Verdana"/>
                <a:cs typeface="Verdana"/>
              </a:rPr>
              <a:t> </a:t>
            </a:r>
            <a:r>
              <a:rPr sz="2400" spc="20" dirty="0">
                <a:latin typeface="Verdana"/>
                <a:cs typeface="Verdana"/>
              </a:rPr>
              <a:t>(</a:t>
            </a:r>
            <a:r>
              <a:rPr sz="2400" spc="20" dirty="0">
                <a:latin typeface="Cambria Math"/>
                <a:cs typeface="Cambria Math"/>
              </a:rPr>
              <a:t>𝑦</a:t>
            </a:r>
            <a:r>
              <a:rPr sz="2400" spc="20" dirty="0">
                <a:latin typeface="Verdana"/>
                <a:cs typeface="Verdana"/>
              </a:rPr>
              <a:t>)</a:t>
            </a:r>
            <a:endParaRPr sz="2400" dirty="0">
              <a:latin typeface="Verdana"/>
              <a:cs typeface="Verdana"/>
            </a:endParaRPr>
          </a:p>
        </p:txBody>
      </p:sp>
      <p:sp>
        <p:nvSpPr>
          <p:cNvPr id="8" name="object 8"/>
          <p:cNvSpPr/>
          <p:nvPr/>
        </p:nvSpPr>
        <p:spPr>
          <a:xfrm>
            <a:off x="311152" y="1162136"/>
            <a:ext cx="6151033" cy="2595033"/>
          </a:xfrm>
          <a:custGeom>
            <a:avLst/>
            <a:gdLst/>
            <a:ahLst/>
            <a:cxnLst/>
            <a:rect l="l" t="t" r="r" b="b"/>
            <a:pathLst>
              <a:path w="4613275" h="1946275">
                <a:moveTo>
                  <a:pt x="0" y="419100"/>
                </a:moveTo>
                <a:lnTo>
                  <a:pt x="4613084" y="419100"/>
                </a:lnTo>
              </a:path>
              <a:path w="4613275" h="1946275">
                <a:moveTo>
                  <a:pt x="2105088" y="1946148"/>
                </a:moveTo>
                <a:lnTo>
                  <a:pt x="2105088" y="0"/>
                </a:lnTo>
              </a:path>
            </a:pathLst>
          </a:custGeom>
          <a:ln w="25400">
            <a:solidFill>
              <a:srgbClr val="000000"/>
            </a:solidFill>
          </a:ln>
        </p:spPr>
        <p:txBody>
          <a:bodyPr wrap="square" lIns="0" tIns="0" rIns="0" bIns="0" rtlCol="0"/>
          <a:lstStyle/>
          <a:p>
            <a:endParaRPr sz="2400"/>
          </a:p>
        </p:txBody>
      </p:sp>
      <p:graphicFrame>
        <p:nvGraphicFramePr>
          <p:cNvPr id="9" name="object 9"/>
          <p:cNvGraphicFramePr>
            <a:graphicFrameLocks noGrp="1"/>
          </p:cNvGraphicFramePr>
          <p:nvPr>
            <p:extLst>
              <p:ext uri="{D42A27DB-BD31-4B8C-83A1-F6EECF244321}">
                <p14:modId xmlns:p14="http://schemas.microsoft.com/office/powerpoint/2010/main" val="3729522175"/>
              </p:ext>
            </p:extLst>
          </p:nvPr>
        </p:nvGraphicFramePr>
        <p:xfrm>
          <a:off x="1338582" y="1848477"/>
          <a:ext cx="3460328" cy="3109209"/>
        </p:xfrm>
        <a:graphic>
          <a:graphicData uri="http://schemas.openxmlformats.org/drawingml/2006/table">
            <a:tbl>
              <a:tblPr firstRow="1" bandRow="1">
                <a:tableStyleId>{2D5ABB26-0587-4C30-8999-92F81FD0307C}</a:tableStyleId>
              </a:tblPr>
              <a:tblGrid>
                <a:gridCol w="1812713">
                  <a:extLst>
                    <a:ext uri="{9D8B030D-6E8A-4147-A177-3AD203B41FA5}">
                      <a16:colId xmlns:a16="http://schemas.microsoft.com/office/drawing/2014/main" val="20000"/>
                    </a:ext>
                  </a:extLst>
                </a:gridCol>
                <a:gridCol w="1647615">
                  <a:extLst>
                    <a:ext uri="{9D8B030D-6E8A-4147-A177-3AD203B41FA5}">
                      <a16:colId xmlns:a16="http://schemas.microsoft.com/office/drawing/2014/main" val="20001"/>
                    </a:ext>
                  </a:extLst>
                </a:gridCol>
              </a:tblGrid>
              <a:tr h="657563">
                <a:tc>
                  <a:txBody>
                    <a:bodyPr/>
                    <a:lstStyle/>
                    <a:p>
                      <a:pPr marR="791210" algn="ctr">
                        <a:lnSpc>
                          <a:spcPts val="1764"/>
                        </a:lnSpc>
                      </a:pPr>
                      <a:r>
                        <a:rPr sz="2500" spc="-25" dirty="0">
                          <a:latin typeface="Cambria Math"/>
                          <a:cs typeface="Cambria Math"/>
                        </a:rPr>
                        <a:t>2104</a:t>
                      </a:r>
                      <a:endParaRPr sz="2500" dirty="0">
                        <a:latin typeface="Cambria Math"/>
                        <a:cs typeface="Cambria Math"/>
                      </a:endParaRPr>
                    </a:p>
                  </a:txBody>
                  <a:tcPr marL="0" marR="0" marT="0" marB="0"/>
                </a:tc>
                <a:tc>
                  <a:txBody>
                    <a:bodyPr/>
                    <a:lstStyle/>
                    <a:p>
                      <a:pPr marL="798830" algn="ctr">
                        <a:lnSpc>
                          <a:spcPts val="1764"/>
                        </a:lnSpc>
                      </a:pPr>
                      <a:r>
                        <a:rPr sz="2500" spc="-25" dirty="0">
                          <a:latin typeface="Cambria Math"/>
                          <a:cs typeface="Cambria Math"/>
                        </a:rPr>
                        <a:t>460</a:t>
                      </a:r>
                      <a:endParaRPr sz="2500">
                        <a:latin typeface="Cambria Math"/>
                        <a:cs typeface="Cambria Math"/>
                      </a:endParaRPr>
                    </a:p>
                  </a:txBody>
                  <a:tcPr marL="0" marR="0" marT="0" marB="0"/>
                </a:tc>
                <a:extLst>
                  <a:ext uri="{0D108BD9-81ED-4DB2-BD59-A6C34878D82A}">
                    <a16:rowId xmlns:a16="http://schemas.microsoft.com/office/drawing/2014/main" val="10000"/>
                  </a:ext>
                </a:extLst>
              </a:tr>
              <a:tr h="725500">
                <a:tc>
                  <a:txBody>
                    <a:bodyPr/>
                    <a:lstStyle/>
                    <a:p>
                      <a:pPr marR="791210" algn="ctr">
                        <a:lnSpc>
                          <a:spcPts val="1950"/>
                        </a:lnSpc>
                      </a:pPr>
                      <a:r>
                        <a:rPr sz="2500" spc="-25" dirty="0">
                          <a:latin typeface="Cambria Math"/>
                          <a:cs typeface="Cambria Math"/>
                        </a:rPr>
                        <a:t>1416</a:t>
                      </a:r>
                      <a:endParaRPr sz="2500" dirty="0">
                        <a:latin typeface="Cambria Math"/>
                        <a:cs typeface="Cambria Math"/>
                      </a:endParaRPr>
                    </a:p>
                  </a:txBody>
                  <a:tcPr marL="0" marR="0" marT="0" marB="0"/>
                </a:tc>
                <a:tc>
                  <a:txBody>
                    <a:bodyPr/>
                    <a:lstStyle/>
                    <a:p>
                      <a:pPr marL="798830" algn="ctr">
                        <a:lnSpc>
                          <a:spcPts val="1950"/>
                        </a:lnSpc>
                      </a:pPr>
                      <a:r>
                        <a:rPr sz="2500" spc="-25" dirty="0">
                          <a:latin typeface="Cambria Math"/>
                          <a:cs typeface="Cambria Math"/>
                        </a:rPr>
                        <a:t>232</a:t>
                      </a:r>
                      <a:endParaRPr sz="2500">
                        <a:latin typeface="Cambria Math"/>
                        <a:cs typeface="Cambria Math"/>
                      </a:endParaRPr>
                    </a:p>
                  </a:txBody>
                  <a:tcPr marL="0" marR="0" marT="0" marB="0"/>
                </a:tc>
                <a:extLst>
                  <a:ext uri="{0D108BD9-81ED-4DB2-BD59-A6C34878D82A}">
                    <a16:rowId xmlns:a16="http://schemas.microsoft.com/office/drawing/2014/main" val="10001"/>
                  </a:ext>
                </a:extLst>
              </a:tr>
              <a:tr h="725500">
                <a:tc>
                  <a:txBody>
                    <a:bodyPr/>
                    <a:lstStyle/>
                    <a:p>
                      <a:pPr marR="791210" algn="ctr">
                        <a:lnSpc>
                          <a:spcPts val="1950"/>
                        </a:lnSpc>
                      </a:pPr>
                      <a:r>
                        <a:rPr sz="2500" spc="-25" dirty="0">
                          <a:latin typeface="Cambria Math"/>
                          <a:cs typeface="Cambria Math"/>
                        </a:rPr>
                        <a:t>1534</a:t>
                      </a:r>
                      <a:endParaRPr sz="2500">
                        <a:latin typeface="Cambria Math"/>
                        <a:cs typeface="Cambria Math"/>
                      </a:endParaRPr>
                    </a:p>
                  </a:txBody>
                  <a:tcPr marL="0" marR="0" marT="0" marB="0"/>
                </a:tc>
                <a:tc>
                  <a:txBody>
                    <a:bodyPr/>
                    <a:lstStyle/>
                    <a:p>
                      <a:pPr marL="798830" algn="ctr">
                        <a:lnSpc>
                          <a:spcPts val="1950"/>
                        </a:lnSpc>
                      </a:pPr>
                      <a:r>
                        <a:rPr sz="2500" spc="-25" dirty="0">
                          <a:latin typeface="Cambria Math"/>
                          <a:cs typeface="Cambria Math"/>
                        </a:rPr>
                        <a:t>315</a:t>
                      </a:r>
                      <a:endParaRPr sz="2500" dirty="0">
                        <a:latin typeface="Cambria Math"/>
                        <a:cs typeface="Cambria Math"/>
                      </a:endParaRPr>
                    </a:p>
                  </a:txBody>
                  <a:tcPr marL="0" marR="0" marT="0" marB="0"/>
                </a:tc>
                <a:extLst>
                  <a:ext uri="{0D108BD9-81ED-4DB2-BD59-A6C34878D82A}">
                    <a16:rowId xmlns:a16="http://schemas.microsoft.com/office/drawing/2014/main" val="10002"/>
                  </a:ext>
                </a:extLst>
              </a:tr>
              <a:tr h="725500">
                <a:tc>
                  <a:txBody>
                    <a:bodyPr/>
                    <a:lstStyle/>
                    <a:p>
                      <a:pPr marR="801370" algn="ctr">
                        <a:lnSpc>
                          <a:spcPts val="1950"/>
                        </a:lnSpc>
                      </a:pPr>
                      <a:r>
                        <a:rPr sz="2500" spc="-25" dirty="0">
                          <a:latin typeface="Cambria Math"/>
                          <a:cs typeface="Cambria Math"/>
                        </a:rPr>
                        <a:t>852</a:t>
                      </a:r>
                      <a:endParaRPr sz="2500">
                        <a:latin typeface="Cambria Math"/>
                        <a:cs typeface="Cambria Math"/>
                      </a:endParaRPr>
                    </a:p>
                  </a:txBody>
                  <a:tcPr marL="0" marR="0" marT="0" marB="0"/>
                </a:tc>
                <a:tc>
                  <a:txBody>
                    <a:bodyPr/>
                    <a:lstStyle/>
                    <a:p>
                      <a:pPr marL="798830" algn="ctr">
                        <a:lnSpc>
                          <a:spcPts val="1950"/>
                        </a:lnSpc>
                      </a:pPr>
                      <a:r>
                        <a:rPr sz="2500" spc="-25" dirty="0">
                          <a:latin typeface="Cambria Math"/>
                          <a:cs typeface="Cambria Math"/>
                        </a:rPr>
                        <a:t>178</a:t>
                      </a:r>
                      <a:endParaRPr sz="2500">
                        <a:latin typeface="Cambria Math"/>
                        <a:cs typeface="Cambria Math"/>
                      </a:endParaRPr>
                    </a:p>
                  </a:txBody>
                  <a:tcPr marL="0" marR="0" marT="0" marB="0"/>
                </a:tc>
                <a:extLst>
                  <a:ext uri="{0D108BD9-81ED-4DB2-BD59-A6C34878D82A}">
                    <a16:rowId xmlns:a16="http://schemas.microsoft.com/office/drawing/2014/main" val="10003"/>
                  </a:ext>
                </a:extLst>
              </a:tr>
              <a:tr h="246076">
                <a:tc>
                  <a:txBody>
                    <a:bodyPr/>
                    <a:lstStyle/>
                    <a:p>
                      <a:pPr marR="791210" algn="ctr">
                        <a:lnSpc>
                          <a:spcPts val="1950"/>
                        </a:lnSpc>
                      </a:pPr>
                      <a:endParaRPr sz="2500" dirty="0">
                        <a:latin typeface="Cambria Math"/>
                        <a:cs typeface="Cambria Math"/>
                      </a:endParaRPr>
                    </a:p>
                  </a:txBody>
                  <a:tcPr marL="0" marR="0" marT="0" marB="0"/>
                </a:tc>
                <a:tc>
                  <a:txBody>
                    <a:bodyPr/>
                    <a:lstStyle/>
                    <a:p>
                      <a:pPr marL="808990" algn="ctr">
                        <a:lnSpc>
                          <a:spcPts val="1950"/>
                        </a:lnSpc>
                      </a:pPr>
                      <a:endParaRPr sz="2500" dirty="0">
                        <a:latin typeface="Cambria Math"/>
                        <a:cs typeface="Cambria Math"/>
                      </a:endParaRPr>
                    </a:p>
                  </a:txBody>
                  <a:tcPr marL="0" marR="0" marT="0" marB="0"/>
                </a:tc>
                <a:extLst>
                  <a:ext uri="{0D108BD9-81ED-4DB2-BD59-A6C34878D82A}">
                    <a16:rowId xmlns:a16="http://schemas.microsoft.com/office/drawing/2014/main" val="10004"/>
                  </a:ext>
                </a:extLst>
              </a:tr>
            </a:tbl>
          </a:graphicData>
        </a:graphic>
      </p:graphicFrame>
      <p:grpSp>
        <p:nvGrpSpPr>
          <p:cNvPr id="16" name="Group 15">
            <a:extLst>
              <a:ext uri="{FF2B5EF4-FFF2-40B4-BE49-F238E27FC236}">
                <a16:creationId xmlns:a16="http://schemas.microsoft.com/office/drawing/2014/main" id="{27097C79-2A6F-73B2-5025-E2C7664E7196}"/>
              </a:ext>
            </a:extLst>
          </p:cNvPr>
          <p:cNvGrpSpPr/>
          <p:nvPr/>
        </p:nvGrpSpPr>
        <p:grpSpPr>
          <a:xfrm>
            <a:off x="1077603" y="882226"/>
            <a:ext cx="4092483" cy="384387"/>
            <a:chOff x="1077603" y="882226"/>
            <a:chExt cx="4092483" cy="384387"/>
          </a:xfrm>
        </p:grpSpPr>
        <p:pic>
          <p:nvPicPr>
            <p:cNvPr id="11" name="object 11"/>
            <p:cNvPicPr/>
            <p:nvPr/>
          </p:nvPicPr>
          <p:blipFill>
            <a:blip r:embed="rId2" cstate="print"/>
            <a:stretch>
              <a:fillRect/>
            </a:stretch>
          </p:blipFill>
          <p:spPr>
            <a:xfrm>
              <a:off x="1077603" y="943864"/>
              <a:ext cx="1427562" cy="254848"/>
            </a:xfrm>
            <a:prstGeom prst="rect">
              <a:avLst/>
            </a:prstGeom>
          </p:spPr>
        </p:pic>
        <p:pic>
          <p:nvPicPr>
            <p:cNvPr id="12" name="object 12"/>
            <p:cNvPicPr/>
            <p:nvPr/>
          </p:nvPicPr>
          <p:blipFill>
            <a:blip r:embed="rId3" cstate="print"/>
            <a:stretch>
              <a:fillRect/>
            </a:stretch>
          </p:blipFill>
          <p:spPr>
            <a:xfrm>
              <a:off x="3758100" y="882226"/>
              <a:ext cx="1411986" cy="384387"/>
            </a:xfrm>
            <a:prstGeom prst="rect">
              <a:avLst/>
            </a:prstGeom>
          </p:spPr>
        </p:pic>
      </p:grpSp>
      <p:pic>
        <p:nvPicPr>
          <p:cNvPr id="13" name="object 13"/>
          <p:cNvPicPr/>
          <p:nvPr/>
        </p:nvPicPr>
        <p:blipFill>
          <a:blip r:embed="rId4" cstate="print"/>
          <a:stretch>
            <a:fillRect/>
          </a:stretch>
        </p:blipFill>
        <p:spPr>
          <a:xfrm>
            <a:off x="7715707" y="2648808"/>
            <a:ext cx="2129495" cy="681567"/>
          </a:xfrm>
          <a:prstGeom prst="rect">
            <a:avLst/>
          </a:prstGeom>
        </p:spPr>
      </p:pic>
      <p:sp>
        <p:nvSpPr>
          <p:cNvPr id="15" name="Slide Number Placeholder 14">
            <a:extLst>
              <a:ext uri="{FF2B5EF4-FFF2-40B4-BE49-F238E27FC236}">
                <a16:creationId xmlns:a16="http://schemas.microsoft.com/office/drawing/2014/main" id="{592D4CD0-6219-33C2-F293-9FD63CA03E0C}"/>
              </a:ext>
            </a:extLst>
          </p:cNvPr>
          <p:cNvSpPr>
            <a:spLocks noGrp="1"/>
          </p:cNvSpPr>
          <p:nvPr>
            <p:ph type="sldNum" sz="quarter" idx="12"/>
          </p:nvPr>
        </p:nvSpPr>
        <p:spPr/>
        <p:txBody>
          <a:bodyPr/>
          <a:lstStyle/>
          <a:p>
            <a:fld id="{233E71FE-A542-4040-BA29-68F56A442EAC}" type="slidenum">
              <a:rPr lang="en-PS" smtClean="0"/>
              <a:t>12</a:t>
            </a:fld>
            <a:endParaRPr lang="en-PS"/>
          </a:p>
        </p:txBody>
      </p:sp>
      <p:sp>
        <p:nvSpPr>
          <p:cNvPr id="17" name="TextBox 16">
            <a:extLst>
              <a:ext uri="{FF2B5EF4-FFF2-40B4-BE49-F238E27FC236}">
                <a16:creationId xmlns:a16="http://schemas.microsoft.com/office/drawing/2014/main" id="{E802B902-0E5D-5042-FFC7-6CDF179B25BD}"/>
              </a:ext>
            </a:extLst>
          </p:cNvPr>
          <p:cNvSpPr txBox="1"/>
          <p:nvPr/>
        </p:nvSpPr>
        <p:spPr>
          <a:xfrm>
            <a:off x="6316992" y="4889027"/>
            <a:ext cx="4926926" cy="830997"/>
          </a:xfrm>
          <a:prstGeom prst="rect">
            <a:avLst/>
          </a:prstGeom>
          <a:noFill/>
        </p:spPr>
        <p:txBody>
          <a:bodyPr wrap="none" rtlCol="0">
            <a:spAutoFit/>
          </a:bodyPr>
          <a:lstStyle/>
          <a:p>
            <a:r>
              <a:rPr lang="en-PS" sz="2400" dirty="0"/>
              <a:t>Parameters are the variables we keep </a:t>
            </a:r>
          </a:p>
          <a:p>
            <a:r>
              <a:rPr lang="en-PS" sz="2400" dirty="0"/>
              <a:t>changing to train the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50301" y="1663701"/>
            <a:ext cx="3180080" cy="2362201"/>
            <a:chOff x="6562725" y="1247775"/>
            <a:chExt cx="2385060" cy="1771650"/>
          </a:xfrm>
        </p:grpSpPr>
        <p:sp>
          <p:nvSpPr>
            <p:cNvPr id="3" name="object 3"/>
            <p:cNvSpPr/>
            <p:nvPr/>
          </p:nvSpPr>
          <p:spPr>
            <a:xfrm>
              <a:off x="6638925" y="1266825"/>
              <a:ext cx="2247900" cy="1733550"/>
            </a:xfrm>
            <a:custGeom>
              <a:avLst/>
              <a:gdLst/>
              <a:ahLst/>
              <a:cxnLst/>
              <a:rect l="l" t="t" r="r" b="b"/>
              <a:pathLst>
                <a:path w="2247900" h="1733550">
                  <a:moveTo>
                    <a:pt x="85725" y="1647825"/>
                  </a:moveTo>
                  <a:lnTo>
                    <a:pt x="85725" y="0"/>
                  </a:lnTo>
                </a:path>
                <a:path w="2247900" h="1733550">
                  <a:moveTo>
                    <a:pt x="0" y="1647825"/>
                  </a:moveTo>
                  <a:lnTo>
                    <a:pt x="161925" y="1647825"/>
                  </a:lnTo>
                </a:path>
                <a:path w="2247900" h="1733550">
                  <a:moveTo>
                    <a:pt x="0" y="1095375"/>
                  </a:moveTo>
                  <a:lnTo>
                    <a:pt x="161925" y="1095375"/>
                  </a:lnTo>
                </a:path>
                <a:path w="2247900" h="1733550">
                  <a:moveTo>
                    <a:pt x="0" y="552450"/>
                  </a:moveTo>
                  <a:lnTo>
                    <a:pt x="161925" y="552450"/>
                  </a:lnTo>
                </a:path>
                <a:path w="2247900" h="1733550">
                  <a:moveTo>
                    <a:pt x="0" y="0"/>
                  </a:moveTo>
                  <a:lnTo>
                    <a:pt x="161925" y="0"/>
                  </a:lnTo>
                </a:path>
                <a:path w="2247900" h="1733550">
                  <a:moveTo>
                    <a:pt x="85725" y="1647825"/>
                  </a:moveTo>
                  <a:lnTo>
                    <a:pt x="2247900" y="1647825"/>
                  </a:lnTo>
                </a:path>
                <a:path w="2247900" h="1733550">
                  <a:moveTo>
                    <a:pt x="85725" y="1571625"/>
                  </a:moveTo>
                  <a:lnTo>
                    <a:pt x="85725" y="1733550"/>
                  </a:lnTo>
                </a:path>
                <a:path w="2247900" h="1733550">
                  <a:moveTo>
                    <a:pt x="809625" y="1571625"/>
                  </a:moveTo>
                  <a:lnTo>
                    <a:pt x="809625" y="1733550"/>
                  </a:lnTo>
                </a:path>
                <a:path w="2247900" h="1733550">
                  <a:moveTo>
                    <a:pt x="1533525" y="1571625"/>
                  </a:moveTo>
                  <a:lnTo>
                    <a:pt x="1533525" y="1733550"/>
                  </a:lnTo>
                </a:path>
                <a:path w="2247900" h="1733550">
                  <a:moveTo>
                    <a:pt x="2247900" y="1571625"/>
                  </a:moveTo>
                  <a:lnTo>
                    <a:pt x="2247900" y="1733550"/>
                  </a:lnTo>
                </a:path>
              </a:pathLst>
            </a:custGeom>
            <a:ln w="38100">
              <a:solidFill>
                <a:srgbClr val="000000"/>
              </a:solidFill>
            </a:ln>
          </p:spPr>
          <p:txBody>
            <a:bodyPr wrap="square" lIns="0" tIns="0" rIns="0" bIns="0" rtlCol="0"/>
            <a:lstStyle/>
            <a:p>
              <a:endParaRPr sz="2400"/>
            </a:p>
          </p:txBody>
        </p:sp>
        <p:sp>
          <p:nvSpPr>
            <p:cNvPr id="4" name="object 4"/>
            <p:cNvSpPr/>
            <p:nvPr/>
          </p:nvSpPr>
          <p:spPr>
            <a:xfrm>
              <a:off x="6581775" y="1524000"/>
              <a:ext cx="2346960" cy="929640"/>
            </a:xfrm>
            <a:custGeom>
              <a:avLst/>
              <a:gdLst/>
              <a:ahLst/>
              <a:cxnLst/>
              <a:rect l="l" t="t" r="r" b="b"/>
              <a:pathLst>
                <a:path w="2346959" h="929639">
                  <a:moveTo>
                    <a:pt x="0" y="929258"/>
                  </a:moveTo>
                  <a:lnTo>
                    <a:pt x="2346579" y="0"/>
                  </a:lnTo>
                </a:path>
              </a:pathLst>
            </a:custGeom>
            <a:ln w="38100">
              <a:solidFill>
                <a:srgbClr val="0096FF"/>
              </a:solidFill>
            </a:ln>
          </p:spPr>
          <p:txBody>
            <a:bodyPr wrap="square" lIns="0" tIns="0" rIns="0" bIns="0" rtlCol="0"/>
            <a:lstStyle/>
            <a:p>
              <a:endParaRPr sz="2400"/>
            </a:p>
          </p:txBody>
        </p:sp>
      </p:grpSp>
      <p:sp>
        <p:nvSpPr>
          <p:cNvPr id="5" name="object 5"/>
          <p:cNvSpPr txBox="1"/>
          <p:nvPr/>
        </p:nvSpPr>
        <p:spPr>
          <a:xfrm>
            <a:off x="8460402" y="3638890"/>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6" name="object 6"/>
          <p:cNvSpPr txBox="1"/>
          <p:nvPr/>
        </p:nvSpPr>
        <p:spPr>
          <a:xfrm>
            <a:off x="8460402" y="2905676"/>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7" name="object 7"/>
          <p:cNvSpPr txBox="1"/>
          <p:nvPr/>
        </p:nvSpPr>
        <p:spPr>
          <a:xfrm>
            <a:off x="8460402" y="2172464"/>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8" name="object 8"/>
          <p:cNvSpPr txBox="1"/>
          <p:nvPr/>
        </p:nvSpPr>
        <p:spPr>
          <a:xfrm>
            <a:off x="8460402" y="1438824"/>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9" name="object 9"/>
          <p:cNvSpPr txBox="1"/>
          <p:nvPr/>
        </p:nvSpPr>
        <p:spPr>
          <a:xfrm>
            <a:off x="8860369" y="406704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0</a:t>
            </a:r>
            <a:endParaRPr sz="2667">
              <a:latin typeface="Cambria Math"/>
              <a:cs typeface="Cambria Math"/>
            </a:endParaRPr>
          </a:p>
        </p:txBody>
      </p:sp>
      <p:sp>
        <p:nvSpPr>
          <p:cNvPr id="10" name="object 10"/>
          <p:cNvSpPr txBox="1"/>
          <p:nvPr/>
        </p:nvSpPr>
        <p:spPr>
          <a:xfrm>
            <a:off x="9621012" y="3849222"/>
            <a:ext cx="1394459" cy="1906570"/>
          </a:xfrm>
          <a:prstGeom prst="rect">
            <a:avLst/>
          </a:prstGeom>
        </p:spPr>
        <p:txBody>
          <a:bodyPr vert="horz" wrap="square" lIns="0" tIns="239607" rIns="0" bIns="0" rtlCol="0">
            <a:spAutoFit/>
          </a:bodyPr>
          <a:lstStyle/>
          <a:p>
            <a:pPr marL="221817">
              <a:spcBef>
                <a:spcPts val="1887"/>
              </a:spcBef>
              <a:tabLst>
                <a:tab pos="1186120" algn="l"/>
              </a:tabLst>
            </a:pPr>
            <a:r>
              <a:rPr sz="2667" spc="20" dirty="0">
                <a:latin typeface="Cambria Math"/>
                <a:cs typeface="Cambria Math"/>
              </a:rPr>
              <a:t>1	2</a:t>
            </a:r>
            <a:endParaRPr sz="2667">
              <a:latin typeface="Cambria Math"/>
              <a:cs typeface="Cambria Math"/>
            </a:endParaRPr>
          </a:p>
          <a:p>
            <a:pPr marL="16933">
              <a:spcBef>
                <a:spcPts val="2047"/>
              </a:spcBef>
            </a:pPr>
            <a:r>
              <a:rPr sz="3200" dirty="0">
                <a:latin typeface="Cambria Math"/>
                <a:cs typeface="Cambria Math"/>
              </a:rPr>
              <a:t>𝑤</a:t>
            </a:r>
            <a:r>
              <a:rPr sz="3200" spc="60" dirty="0">
                <a:latin typeface="Cambria Math"/>
                <a:cs typeface="Cambria Math"/>
              </a:rPr>
              <a:t> </a:t>
            </a:r>
            <a:r>
              <a:rPr sz="3200" dirty="0">
                <a:latin typeface="Cambria Math"/>
                <a:cs typeface="Cambria Math"/>
              </a:rPr>
              <a:t>=</a:t>
            </a:r>
            <a:r>
              <a:rPr sz="3200" spc="-60" dirty="0">
                <a:latin typeface="Cambria Math"/>
                <a:cs typeface="Cambria Math"/>
              </a:rPr>
              <a:t> </a:t>
            </a:r>
            <a:r>
              <a:rPr sz="3200" spc="20" dirty="0">
                <a:latin typeface="Cambria Math"/>
                <a:cs typeface="Cambria Math"/>
              </a:rPr>
              <a:t>0.5</a:t>
            </a:r>
            <a:endParaRPr sz="3200">
              <a:latin typeface="Cambria Math"/>
              <a:cs typeface="Cambria Math"/>
            </a:endParaRPr>
          </a:p>
          <a:p>
            <a:pPr marL="16933">
              <a:spcBef>
                <a:spcPts val="68"/>
              </a:spcBef>
            </a:pPr>
            <a:r>
              <a:rPr sz="3200" dirty="0">
                <a:latin typeface="Cambria Math"/>
                <a:cs typeface="Cambria Math"/>
              </a:rPr>
              <a:t>𝑏</a:t>
            </a:r>
            <a:r>
              <a:rPr sz="3200" spc="27" dirty="0">
                <a:latin typeface="Cambria Math"/>
                <a:cs typeface="Cambria Math"/>
              </a:rPr>
              <a:t> </a:t>
            </a:r>
            <a:r>
              <a:rPr sz="3200" dirty="0">
                <a:latin typeface="Cambria Math"/>
                <a:cs typeface="Cambria Math"/>
              </a:rPr>
              <a:t>=</a:t>
            </a:r>
            <a:r>
              <a:rPr sz="3200" spc="-41" dirty="0">
                <a:latin typeface="Cambria Math"/>
                <a:cs typeface="Cambria Math"/>
              </a:rPr>
              <a:t> </a:t>
            </a:r>
            <a:r>
              <a:rPr sz="3200" dirty="0">
                <a:latin typeface="Cambria Math"/>
                <a:cs typeface="Cambria Math"/>
              </a:rPr>
              <a:t>1</a:t>
            </a:r>
            <a:endParaRPr sz="3200">
              <a:latin typeface="Cambria Math"/>
              <a:cs typeface="Cambria Math"/>
            </a:endParaRPr>
          </a:p>
        </p:txBody>
      </p:sp>
      <p:sp>
        <p:nvSpPr>
          <p:cNvPr id="11" name="object 11"/>
          <p:cNvSpPr txBox="1"/>
          <p:nvPr/>
        </p:nvSpPr>
        <p:spPr>
          <a:xfrm>
            <a:off x="11756813" y="406704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15" name="object 15"/>
          <p:cNvSpPr/>
          <p:nvPr/>
        </p:nvSpPr>
        <p:spPr>
          <a:xfrm>
            <a:off x="787401" y="1689101"/>
            <a:ext cx="2997200" cy="2311401"/>
          </a:xfrm>
          <a:custGeom>
            <a:avLst/>
            <a:gdLst/>
            <a:ahLst/>
            <a:cxnLst/>
            <a:rect l="l" t="t" r="r" b="b"/>
            <a:pathLst>
              <a:path w="2247900" h="1733550">
                <a:moveTo>
                  <a:pt x="76200" y="1647825"/>
                </a:moveTo>
                <a:lnTo>
                  <a:pt x="76200" y="0"/>
                </a:lnTo>
              </a:path>
              <a:path w="2247900" h="1733550">
                <a:moveTo>
                  <a:pt x="0" y="1647825"/>
                </a:moveTo>
                <a:lnTo>
                  <a:pt x="161925" y="1647825"/>
                </a:lnTo>
              </a:path>
              <a:path w="2247900" h="1733550">
                <a:moveTo>
                  <a:pt x="0" y="1095375"/>
                </a:moveTo>
                <a:lnTo>
                  <a:pt x="161925" y="1095375"/>
                </a:lnTo>
              </a:path>
              <a:path w="2247900" h="1733550">
                <a:moveTo>
                  <a:pt x="0" y="552450"/>
                </a:moveTo>
                <a:lnTo>
                  <a:pt x="161925" y="552450"/>
                </a:lnTo>
              </a:path>
              <a:path w="2247900" h="1733550">
                <a:moveTo>
                  <a:pt x="0" y="0"/>
                </a:moveTo>
                <a:lnTo>
                  <a:pt x="161925" y="0"/>
                </a:lnTo>
              </a:path>
              <a:path w="2247900" h="1733550">
                <a:moveTo>
                  <a:pt x="76200" y="1647825"/>
                </a:moveTo>
                <a:lnTo>
                  <a:pt x="2247900" y="1647825"/>
                </a:lnTo>
              </a:path>
              <a:path w="2247900" h="1733550">
                <a:moveTo>
                  <a:pt x="76200" y="1571625"/>
                </a:moveTo>
                <a:lnTo>
                  <a:pt x="76200" y="1733550"/>
                </a:lnTo>
              </a:path>
              <a:path w="2247900" h="1733550">
                <a:moveTo>
                  <a:pt x="800100" y="1571625"/>
                </a:moveTo>
                <a:lnTo>
                  <a:pt x="800100" y="1733550"/>
                </a:lnTo>
              </a:path>
              <a:path w="2247900" h="1733550">
                <a:moveTo>
                  <a:pt x="1524000" y="1571625"/>
                </a:moveTo>
                <a:lnTo>
                  <a:pt x="1524000" y="1733550"/>
                </a:lnTo>
              </a:path>
              <a:path w="2247900" h="1733550">
                <a:moveTo>
                  <a:pt x="2247900" y="1571625"/>
                </a:moveTo>
                <a:lnTo>
                  <a:pt x="2247900" y="1733550"/>
                </a:lnTo>
              </a:path>
            </a:pathLst>
          </a:custGeom>
          <a:ln w="38100">
            <a:solidFill>
              <a:srgbClr val="000000"/>
            </a:solidFill>
          </a:ln>
        </p:spPr>
        <p:txBody>
          <a:bodyPr wrap="square" lIns="0" tIns="0" rIns="0" bIns="0" rtlCol="0"/>
          <a:lstStyle/>
          <a:p>
            <a:endParaRPr sz="2400"/>
          </a:p>
        </p:txBody>
      </p:sp>
      <p:sp>
        <p:nvSpPr>
          <p:cNvPr id="16" name="object 16"/>
          <p:cNvSpPr txBox="1"/>
          <p:nvPr/>
        </p:nvSpPr>
        <p:spPr>
          <a:xfrm>
            <a:off x="1678093" y="3849221"/>
            <a:ext cx="1287780" cy="1906570"/>
          </a:xfrm>
          <a:prstGeom prst="rect">
            <a:avLst/>
          </a:prstGeom>
        </p:spPr>
        <p:txBody>
          <a:bodyPr vert="horz" wrap="square" lIns="0" tIns="239607" rIns="0" bIns="0" rtlCol="0">
            <a:spAutoFit/>
          </a:bodyPr>
          <a:lstStyle/>
          <a:p>
            <a:pPr marL="84662">
              <a:spcBef>
                <a:spcPts val="1887"/>
              </a:spcBef>
              <a:tabLst>
                <a:tab pos="1049814" algn="l"/>
              </a:tabLst>
            </a:pPr>
            <a:r>
              <a:rPr sz="2667" spc="20" dirty="0">
                <a:latin typeface="Cambria Math"/>
                <a:cs typeface="Cambria Math"/>
              </a:rPr>
              <a:t>1	2</a:t>
            </a:r>
            <a:endParaRPr sz="2667">
              <a:latin typeface="Cambria Math"/>
              <a:cs typeface="Cambria Math"/>
            </a:endParaRPr>
          </a:p>
          <a:p>
            <a:pPr marL="16933">
              <a:spcBef>
                <a:spcPts val="2047"/>
              </a:spcBef>
            </a:pPr>
            <a:r>
              <a:rPr sz="3200" dirty="0">
                <a:latin typeface="Cambria Math"/>
                <a:cs typeface="Cambria Math"/>
              </a:rPr>
              <a:t>𝑤</a:t>
            </a:r>
            <a:r>
              <a:rPr sz="3200" spc="87" dirty="0">
                <a:latin typeface="Cambria Math"/>
                <a:cs typeface="Cambria Math"/>
              </a:rPr>
              <a:t> </a:t>
            </a:r>
            <a:r>
              <a:rPr sz="3200" dirty="0">
                <a:latin typeface="Cambria Math"/>
                <a:cs typeface="Cambria Math"/>
              </a:rPr>
              <a:t>=</a:t>
            </a:r>
            <a:r>
              <a:rPr sz="3200" spc="-33" dirty="0">
                <a:latin typeface="Cambria Math"/>
                <a:cs typeface="Cambria Math"/>
              </a:rPr>
              <a:t> </a:t>
            </a:r>
            <a:r>
              <a:rPr sz="3200" dirty="0">
                <a:latin typeface="Cambria Math"/>
                <a:cs typeface="Cambria Math"/>
              </a:rPr>
              <a:t>0</a:t>
            </a:r>
            <a:endParaRPr sz="3200">
              <a:latin typeface="Cambria Math"/>
              <a:cs typeface="Cambria Math"/>
            </a:endParaRPr>
          </a:p>
          <a:p>
            <a:pPr marL="16933">
              <a:spcBef>
                <a:spcPts val="68"/>
              </a:spcBef>
            </a:pPr>
            <a:r>
              <a:rPr sz="3200" dirty="0">
                <a:latin typeface="Cambria Math"/>
                <a:cs typeface="Cambria Math"/>
              </a:rPr>
              <a:t>𝑏</a:t>
            </a:r>
            <a:r>
              <a:rPr sz="3200" spc="7" dirty="0">
                <a:latin typeface="Cambria Math"/>
                <a:cs typeface="Cambria Math"/>
              </a:rPr>
              <a:t> </a:t>
            </a:r>
            <a:r>
              <a:rPr sz="3200" dirty="0">
                <a:latin typeface="Cambria Math"/>
                <a:cs typeface="Cambria Math"/>
              </a:rPr>
              <a:t>=</a:t>
            </a:r>
            <a:r>
              <a:rPr sz="3200" spc="-60" dirty="0">
                <a:latin typeface="Cambria Math"/>
                <a:cs typeface="Cambria Math"/>
              </a:rPr>
              <a:t> </a:t>
            </a:r>
            <a:r>
              <a:rPr sz="3200" spc="20" dirty="0">
                <a:latin typeface="Cambria Math"/>
                <a:cs typeface="Cambria Math"/>
              </a:rPr>
              <a:t>1.5</a:t>
            </a:r>
            <a:endParaRPr sz="3200">
              <a:latin typeface="Cambria Math"/>
              <a:cs typeface="Cambria Math"/>
            </a:endParaRPr>
          </a:p>
        </p:txBody>
      </p:sp>
      <p:sp>
        <p:nvSpPr>
          <p:cNvPr id="17" name="object 17"/>
          <p:cNvSpPr txBox="1"/>
          <p:nvPr/>
        </p:nvSpPr>
        <p:spPr>
          <a:xfrm>
            <a:off x="380578" y="3638890"/>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18" name="object 18"/>
          <p:cNvSpPr txBox="1"/>
          <p:nvPr/>
        </p:nvSpPr>
        <p:spPr>
          <a:xfrm>
            <a:off x="380578" y="2905676"/>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19" name="object 19"/>
          <p:cNvSpPr txBox="1"/>
          <p:nvPr/>
        </p:nvSpPr>
        <p:spPr>
          <a:xfrm>
            <a:off x="380578" y="2172464"/>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20" name="object 20"/>
          <p:cNvSpPr txBox="1"/>
          <p:nvPr/>
        </p:nvSpPr>
        <p:spPr>
          <a:xfrm>
            <a:off x="380578" y="1438824"/>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21" name="object 21"/>
          <p:cNvSpPr txBox="1"/>
          <p:nvPr/>
        </p:nvSpPr>
        <p:spPr>
          <a:xfrm>
            <a:off x="780626" y="406704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0</a:t>
            </a:r>
            <a:endParaRPr sz="2667">
              <a:latin typeface="Cambria Math"/>
              <a:cs typeface="Cambria Math"/>
            </a:endParaRPr>
          </a:p>
        </p:txBody>
      </p:sp>
      <p:sp>
        <p:nvSpPr>
          <p:cNvPr id="22" name="object 22"/>
          <p:cNvSpPr txBox="1"/>
          <p:nvPr/>
        </p:nvSpPr>
        <p:spPr>
          <a:xfrm>
            <a:off x="3677074" y="406704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23" name="object 23"/>
          <p:cNvSpPr/>
          <p:nvPr/>
        </p:nvSpPr>
        <p:spPr>
          <a:xfrm>
            <a:off x="4813303" y="1689101"/>
            <a:ext cx="3009900" cy="2311401"/>
          </a:xfrm>
          <a:custGeom>
            <a:avLst/>
            <a:gdLst/>
            <a:ahLst/>
            <a:cxnLst/>
            <a:rect l="l" t="t" r="r" b="b"/>
            <a:pathLst>
              <a:path w="2257425" h="1733550">
                <a:moveTo>
                  <a:pt x="85725" y="1647825"/>
                </a:moveTo>
                <a:lnTo>
                  <a:pt x="85725" y="0"/>
                </a:lnTo>
              </a:path>
              <a:path w="2257425" h="1733550">
                <a:moveTo>
                  <a:pt x="0" y="1647825"/>
                </a:moveTo>
                <a:lnTo>
                  <a:pt x="161925" y="1647825"/>
                </a:lnTo>
              </a:path>
              <a:path w="2257425" h="1733550">
                <a:moveTo>
                  <a:pt x="0" y="1095375"/>
                </a:moveTo>
                <a:lnTo>
                  <a:pt x="161925" y="1095375"/>
                </a:lnTo>
              </a:path>
              <a:path w="2257425" h="1733550">
                <a:moveTo>
                  <a:pt x="0" y="552450"/>
                </a:moveTo>
                <a:lnTo>
                  <a:pt x="161925" y="552450"/>
                </a:lnTo>
              </a:path>
              <a:path w="2257425" h="1733550">
                <a:moveTo>
                  <a:pt x="0" y="0"/>
                </a:moveTo>
                <a:lnTo>
                  <a:pt x="161925" y="0"/>
                </a:lnTo>
              </a:path>
              <a:path w="2257425" h="1733550">
                <a:moveTo>
                  <a:pt x="85725" y="1647825"/>
                </a:moveTo>
                <a:lnTo>
                  <a:pt x="2257425" y="1647825"/>
                </a:lnTo>
              </a:path>
              <a:path w="2257425" h="1733550">
                <a:moveTo>
                  <a:pt x="85725" y="1571625"/>
                </a:moveTo>
                <a:lnTo>
                  <a:pt x="85725" y="1733550"/>
                </a:lnTo>
              </a:path>
              <a:path w="2257425" h="1733550">
                <a:moveTo>
                  <a:pt x="809625" y="1571625"/>
                </a:moveTo>
                <a:lnTo>
                  <a:pt x="809625" y="1733550"/>
                </a:lnTo>
              </a:path>
              <a:path w="2257425" h="1733550">
                <a:moveTo>
                  <a:pt x="1533525" y="1571625"/>
                </a:moveTo>
                <a:lnTo>
                  <a:pt x="1533525" y="1733550"/>
                </a:lnTo>
              </a:path>
              <a:path w="2257425" h="1733550">
                <a:moveTo>
                  <a:pt x="2257425" y="1571625"/>
                </a:moveTo>
                <a:lnTo>
                  <a:pt x="2257425" y="1733550"/>
                </a:lnTo>
              </a:path>
            </a:pathLst>
          </a:custGeom>
          <a:ln w="38100">
            <a:solidFill>
              <a:srgbClr val="000000"/>
            </a:solidFill>
          </a:ln>
        </p:spPr>
        <p:txBody>
          <a:bodyPr wrap="square" lIns="0" tIns="0" rIns="0" bIns="0" rtlCol="0"/>
          <a:lstStyle/>
          <a:p>
            <a:endParaRPr sz="2400"/>
          </a:p>
        </p:txBody>
      </p:sp>
      <p:sp>
        <p:nvSpPr>
          <p:cNvPr id="24" name="object 24"/>
          <p:cNvSpPr txBox="1"/>
          <p:nvPr/>
        </p:nvSpPr>
        <p:spPr>
          <a:xfrm>
            <a:off x="4420447" y="3638890"/>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25" name="object 25"/>
          <p:cNvSpPr txBox="1"/>
          <p:nvPr/>
        </p:nvSpPr>
        <p:spPr>
          <a:xfrm>
            <a:off x="4420447" y="2905676"/>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26" name="object 26"/>
          <p:cNvSpPr txBox="1"/>
          <p:nvPr/>
        </p:nvSpPr>
        <p:spPr>
          <a:xfrm>
            <a:off x="4420447" y="2172464"/>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27" name="object 27"/>
          <p:cNvSpPr txBox="1"/>
          <p:nvPr/>
        </p:nvSpPr>
        <p:spPr>
          <a:xfrm>
            <a:off x="4420447" y="1438824"/>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28" name="object 28"/>
          <p:cNvSpPr txBox="1"/>
          <p:nvPr/>
        </p:nvSpPr>
        <p:spPr>
          <a:xfrm>
            <a:off x="4820413" y="406704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0</a:t>
            </a:r>
            <a:endParaRPr sz="2667">
              <a:latin typeface="Cambria Math"/>
              <a:cs typeface="Cambria Math"/>
            </a:endParaRPr>
          </a:p>
        </p:txBody>
      </p:sp>
      <p:sp>
        <p:nvSpPr>
          <p:cNvPr id="29" name="object 29"/>
          <p:cNvSpPr txBox="1"/>
          <p:nvPr/>
        </p:nvSpPr>
        <p:spPr>
          <a:xfrm>
            <a:off x="5678255" y="3849222"/>
            <a:ext cx="1377525" cy="1906570"/>
          </a:xfrm>
          <a:prstGeom prst="rect">
            <a:avLst/>
          </a:prstGeom>
        </p:spPr>
        <p:txBody>
          <a:bodyPr vert="horz" wrap="square" lIns="0" tIns="239607" rIns="0" bIns="0" rtlCol="0">
            <a:spAutoFit/>
          </a:bodyPr>
          <a:lstStyle/>
          <a:p>
            <a:pPr marL="124454">
              <a:spcBef>
                <a:spcPts val="1887"/>
              </a:spcBef>
              <a:tabLst>
                <a:tab pos="1089605" algn="l"/>
              </a:tabLst>
            </a:pPr>
            <a:r>
              <a:rPr sz="2667" spc="20" dirty="0">
                <a:latin typeface="Cambria Math"/>
                <a:cs typeface="Cambria Math"/>
              </a:rPr>
              <a:t>1	2</a:t>
            </a:r>
            <a:endParaRPr sz="2667">
              <a:latin typeface="Cambria Math"/>
              <a:cs typeface="Cambria Math"/>
            </a:endParaRPr>
          </a:p>
          <a:p>
            <a:pPr marL="16933">
              <a:spcBef>
                <a:spcPts val="2047"/>
              </a:spcBef>
            </a:pPr>
            <a:r>
              <a:rPr sz="3200" dirty="0">
                <a:latin typeface="Cambria Math"/>
                <a:cs typeface="Cambria Math"/>
              </a:rPr>
              <a:t>𝑤</a:t>
            </a:r>
            <a:r>
              <a:rPr sz="3200" spc="68" dirty="0">
                <a:latin typeface="Cambria Math"/>
                <a:cs typeface="Cambria Math"/>
              </a:rPr>
              <a:t> </a:t>
            </a:r>
            <a:r>
              <a:rPr sz="3200" dirty="0">
                <a:latin typeface="Cambria Math"/>
                <a:cs typeface="Cambria Math"/>
              </a:rPr>
              <a:t>=</a:t>
            </a:r>
            <a:r>
              <a:rPr sz="3200" spc="-53" dirty="0">
                <a:latin typeface="Cambria Math"/>
                <a:cs typeface="Cambria Math"/>
              </a:rPr>
              <a:t> </a:t>
            </a:r>
            <a:r>
              <a:rPr sz="3200" spc="20" dirty="0">
                <a:latin typeface="Cambria Math"/>
                <a:cs typeface="Cambria Math"/>
              </a:rPr>
              <a:t>0.5</a:t>
            </a:r>
            <a:endParaRPr sz="3200">
              <a:latin typeface="Cambria Math"/>
              <a:cs typeface="Cambria Math"/>
            </a:endParaRPr>
          </a:p>
          <a:p>
            <a:pPr marL="16933">
              <a:spcBef>
                <a:spcPts val="68"/>
              </a:spcBef>
            </a:pPr>
            <a:r>
              <a:rPr sz="3200" dirty="0">
                <a:latin typeface="Cambria Math"/>
                <a:cs typeface="Cambria Math"/>
              </a:rPr>
              <a:t>b</a:t>
            </a:r>
            <a:r>
              <a:rPr sz="3200" spc="-107" dirty="0">
                <a:latin typeface="Cambria Math"/>
                <a:cs typeface="Cambria Math"/>
              </a:rPr>
              <a:t> </a:t>
            </a:r>
            <a:r>
              <a:rPr sz="3200" dirty="0">
                <a:latin typeface="Cambria Math"/>
                <a:cs typeface="Cambria Math"/>
              </a:rPr>
              <a:t>=</a:t>
            </a:r>
            <a:r>
              <a:rPr sz="3200" spc="-33" dirty="0">
                <a:latin typeface="Cambria Math"/>
                <a:cs typeface="Cambria Math"/>
              </a:rPr>
              <a:t> </a:t>
            </a:r>
            <a:r>
              <a:rPr sz="3200" dirty="0">
                <a:latin typeface="Cambria Math"/>
                <a:cs typeface="Cambria Math"/>
              </a:rPr>
              <a:t>0</a:t>
            </a:r>
            <a:endParaRPr sz="3200">
              <a:latin typeface="Cambria Math"/>
              <a:cs typeface="Cambria Math"/>
            </a:endParaRPr>
          </a:p>
        </p:txBody>
      </p:sp>
      <p:sp>
        <p:nvSpPr>
          <p:cNvPr id="30" name="object 30"/>
          <p:cNvSpPr txBox="1"/>
          <p:nvPr/>
        </p:nvSpPr>
        <p:spPr>
          <a:xfrm>
            <a:off x="7717030" y="406704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grpSp>
        <p:nvGrpSpPr>
          <p:cNvPr id="70" name="Group 69">
            <a:extLst>
              <a:ext uri="{FF2B5EF4-FFF2-40B4-BE49-F238E27FC236}">
                <a16:creationId xmlns:a16="http://schemas.microsoft.com/office/drawing/2014/main" id="{010E61D6-2729-805A-2527-BC1E335E6975}"/>
              </a:ext>
            </a:extLst>
          </p:cNvPr>
          <p:cNvGrpSpPr/>
          <p:nvPr/>
        </p:nvGrpSpPr>
        <p:grpSpPr>
          <a:xfrm>
            <a:off x="648969" y="296931"/>
            <a:ext cx="2579794" cy="527896"/>
            <a:chOff x="4789256" y="196004"/>
            <a:chExt cx="2579794" cy="527896"/>
          </a:xfrm>
        </p:grpSpPr>
        <p:sp>
          <p:nvSpPr>
            <p:cNvPr id="12" name="object 12"/>
            <p:cNvSpPr txBox="1"/>
            <p:nvPr/>
          </p:nvSpPr>
          <p:spPr>
            <a:xfrm>
              <a:off x="4789256" y="272203"/>
              <a:ext cx="648545" cy="431742"/>
            </a:xfrm>
            <a:prstGeom prst="rect">
              <a:avLst/>
            </a:prstGeom>
          </p:spPr>
          <p:txBody>
            <a:bodyPr vert="horz" wrap="square" lIns="0" tIns="21167" rIns="0" bIns="0" rtlCol="0">
              <a:spAutoFit/>
            </a:bodyPr>
            <a:lstStyle/>
            <a:p>
              <a:pPr marL="50797">
                <a:spcBef>
                  <a:spcPts val="167"/>
                </a:spcBef>
              </a:pPr>
              <a:r>
                <a:rPr sz="4000" spc="160" baseline="12500" dirty="0">
                  <a:solidFill>
                    <a:srgbClr val="0432FF"/>
                  </a:solidFill>
                  <a:latin typeface="Cambria Math"/>
                  <a:cs typeface="Cambria Math"/>
                </a:rPr>
                <a:t>ƒ</a:t>
              </a:r>
              <a:r>
                <a:rPr sz="2000" spc="107" dirty="0">
                  <a:solidFill>
                    <a:srgbClr val="0432FF"/>
                  </a:solidFill>
                  <a:latin typeface="Cambria Math"/>
                  <a:cs typeface="Cambria Math"/>
                </a:rPr>
                <a:t>w,𝑏</a:t>
              </a:r>
              <a:endParaRPr sz="2000" dirty="0">
                <a:solidFill>
                  <a:srgbClr val="0432FF"/>
                </a:solidFill>
                <a:latin typeface="Cambria Math"/>
                <a:cs typeface="Cambria Math"/>
              </a:endParaRPr>
            </a:p>
          </p:txBody>
        </p:sp>
        <p:sp>
          <p:nvSpPr>
            <p:cNvPr id="13" name="object 13"/>
            <p:cNvSpPr/>
            <p:nvPr/>
          </p:nvSpPr>
          <p:spPr>
            <a:xfrm>
              <a:off x="5436617" y="300396"/>
              <a:ext cx="412327" cy="318347"/>
            </a:xfrm>
            <a:custGeom>
              <a:avLst/>
              <a:gdLst/>
              <a:ahLst/>
              <a:cxnLst/>
              <a:rect l="l" t="t" r="r" b="b"/>
              <a:pathLst>
                <a:path w="309245" h="238759">
                  <a:moveTo>
                    <a:pt x="233299" y="0"/>
                  </a:moveTo>
                  <a:lnTo>
                    <a:pt x="229870" y="9651"/>
                  </a:lnTo>
                  <a:lnTo>
                    <a:pt x="243659" y="15652"/>
                  </a:lnTo>
                  <a:lnTo>
                    <a:pt x="255508" y="23939"/>
                  </a:lnTo>
                  <a:lnTo>
                    <a:pt x="279598" y="62351"/>
                  </a:lnTo>
                  <a:lnTo>
                    <a:pt x="287527" y="117982"/>
                  </a:lnTo>
                  <a:lnTo>
                    <a:pt x="286646" y="138955"/>
                  </a:lnTo>
                  <a:lnTo>
                    <a:pt x="273430" y="190373"/>
                  </a:lnTo>
                  <a:lnTo>
                    <a:pt x="243802" y="222573"/>
                  </a:lnTo>
                  <a:lnTo>
                    <a:pt x="230250" y="228600"/>
                  </a:lnTo>
                  <a:lnTo>
                    <a:pt x="233299" y="238251"/>
                  </a:lnTo>
                  <a:lnTo>
                    <a:pt x="278804" y="211195"/>
                  </a:lnTo>
                  <a:lnTo>
                    <a:pt x="304323" y="161258"/>
                  </a:lnTo>
                  <a:lnTo>
                    <a:pt x="309245" y="119252"/>
                  </a:lnTo>
                  <a:lnTo>
                    <a:pt x="308008" y="97397"/>
                  </a:lnTo>
                  <a:lnTo>
                    <a:pt x="298154" y="58638"/>
                  </a:lnTo>
                  <a:lnTo>
                    <a:pt x="265668" y="15319"/>
                  </a:lnTo>
                  <a:lnTo>
                    <a:pt x="250537" y="6260"/>
                  </a:lnTo>
                  <a:lnTo>
                    <a:pt x="233299" y="0"/>
                  </a:lnTo>
                  <a:close/>
                </a:path>
                <a:path w="309245" h="238759">
                  <a:moveTo>
                    <a:pt x="76073" y="0"/>
                  </a:moveTo>
                  <a:lnTo>
                    <a:pt x="30567" y="27164"/>
                  </a:lnTo>
                  <a:lnTo>
                    <a:pt x="4937" y="77184"/>
                  </a:lnTo>
                  <a:lnTo>
                    <a:pt x="0" y="119252"/>
                  </a:lnTo>
                  <a:lnTo>
                    <a:pt x="1236" y="141089"/>
                  </a:lnTo>
                  <a:lnTo>
                    <a:pt x="11090" y="179760"/>
                  </a:lnTo>
                  <a:lnTo>
                    <a:pt x="43497" y="222996"/>
                  </a:lnTo>
                  <a:lnTo>
                    <a:pt x="76073" y="238251"/>
                  </a:lnTo>
                  <a:lnTo>
                    <a:pt x="78993" y="228600"/>
                  </a:lnTo>
                  <a:lnTo>
                    <a:pt x="65444" y="222573"/>
                  </a:lnTo>
                  <a:lnTo>
                    <a:pt x="53752" y="214201"/>
                  </a:lnTo>
                  <a:lnTo>
                    <a:pt x="29753" y="175186"/>
                  </a:lnTo>
                  <a:lnTo>
                    <a:pt x="21716" y="117982"/>
                  </a:lnTo>
                  <a:lnTo>
                    <a:pt x="22617" y="97645"/>
                  </a:lnTo>
                  <a:lnTo>
                    <a:pt x="35940" y="47371"/>
                  </a:lnTo>
                  <a:lnTo>
                    <a:pt x="65659" y="15652"/>
                  </a:lnTo>
                  <a:lnTo>
                    <a:pt x="79375" y="9651"/>
                  </a:lnTo>
                  <a:lnTo>
                    <a:pt x="76073" y="0"/>
                  </a:lnTo>
                  <a:close/>
                </a:path>
              </a:pathLst>
            </a:custGeom>
            <a:solidFill>
              <a:srgbClr val="000000"/>
            </a:solidFill>
          </p:spPr>
          <p:txBody>
            <a:bodyPr wrap="square" lIns="0" tIns="0" rIns="0" bIns="0" rtlCol="0"/>
            <a:lstStyle/>
            <a:p>
              <a:endParaRPr sz="2400">
                <a:solidFill>
                  <a:srgbClr val="0432FF"/>
                </a:solidFill>
              </a:endParaRPr>
            </a:p>
          </p:txBody>
        </p:sp>
        <p:sp>
          <p:nvSpPr>
            <p:cNvPr id="14" name="object 14"/>
            <p:cNvSpPr txBox="1"/>
            <p:nvPr/>
          </p:nvSpPr>
          <p:spPr>
            <a:xfrm>
              <a:off x="5535169" y="196004"/>
              <a:ext cx="1833881" cy="431807"/>
            </a:xfrm>
            <a:prstGeom prst="rect">
              <a:avLst/>
            </a:prstGeom>
          </p:spPr>
          <p:txBody>
            <a:bodyPr vert="horz" wrap="square" lIns="0" tIns="21167" rIns="0" bIns="0" rtlCol="0">
              <a:spAutoFit/>
            </a:bodyPr>
            <a:lstStyle/>
            <a:p>
              <a:pPr marL="16933">
                <a:spcBef>
                  <a:spcPts val="167"/>
                </a:spcBef>
                <a:tabLst>
                  <a:tab pos="436012" algn="l"/>
                </a:tabLst>
              </a:pPr>
              <a:r>
                <a:rPr sz="2667" spc="15" dirty="0">
                  <a:solidFill>
                    <a:srgbClr val="0432FF"/>
                  </a:solidFill>
                  <a:latin typeface="Cambria Math"/>
                  <a:cs typeface="Cambria Math"/>
                </a:rPr>
                <a:t>𝑥	</a:t>
              </a:r>
              <a:r>
                <a:rPr sz="2667" spc="27" dirty="0">
                  <a:solidFill>
                    <a:srgbClr val="0432FF"/>
                  </a:solidFill>
                  <a:latin typeface="Cambria Math"/>
                  <a:cs typeface="Cambria Math"/>
                </a:rPr>
                <a:t>=</a:t>
              </a:r>
              <a:r>
                <a:rPr sz="2667" spc="148" dirty="0">
                  <a:solidFill>
                    <a:srgbClr val="0432FF"/>
                  </a:solidFill>
                  <a:latin typeface="Cambria Math"/>
                  <a:cs typeface="Cambria Math"/>
                </a:rPr>
                <a:t> </a:t>
              </a:r>
              <a:r>
                <a:rPr sz="2667" spc="20" dirty="0">
                  <a:solidFill>
                    <a:srgbClr val="0432FF"/>
                  </a:solidFill>
                  <a:latin typeface="Cambria Math"/>
                  <a:cs typeface="Cambria Math"/>
                </a:rPr>
                <a:t>𝑤𝑥</a:t>
              </a:r>
              <a:r>
                <a:rPr sz="2667" spc="-60" dirty="0">
                  <a:solidFill>
                    <a:srgbClr val="0432FF"/>
                  </a:solidFill>
                  <a:latin typeface="Cambria Math"/>
                  <a:cs typeface="Cambria Math"/>
                </a:rPr>
                <a:t> </a:t>
              </a:r>
              <a:r>
                <a:rPr sz="2667" spc="27" dirty="0">
                  <a:solidFill>
                    <a:srgbClr val="0432FF"/>
                  </a:solidFill>
                  <a:latin typeface="Cambria Math"/>
                  <a:cs typeface="Cambria Math"/>
                </a:rPr>
                <a:t>+</a:t>
              </a:r>
              <a:r>
                <a:rPr sz="2667" spc="-41" dirty="0">
                  <a:solidFill>
                    <a:srgbClr val="0432FF"/>
                  </a:solidFill>
                  <a:latin typeface="Cambria Math"/>
                  <a:cs typeface="Cambria Math"/>
                </a:rPr>
                <a:t> </a:t>
              </a:r>
              <a:r>
                <a:rPr sz="2667" spc="15" dirty="0">
                  <a:solidFill>
                    <a:srgbClr val="0432FF"/>
                  </a:solidFill>
                  <a:latin typeface="Cambria Math"/>
                  <a:cs typeface="Cambria Math"/>
                </a:rPr>
                <a:t>𝑏</a:t>
              </a:r>
              <a:endParaRPr sz="2667" dirty="0">
                <a:solidFill>
                  <a:srgbClr val="0432FF"/>
                </a:solidFill>
                <a:latin typeface="Cambria Math"/>
                <a:cs typeface="Cambria Math"/>
              </a:endParaRPr>
            </a:p>
          </p:txBody>
        </p:sp>
        <p:sp>
          <p:nvSpPr>
            <p:cNvPr id="31" name="object 31"/>
            <p:cNvSpPr/>
            <p:nvPr/>
          </p:nvSpPr>
          <p:spPr>
            <a:xfrm>
              <a:off x="4940301" y="723900"/>
              <a:ext cx="427567" cy="0"/>
            </a:xfrm>
            <a:custGeom>
              <a:avLst/>
              <a:gdLst/>
              <a:ahLst/>
              <a:cxnLst/>
              <a:rect l="l" t="t" r="r" b="b"/>
              <a:pathLst>
                <a:path w="320675">
                  <a:moveTo>
                    <a:pt x="0" y="0"/>
                  </a:moveTo>
                  <a:lnTo>
                    <a:pt x="320675" y="0"/>
                  </a:lnTo>
                </a:path>
              </a:pathLst>
            </a:custGeom>
            <a:ln w="38100">
              <a:solidFill>
                <a:srgbClr val="0096FF"/>
              </a:solidFill>
            </a:ln>
          </p:spPr>
          <p:txBody>
            <a:bodyPr wrap="square" lIns="0" tIns="0" rIns="0" bIns="0" rtlCol="0"/>
            <a:lstStyle/>
            <a:p>
              <a:endParaRPr sz="2400">
                <a:solidFill>
                  <a:srgbClr val="0432FF"/>
                </a:solidFill>
              </a:endParaRPr>
            </a:p>
          </p:txBody>
        </p:sp>
      </p:grpSp>
      <p:sp>
        <p:nvSpPr>
          <p:cNvPr id="32" name="object 32"/>
          <p:cNvSpPr txBox="1"/>
          <p:nvPr/>
        </p:nvSpPr>
        <p:spPr>
          <a:xfrm>
            <a:off x="4755387" y="874183"/>
            <a:ext cx="697653" cy="431807"/>
          </a:xfrm>
          <a:prstGeom prst="rect">
            <a:avLst/>
          </a:prstGeom>
        </p:spPr>
        <p:txBody>
          <a:bodyPr vert="horz" wrap="square" lIns="0" tIns="21167" rIns="0" bIns="0" rtlCol="0">
            <a:spAutoFit/>
          </a:bodyPr>
          <a:lstStyle/>
          <a:p>
            <a:pPr marL="16933">
              <a:spcBef>
                <a:spcPts val="167"/>
              </a:spcBef>
            </a:pPr>
            <a:r>
              <a:rPr sz="2667" spc="687" dirty="0">
                <a:latin typeface="Cambria Math"/>
                <a:cs typeface="Cambria Math"/>
              </a:rPr>
              <a:t>ƒ</a:t>
            </a:r>
            <a:r>
              <a:rPr sz="2667" spc="-7" dirty="0">
                <a:latin typeface="Cambria Math"/>
                <a:cs typeface="Cambria Math"/>
              </a:rPr>
              <a:t>(</a:t>
            </a:r>
            <a:r>
              <a:rPr sz="2667" spc="95" dirty="0">
                <a:latin typeface="Cambria Math"/>
                <a:cs typeface="Cambria Math"/>
              </a:rPr>
              <a:t>𝑥</a:t>
            </a:r>
            <a:r>
              <a:rPr sz="2667" spc="15" dirty="0">
                <a:latin typeface="Cambria Math"/>
                <a:cs typeface="Cambria Math"/>
              </a:rPr>
              <a:t>)</a:t>
            </a:r>
            <a:endParaRPr sz="2667">
              <a:latin typeface="Cambria Math"/>
              <a:cs typeface="Cambria Math"/>
            </a:endParaRPr>
          </a:p>
        </p:txBody>
      </p:sp>
      <p:pic>
        <p:nvPicPr>
          <p:cNvPr id="33" name="object 33"/>
          <p:cNvPicPr/>
          <p:nvPr/>
        </p:nvPicPr>
        <p:blipFill>
          <a:blip r:embed="rId2" cstate="print"/>
          <a:stretch>
            <a:fillRect/>
          </a:stretch>
        </p:blipFill>
        <p:spPr>
          <a:xfrm>
            <a:off x="816344" y="4906096"/>
            <a:ext cx="496313" cy="247225"/>
          </a:xfrm>
          <a:prstGeom prst="rect">
            <a:avLst/>
          </a:prstGeom>
        </p:spPr>
      </p:pic>
      <p:pic>
        <p:nvPicPr>
          <p:cNvPr id="34" name="object 34"/>
          <p:cNvPicPr/>
          <p:nvPr/>
        </p:nvPicPr>
        <p:blipFill>
          <a:blip r:embed="rId3" cstate="print"/>
          <a:stretch>
            <a:fillRect/>
          </a:stretch>
        </p:blipFill>
        <p:spPr>
          <a:xfrm>
            <a:off x="872965" y="5331172"/>
            <a:ext cx="509823" cy="331893"/>
          </a:xfrm>
          <a:prstGeom prst="rect">
            <a:avLst/>
          </a:prstGeom>
        </p:spPr>
      </p:pic>
      <p:pic>
        <p:nvPicPr>
          <p:cNvPr id="35" name="object 35"/>
          <p:cNvPicPr/>
          <p:nvPr/>
        </p:nvPicPr>
        <p:blipFill>
          <a:blip r:embed="rId4" cstate="print"/>
          <a:stretch>
            <a:fillRect/>
          </a:stretch>
        </p:blipFill>
        <p:spPr>
          <a:xfrm>
            <a:off x="4881543" y="5368139"/>
            <a:ext cx="409036" cy="255692"/>
          </a:xfrm>
          <a:prstGeom prst="rect">
            <a:avLst/>
          </a:prstGeom>
        </p:spPr>
      </p:pic>
      <p:pic>
        <p:nvPicPr>
          <p:cNvPr id="36" name="object 36"/>
          <p:cNvPicPr/>
          <p:nvPr/>
        </p:nvPicPr>
        <p:blipFill>
          <a:blip r:embed="rId5" cstate="print"/>
          <a:stretch>
            <a:fillRect/>
          </a:stretch>
        </p:blipFill>
        <p:spPr>
          <a:xfrm>
            <a:off x="4842089" y="4940604"/>
            <a:ext cx="390484" cy="237067"/>
          </a:xfrm>
          <a:prstGeom prst="rect">
            <a:avLst/>
          </a:prstGeom>
        </p:spPr>
      </p:pic>
      <p:pic>
        <p:nvPicPr>
          <p:cNvPr id="37" name="object 37"/>
          <p:cNvPicPr/>
          <p:nvPr/>
        </p:nvPicPr>
        <p:blipFill>
          <a:blip r:embed="rId6" cstate="print"/>
          <a:stretch>
            <a:fillRect/>
          </a:stretch>
        </p:blipFill>
        <p:spPr>
          <a:xfrm>
            <a:off x="8950959" y="4922250"/>
            <a:ext cx="565403" cy="276012"/>
          </a:xfrm>
          <a:prstGeom prst="rect">
            <a:avLst/>
          </a:prstGeom>
        </p:spPr>
      </p:pic>
      <p:pic>
        <p:nvPicPr>
          <p:cNvPr id="38" name="object 38"/>
          <p:cNvPicPr/>
          <p:nvPr/>
        </p:nvPicPr>
        <p:blipFill>
          <a:blip r:embed="rId7" cstate="print"/>
          <a:stretch>
            <a:fillRect/>
          </a:stretch>
        </p:blipFill>
        <p:spPr>
          <a:xfrm>
            <a:off x="9000237" y="5372137"/>
            <a:ext cx="511556" cy="255692"/>
          </a:xfrm>
          <a:prstGeom prst="rect">
            <a:avLst/>
          </a:prstGeom>
        </p:spPr>
      </p:pic>
      <p:grpSp>
        <p:nvGrpSpPr>
          <p:cNvPr id="39" name="object 39"/>
          <p:cNvGrpSpPr/>
          <p:nvPr/>
        </p:nvGrpSpPr>
        <p:grpSpPr>
          <a:xfrm>
            <a:off x="4699003" y="2008801"/>
            <a:ext cx="3233420" cy="2094655"/>
            <a:chOff x="3524250" y="1506600"/>
            <a:chExt cx="2425065" cy="1570990"/>
          </a:xfrm>
        </p:grpSpPr>
        <p:sp>
          <p:nvSpPr>
            <p:cNvPr id="40" name="object 40"/>
            <p:cNvSpPr/>
            <p:nvPr/>
          </p:nvSpPr>
          <p:spPr>
            <a:xfrm>
              <a:off x="3543300" y="2114549"/>
              <a:ext cx="2386965" cy="929640"/>
            </a:xfrm>
            <a:custGeom>
              <a:avLst/>
              <a:gdLst/>
              <a:ahLst/>
              <a:cxnLst/>
              <a:rect l="l" t="t" r="r" b="b"/>
              <a:pathLst>
                <a:path w="2386965" h="929639">
                  <a:moveTo>
                    <a:pt x="0" y="929258"/>
                  </a:moveTo>
                  <a:lnTo>
                    <a:pt x="2386838" y="0"/>
                  </a:lnTo>
                </a:path>
              </a:pathLst>
            </a:custGeom>
            <a:ln w="38100">
              <a:solidFill>
                <a:srgbClr val="0096FF"/>
              </a:solidFill>
            </a:ln>
          </p:spPr>
          <p:txBody>
            <a:bodyPr wrap="square" lIns="0" tIns="0" rIns="0" bIns="0" rtlCol="0"/>
            <a:lstStyle/>
            <a:p>
              <a:endParaRPr sz="2400"/>
            </a:p>
          </p:txBody>
        </p:sp>
        <p:pic>
          <p:nvPicPr>
            <p:cNvPr id="41" name="object 41"/>
            <p:cNvPicPr/>
            <p:nvPr/>
          </p:nvPicPr>
          <p:blipFill>
            <a:blip r:embed="rId8" cstate="print"/>
            <a:stretch>
              <a:fillRect/>
            </a:stretch>
          </p:blipFill>
          <p:spPr>
            <a:xfrm>
              <a:off x="3958844" y="1506600"/>
              <a:ext cx="594740" cy="355726"/>
            </a:xfrm>
            <a:prstGeom prst="rect">
              <a:avLst/>
            </a:prstGeom>
          </p:spPr>
        </p:pic>
        <p:pic>
          <p:nvPicPr>
            <p:cNvPr id="42" name="object 42"/>
            <p:cNvPicPr/>
            <p:nvPr/>
          </p:nvPicPr>
          <p:blipFill>
            <a:blip r:embed="rId9" cstate="print"/>
            <a:stretch>
              <a:fillRect/>
            </a:stretch>
          </p:blipFill>
          <p:spPr>
            <a:xfrm>
              <a:off x="4641452" y="1610740"/>
              <a:ext cx="143399" cy="126237"/>
            </a:xfrm>
            <a:prstGeom prst="rect">
              <a:avLst/>
            </a:prstGeom>
          </p:spPr>
        </p:pic>
        <p:pic>
          <p:nvPicPr>
            <p:cNvPr id="43" name="object 43"/>
            <p:cNvPicPr/>
            <p:nvPr/>
          </p:nvPicPr>
          <p:blipFill>
            <a:blip r:embed="rId10" cstate="print"/>
            <a:stretch>
              <a:fillRect/>
            </a:stretch>
          </p:blipFill>
          <p:spPr>
            <a:xfrm>
              <a:off x="4852797" y="1525015"/>
              <a:ext cx="500888" cy="253873"/>
            </a:xfrm>
            <a:prstGeom prst="rect">
              <a:avLst/>
            </a:prstGeom>
          </p:spPr>
        </p:pic>
        <p:pic>
          <p:nvPicPr>
            <p:cNvPr id="44" name="object 44"/>
            <p:cNvPicPr/>
            <p:nvPr/>
          </p:nvPicPr>
          <p:blipFill>
            <a:blip r:embed="rId11" cstate="print"/>
            <a:stretch>
              <a:fillRect/>
            </a:stretch>
          </p:blipFill>
          <p:spPr>
            <a:xfrm>
              <a:off x="5426415" y="1534159"/>
              <a:ext cx="323128" cy="248920"/>
            </a:xfrm>
            <a:prstGeom prst="rect">
              <a:avLst/>
            </a:prstGeom>
          </p:spPr>
        </p:pic>
        <p:pic>
          <p:nvPicPr>
            <p:cNvPr id="45" name="object 45"/>
            <p:cNvPicPr/>
            <p:nvPr/>
          </p:nvPicPr>
          <p:blipFill>
            <a:blip r:embed="rId12" cstate="print"/>
            <a:stretch>
              <a:fillRect/>
            </a:stretch>
          </p:blipFill>
          <p:spPr>
            <a:xfrm>
              <a:off x="3575939" y="2875406"/>
              <a:ext cx="168640" cy="201930"/>
            </a:xfrm>
            <a:prstGeom prst="rect">
              <a:avLst/>
            </a:prstGeom>
          </p:spPr>
        </p:pic>
        <p:pic>
          <p:nvPicPr>
            <p:cNvPr id="46" name="object 46"/>
            <p:cNvPicPr/>
            <p:nvPr/>
          </p:nvPicPr>
          <p:blipFill>
            <a:blip r:embed="rId13" cstate="print"/>
            <a:stretch>
              <a:fillRect/>
            </a:stretch>
          </p:blipFill>
          <p:spPr>
            <a:xfrm>
              <a:off x="4434458" y="2313558"/>
              <a:ext cx="1104773" cy="577088"/>
            </a:xfrm>
            <a:prstGeom prst="rect">
              <a:avLst/>
            </a:prstGeom>
          </p:spPr>
        </p:pic>
        <p:pic>
          <p:nvPicPr>
            <p:cNvPr id="47" name="object 47"/>
            <p:cNvPicPr/>
            <p:nvPr/>
          </p:nvPicPr>
          <p:blipFill>
            <a:blip r:embed="rId14" cstate="print"/>
            <a:stretch>
              <a:fillRect/>
            </a:stretch>
          </p:blipFill>
          <p:spPr>
            <a:xfrm>
              <a:off x="4838647" y="1816861"/>
              <a:ext cx="681534" cy="321690"/>
            </a:xfrm>
            <a:prstGeom prst="rect">
              <a:avLst/>
            </a:prstGeom>
          </p:spPr>
        </p:pic>
      </p:grpSp>
      <p:grpSp>
        <p:nvGrpSpPr>
          <p:cNvPr id="48" name="object 48"/>
          <p:cNvGrpSpPr/>
          <p:nvPr/>
        </p:nvGrpSpPr>
        <p:grpSpPr>
          <a:xfrm>
            <a:off x="8783448" y="1074083"/>
            <a:ext cx="2705947" cy="2871047"/>
            <a:chOff x="6587585" y="805561"/>
            <a:chExt cx="2029460" cy="2153285"/>
          </a:xfrm>
        </p:grpSpPr>
        <p:pic>
          <p:nvPicPr>
            <p:cNvPr id="49" name="object 49"/>
            <p:cNvPicPr/>
            <p:nvPr/>
          </p:nvPicPr>
          <p:blipFill>
            <a:blip r:embed="rId15" cstate="print"/>
            <a:stretch>
              <a:fillRect/>
            </a:stretch>
          </p:blipFill>
          <p:spPr>
            <a:xfrm>
              <a:off x="6834505" y="1211834"/>
              <a:ext cx="526669" cy="316102"/>
            </a:xfrm>
            <a:prstGeom prst="rect">
              <a:avLst/>
            </a:prstGeom>
          </p:spPr>
        </p:pic>
        <p:pic>
          <p:nvPicPr>
            <p:cNvPr id="50" name="object 50"/>
            <p:cNvPicPr/>
            <p:nvPr/>
          </p:nvPicPr>
          <p:blipFill>
            <a:blip r:embed="rId16" cstate="print"/>
            <a:stretch>
              <a:fillRect/>
            </a:stretch>
          </p:blipFill>
          <p:spPr>
            <a:xfrm>
              <a:off x="8333105" y="1213993"/>
              <a:ext cx="283591" cy="220979"/>
            </a:xfrm>
            <a:prstGeom prst="rect">
              <a:avLst/>
            </a:prstGeom>
          </p:spPr>
        </p:pic>
        <p:pic>
          <p:nvPicPr>
            <p:cNvPr id="51" name="object 51"/>
            <p:cNvPicPr/>
            <p:nvPr/>
          </p:nvPicPr>
          <p:blipFill>
            <a:blip r:embed="rId17" cstate="print"/>
            <a:stretch>
              <a:fillRect/>
            </a:stretch>
          </p:blipFill>
          <p:spPr>
            <a:xfrm>
              <a:off x="7427781" y="1709166"/>
              <a:ext cx="1022290" cy="613537"/>
            </a:xfrm>
            <a:prstGeom prst="rect">
              <a:avLst/>
            </a:prstGeom>
          </p:spPr>
        </p:pic>
        <p:pic>
          <p:nvPicPr>
            <p:cNvPr id="52" name="object 52"/>
            <p:cNvPicPr/>
            <p:nvPr/>
          </p:nvPicPr>
          <p:blipFill>
            <a:blip r:embed="rId18" cstate="print"/>
            <a:stretch>
              <a:fillRect/>
            </a:stretch>
          </p:blipFill>
          <p:spPr>
            <a:xfrm>
              <a:off x="7446645" y="805561"/>
              <a:ext cx="832738" cy="665226"/>
            </a:xfrm>
            <a:prstGeom prst="rect">
              <a:avLst/>
            </a:prstGeom>
          </p:spPr>
        </p:pic>
        <p:pic>
          <p:nvPicPr>
            <p:cNvPr id="53" name="object 53"/>
            <p:cNvPicPr/>
            <p:nvPr/>
          </p:nvPicPr>
          <p:blipFill>
            <a:blip r:embed="rId19" cstate="print"/>
            <a:stretch>
              <a:fillRect/>
            </a:stretch>
          </p:blipFill>
          <p:spPr>
            <a:xfrm>
              <a:off x="6587585" y="2314321"/>
              <a:ext cx="268763" cy="644144"/>
            </a:xfrm>
            <a:prstGeom prst="rect">
              <a:avLst/>
            </a:prstGeom>
          </p:spPr>
        </p:pic>
        <p:pic>
          <p:nvPicPr>
            <p:cNvPr id="54" name="object 54"/>
            <p:cNvPicPr/>
            <p:nvPr/>
          </p:nvPicPr>
          <p:blipFill>
            <a:blip r:embed="rId20" cstate="print"/>
            <a:stretch>
              <a:fillRect/>
            </a:stretch>
          </p:blipFill>
          <p:spPr>
            <a:xfrm>
              <a:off x="6922643" y="2583687"/>
              <a:ext cx="358266" cy="178307"/>
            </a:xfrm>
            <a:prstGeom prst="rect">
              <a:avLst/>
            </a:prstGeom>
          </p:spPr>
        </p:pic>
      </p:grpSp>
      <p:grpSp>
        <p:nvGrpSpPr>
          <p:cNvPr id="55" name="object 55"/>
          <p:cNvGrpSpPr/>
          <p:nvPr/>
        </p:nvGrpSpPr>
        <p:grpSpPr>
          <a:xfrm>
            <a:off x="1523934" y="5576468"/>
            <a:ext cx="2232660" cy="521547"/>
            <a:chOff x="1142949" y="4182351"/>
            <a:chExt cx="1674495" cy="391160"/>
          </a:xfrm>
        </p:grpSpPr>
        <p:pic>
          <p:nvPicPr>
            <p:cNvPr id="56" name="object 56"/>
            <p:cNvPicPr/>
            <p:nvPr/>
          </p:nvPicPr>
          <p:blipFill>
            <a:blip r:embed="rId21" cstate="print"/>
            <a:stretch>
              <a:fillRect/>
            </a:stretch>
          </p:blipFill>
          <p:spPr>
            <a:xfrm>
              <a:off x="1142949" y="4182351"/>
              <a:ext cx="435279" cy="390791"/>
            </a:xfrm>
            <a:prstGeom prst="rect">
              <a:avLst/>
            </a:prstGeom>
          </p:spPr>
        </p:pic>
        <p:pic>
          <p:nvPicPr>
            <p:cNvPr id="57" name="object 57"/>
            <p:cNvPicPr/>
            <p:nvPr/>
          </p:nvPicPr>
          <p:blipFill>
            <a:blip r:embed="rId22" cstate="print"/>
            <a:stretch>
              <a:fillRect/>
            </a:stretch>
          </p:blipFill>
          <p:spPr>
            <a:xfrm>
              <a:off x="1648587" y="4274959"/>
              <a:ext cx="1168273" cy="266382"/>
            </a:xfrm>
            <a:prstGeom prst="rect">
              <a:avLst/>
            </a:prstGeom>
          </p:spPr>
        </p:pic>
      </p:grpSp>
      <p:grpSp>
        <p:nvGrpSpPr>
          <p:cNvPr id="58" name="object 58"/>
          <p:cNvGrpSpPr/>
          <p:nvPr/>
        </p:nvGrpSpPr>
        <p:grpSpPr>
          <a:xfrm>
            <a:off x="673100" y="2072472"/>
            <a:ext cx="3264747" cy="746931"/>
            <a:chOff x="504825" y="1554352"/>
            <a:chExt cx="2448560" cy="560198"/>
          </a:xfrm>
        </p:grpSpPr>
        <p:sp>
          <p:nvSpPr>
            <p:cNvPr id="59" name="object 59"/>
            <p:cNvSpPr/>
            <p:nvPr/>
          </p:nvSpPr>
          <p:spPr>
            <a:xfrm>
              <a:off x="504825" y="2114550"/>
              <a:ext cx="2448560" cy="0"/>
            </a:xfrm>
            <a:custGeom>
              <a:avLst/>
              <a:gdLst/>
              <a:ahLst/>
              <a:cxnLst/>
              <a:rect l="l" t="t" r="r" b="b"/>
              <a:pathLst>
                <a:path w="2448560">
                  <a:moveTo>
                    <a:pt x="0" y="0"/>
                  </a:moveTo>
                  <a:lnTo>
                    <a:pt x="2448052" y="0"/>
                  </a:lnTo>
                </a:path>
              </a:pathLst>
            </a:custGeom>
            <a:ln w="38100">
              <a:solidFill>
                <a:srgbClr val="0096FF"/>
              </a:solidFill>
            </a:ln>
          </p:spPr>
          <p:txBody>
            <a:bodyPr wrap="square" lIns="0" tIns="0" rIns="0" bIns="0" rtlCol="0"/>
            <a:lstStyle/>
            <a:p>
              <a:endParaRPr sz="2400"/>
            </a:p>
          </p:txBody>
        </p:sp>
        <p:pic>
          <p:nvPicPr>
            <p:cNvPr id="60" name="object 60"/>
            <p:cNvPicPr/>
            <p:nvPr/>
          </p:nvPicPr>
          <p:blipFill>
            <a:blip r:embed="rId23" cstate="print"/>
            <a:stretch>
              <a:fillRect/>
            </a:stretch>
          </p:blipFill>
          <p:spPr>
            <a:xfrm>
              <a:off x="847928" y="1554352"/>
              <a:ext cx="1267383" cy="289179"/>
            </a:xfrm>
            <a:prstGeom prst="rect">
              <a:avLst/>
            </a:prstGeom>
          </p:spPr>
        </p:pic>
        <p:pic>
          <p:nvPicPr>
            <p:cNvPr id="61" name="object 61"/>
            <p:cNvPicPr/>
            <p:nvPr/>
          </p:nvPicPr>
          <p:blipFill>
            <a:blip r:embed="rId24" cstate="print"/>
            <a:stretch>
              <a:fillRect/>
            </a:stretch>
          </p:blipFill>
          <p:spPr>
            <a:xfrm>
              <a:off x="2193925" y="1570608"/>
              <a:ext cx="141224" cy="186436"/>
            </a:xfrm>
            <a:prstGeom prst="rect">
              <a:avLst/>
            </a:prstGeom>
          </p:spPr>
        </p:pic>
        <p:pic>
          <p:nvPicPr>
            <p:cNvPr id="62" name="object 62"/>
            <p:cNvPicPr/>
            <p:nvPr/>
          </p:nvPicPr>
          <p:blipFill>
            <a:blip r:embed="rId25" cstate="print"/>
            <a:stretch>
              <a:fillRect/>
            </a:stretch>
          </p:blipFill>
          <p:spPr>
            <a:xfrm>
              <a:off x="2441300" y="1568957"/>
              <a:ext cx="112097" cy="244855"/>
            </a:xfrm>
            <a:prstGeom prst="rect">
              <a:avLst/>
            </a:prstGeom>
          </p:spPr>
        </p:pic>
        <p:pic>
          <p:nvPicPr>
            <p:cNvPr id="63" name="object 63"/>
            <p:cNvPicPr/>
            <p:nvPr/>
          </p:nvPicPr>
          <p:blipFill>
            <a:blip r:embed="rId26" cstate="print"/>
            <a:stretch>
              <a:fillRect/>
            </a:stretch>
          </p:blipFill>
          <p:spPr>
            <a:xfrm>
              <a:off x="2617851" y="1568322"/>
              <a:ext cx="177673" cy="236220"/>
            </a:xfrm>
            <a:prstGeom prst="rect">
              <a:avLst/>
            </a:prstGeom>
          </p:spPr>
        </p:pic>
      </p:grpSp>
      <p:sp>
        <p:nvSpPr>
          <p:cNvPr id="69" name="Slide Number Placeholder 68">
            <a:extLst>
              <a:ext uri="{FF2B5EF4-FFF2-40B4-BE49-F238E27FC236}">
                <a16:creationId xmlns:a16="http://schemas.microsoft.com/office/drawing/2014/main" id="{BA357F36-F8BA-7B2A-B1CF-96AD06BAB447}"/>
              </a:ext>
            </a:extLst>
          </p:cNvPr>
          <p:cNvSpPr>
            <a:spLocks noGrp="1"/>
          </p:cNvSpPr>
          <p:nvPr>
            <p:ph type="sldNum" sz="quarter" idx="12"/>
          </p:nvPr>
        </p:nvSpPr>
        <p:spPr/>
        <p:txBody>
          <a:bodyPr/>
          <a:lstStyle/>
          <a:p>
            <a:fld id="{233E71FE-A542-4040-BA29-68F56A442EAC}" type="slidenum">
              <a:rPr lang="en-PS" smtClean="0"/>
              <a:t>13</a:t>
            </a:fld>
            <a:endParaRPr lang="en-PS"/>
          </a:p>
        </p:txBody>
      </p:sp>
      <p:sp>
        <p:nvSpPr>
          <p:cNvPr id="71" name="TextBox 70">
            <a:extLst>
              <a:ext uri="{FF2B5EF4-FFF2-40B4-BE49-F238E27FC236}">
                <a16:creationId xmlns:a16="http://schemas.microsoft.com/office/drawing/2014/main" id="{2A5EE58F-39B2-B8B0-BB9E-2120BDEC00C1}"/>
              </a:ext>
            </a:extLst>
          </p:cNvPr>
          <p:cNvSpPr txBox="1"/>
          <p:nvPr/>
        </p:nvSpPr>
        <p:spPr>
          <a:xfrm>
            <a:off x="3898733" y="238589"/>
            <a:ext cx="6962227" cy="523220"/>
          </a:xfrm>
          <a:prstGeom prst="rect">
            <a:avLst/>
          </a:prstGeom>
          <a:noFill/>
        </p:spPr>
        <p:txBody>
          <a:bodyPr wrap="none" rtlCol="0">
            <a:spAutoFit/>
          </a:bodyPr>
          <a:lstStyle/>
          <a:p>
            <a:r>
              <a:rPr lang="en-PS" sz="2800" dirty="0"/>
              <a:t>How </a:t>
            </a:r>
            <a:r>
              <a:rPr lang="en-PS" sz="2800" i="1" dirty="0"/>
              <a:t>w</a:t>
            </a:r>
            <a:r>
              <a:rPr lang="en-PS" sz="2800" dirty="0"/>
              <a:t> and </a:t>
            </a:r>
            <a:r>
              <a:rPr lang="en-PS" sz="2800" i="1" dirty="0"/>
              <a:t>b</a:t>
            </a:r>
            <a:r>
              <a:rPr lang="en-PS" sz="2800" dirty="0"/>
              <a:t> affect the shape of the function </a:t>
            </a:r>
            <a:r>
              <a:rPr lang="en-PS" sz="2800" i="1" dirty="0"/>
              <a:t>f</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2895" y="100817"/>
            <a:ext cx="7240693" cy="391626"/>
          </a:xfrm>
          <a:prstGeom prst="rect">
            <a:avLst/>
          </a:prstGeom>
        </p:spPr>
        <p:txBody>
          <a:bodyPr vert="horz" wrap="square" lIns="0" tIns="22015" rIns="0" bIns="0" rtlCol="0" anchor="ctr">
            <a:spAutoFit/>
          </a:bodyPr>
          <a:lstStyle/>
          <a:p>
            <a:pPr marL="16933">
              <a:spcBef>
                <a:spcPts val="175"/>
              </a:spcBef>
            </a:pPr>
            <a:r>
              <a:rPr sz="2667" spc="7" dirty="0">
                <a:solidFill>
                  <a:srgbClr val="945200"/>
                </a:solidFill>
              </a:rPr>
              <a:t>Cost</a:t>
            </a:r>
            <a:r>
              <a:rPr sz="2667" spc="-100" dirty="0">
                <a:solidFill>
                  <a:srgbClr val="945200"/>
                </a:solidFill>
              </a:rPr>
              <a:t> </a:t>
            </a:r>
            <a:r>
              <a:rPr sz="2667" spc="15" dirty="0"/>
              <a:t>function</a:t>
            </a:r>
            <a:r>
              <a:rPr sz="4000" spc="20" baseline="1388" dirty="0"/>
              <a:t>:</a:t>
            </a:r>
            <a:r>
              <a:rPr sz="4000" spc="-100" baseline="1388" dirty="0"/>
              <a:t> </a:t>
            </a:r>
            <a:r>
              <a:rPr sz="4000" spc="20" baseline="1388" dirty="0"/>
              <a:t>Squared</a:t>
            </a:r>
            <a:r>
              <a:rPr sz="4000" spc="-191" baseline="1388" dirty="0"/>
              <a:t> </a:t>
            </a:r>
            <a:r>
              <a:rPr sz="4000" spc="31" baseline="1388" dirty="0"/>
              <a:t>error</a:t>
            </a:r>
            <a:r>
              <a:rPr sz="4000" spc="-149" baseline="1388" dirty="0"/>
              <a:t> </a:t>
            </a:r>
            <a:r>
              <a:rPr sz="4000" baseline="1388" dirty="0"/>
              <a:t>cost</a:t>
            </a:r>
            <a:r>
              <a:rPr sz="4000" spc="-160" baseline="1388" dirty="0"/>
              <a:t> </a:t>
            </a:r>
            <a:r>
              <a:rPr sz="4000" spc="9" baseline="1388" dirty="0"/>
              <a:t>function</a:t>
            </a:r>
            <a:endParaRPr sz="4000" baseline="1388" dirty="0"/>
          </a:p>
        </p:txBody>
      </p:sp>
      <p:sp>
        <p:nvSpPr>
          <p:cNvPr id="3" name="object 3"/>
          <p:cNvSpPr/>
          <p:nvPr/>
        </p:nvSpPr>
        <p:spPr>
          <a:xfrm>
            <a:off x="393700" y="723900"/>
            <a:ext cx="3962400" cy="2844800"/>
          </a:xfrm>
          <a:custGeom>
            <a:avLst/>
            <a:gdLst/>
            <a:ahLst/>
            <a:cxnLst/>
            <a:rect l="l" t="t" r="r" b="b"/>
            <a:pathLst>
              <a:path w="2971800" h="2133600">
                <a:moveTo>
                  <a:pt x="2971800" y="1905000"/>
                </a:moveTo>
                <a:lnTo>
                  <a:pt x="2948940" y="1885950"/>
                </a:lnTo>
                <a:lnTo>
                  <a:pt x="2839974" y="1795145"/>
                </a:lnTo>
                <a:lnTo>
                  <a:pt x="2833293" y="1791550"/>
                </a:lnTo>
                <a:lnTo>
                  <a:pt x="2808808" y="1811489"/>
                </a:lnTo>
                <a:lnTo>
                  <a:pt x="2810827" y="1818474"/>
                </a:lnTo>
                <a:lnTo>
                  <a:pt x="2815590" y="1824355"/>
                </a:lnTo>
                <a:lnTo>
                  <a:pt x="2889491" y="1885950"/>
                </a:lnTo>
                <a:lnTo>
                  <a:pt x="247650" y="1885950"/>
                </a:lnTo>
                <a:lnTo>
                  <a:pt x="247650" y="82334"/>
                </a:lnTo>
                <a:lnTo>
                  <a:pt x="309219" y="156210"/>
                </a:lnTo>
                <a:lnTo>
                  <a:pt x="315112" y="160972"/>
                </a:lnTo>
                <a:lnTo>
                  <a:pt x="322122" y="162991"/>
                </a:lnTo>
                <a:lnTo>
                  <a:pt x="329387" y="162229"/>
                </a:lnTo>
                <a:lnTo>
                  <a:pt x="336042" y="158623"/>
                </a:lnTo>
                <a:lnTo>
                  <a:pt x="340779" y="152742"/>
                </a:lnTo>
                <a:lnTo>
                  <a:pt x="342823" y="145757"/>
                </a:lnTo>
                <a:lnTo>
                  <a:pt x="342074" y="138506"/>
                </a:lnTo>
                <a:lnTo>
                  <a:pt x="338480" y="131826"/>
                </a:lnTo>
                <a:lnTo>
                  <a:pt x="253365" y="29718"/>
                </a:lnTo>
                <a:lnTo>
                  <a:pt x="228600" y="0"/>
                </a:lnTo>
                <a:lnTo>
                  <a:pt x="118719" y="131826"/>
                </a:lnTo>
                <a:lnTo>
                  <a:pt x="115112" y="138506"/>
                </a:lnTo>
                <a:lnTo>
                  <a:pt x="114376" y="145757"/>
                </a:lnTo>
                <a:lnTo>
                  <a:pt x="116408" y="152742"/>
                </a:lnTo>
                <a:lnTo>
                  <a:pt x="121158" y="158623"/>
                </a:lnTo>
                <a:lnTo>
                  <a:pt x="127800" y="162229"/>
                </a:lnTo>
                <a:lnTo>
                  <a:pt x="135064" y="162991"/>
                </a:lnTo>
                <a:lnTo>
                  <a:pt x="142074" y="160972"/>
                </a:lnTo>
                <a:lnTo>
                  <a:pt x="147980" y="156210"/>
                </a:lnTo>
                <a:lnTo>
                  <a:pt x="209537" y="82334"/>
                </a:lnTo>
                <a:lnTo>
                  <a:pt x="209550" y="29718"/>
                </a:lnTo>
                <a:lnTo>
                  <a:pt x="209550" y="82334"/>
                </a:lnTo>
                <a:lnTo>
                  <a:pt x="209550" y="1885950"/>
                </a:lnTo>
                <a:lnTo>
                  <a:pt x="0" y="1885950"/>
                </a:lnTo>
                <a:lnTo>
                  <a:pt x="0" y="1924050"/>
                </a:lnTo>
                <a:lnTo>
                  <a:pt x="209550" y="1924050"/>
                </a:lnTo>
                <a:lnTo>
                  <a:pt x="209550" y="2133600"/>
                </a:lnTo>
                <a:lnTo>
                  <a:pt x="247650" y="2133600"/>
                </a:lnTo>
                <a:lnTo>
                  <a:pt x="247650" y="1924050"/>
                </a:lnTo>
                <a:lnTo>
                  <a:pt x="2889491" y="1924050"/>
                </a:lnTo>
                <a:lnTo>
                  <a:pt x="2912364" y="1905000"/>
                </a:lnTo>
                <a:lnTo>
                  <a:pt x="2815590" y="1985645"/>
                </a:lnTo>
                <a:lnTo>
                  <a:pt x="2810827" y="1991537"/>
                </a:lnTo>
                <a:lnTo>
                  <a:pt x="2808808" y="1998522"/>
                </a:lnTo>
                <a:lnTo>
                  <a:pt x="2809570" y="2005774"/>
                </a:lnTo>
                <a:lnTo>
                  <a:pt x="2813177" y="2012442"/>
                </a:lnTo>
                <a:lnTo>
                  <a:pt x="2819057" y="2017204"/>
                </a:lnTo>
                <a:lnTo>
                  <a:pt x="2826042" y="2019223"/>
                </a:lnTo>
                <a:lnTo>
                  <a:pt x="2833293" y="2018461"/>
                </a:lnTo>
                <a:lnTo>
                  <a:pt x="2839974" y="2014855"/>
                </a:lnTo>
                <a:lnTo>
                  <a:pt x="2948940" y="1924050"/>
                </a:lnTo>
                <a:lnTo>
                  <a:pt x="2971800" y="1905000"/>
                </a:lnTo>
                <a:close/>
              </a:path>
            </a:pathLst>
          </a:custGeom>
          <a:solidFill>
            <a:srgbClr val="000000"/>
          </a:solidFill>
        </p:spPr>
        <p:txBody>
          <a:bodyPr wrap="square" lIns="0" tIns="0" rIns="0" bIns="0" rtlCol="0"/>
          <a:lstStyle/>
          <a:p>
            <a:endParaRPr sz="2400"/>
          </a:p>
        </p:txBody>
      </p:sp>
      <p:sp>
        <p:nvSpPr>
          <p:cNvPr id="4" name="object 4"/>
          <p:cNvSpPr txBox="1"/>
          <p:nvPr/>
        </p:nvSpPr>
        <p:spPr>
          <a:xfrm>
            <a:off x="3826087" y="3190748"/>
            <a:ext cx="231140" cy="510396"/>
          </a:xfrm>
          <a:prstGeom prst="rect">
            <a:avLst/>
          </a:prstGeom>
        </p:spPr>
        <p:txBody>
          <a:bodyPr vert="horz" wrap="square" lIns="0" tIns="17780" rIns="0" bIns="0" rtlCol="0">
            <a:spAutoFit/>
          </a:bodyPr>
          <a:lstStyle/>
          <a:p>
            <a:pPr marL="16933">
              <a:spcBef>
                <a:spcPts val="140"/>
              </a:spcBef>
            </a:pPr>
            <a:r>
              <a:rPr sz="3200" dirty="0">
                <a:solidFill>
                  <a:srgbClr val="FFC000"/>
                </a:solidFill>
                <a:latin typeface="Cambria Math"/>
                <a:cs typeface="Cambria Math"/>
              </a:rPr>
              <a:t>x</a:t>
            </a:r>
            <a:endParaRPr sz="3200">
              <a:latin typeface="Cambria Math"/>
              <a:cs typeface="Cambria Math"/>
            </a:endParaRPr>
          </a:p>
        </p:txBody>
      </p:sp>
      <p:grpSp>
        <p:nvGrpSpPr>
          <p:cNvPr id="5" name="object 5"/>
          <p:cNvGrpSpPr/>
          <p:nvPr/>
        </p:nvGrpSpPr>
        <p:grpSpPr>
          <a:xfrm>
            <a:off x="482602" y="1384302"/>
            <a:ext cx="3481493" cy="1667087"/>
            <a:chOff x="361950" y="1038225"/>
            <a:chExt cx="2611120" cy="1250315"/>
          </a:xfrm>
        </p:grpSpPr>
        <p:sp>
          <p:nvSpPr>
            <p:cNvPr id="6" name="object 6"/>
            <p:cNvSpPr/>
            <p:nvPr/>
          </p:nvSpPr>
          <p:spPr>
            <a:xfrm>
              <a:off x="647700" y="1057275"/>
              <a:ext cx="1838960" cy="1134110"/>
            </a:xfrm>
            <a:custGeom>
              <a:avLst/>
              <a:gdLst/>
              <a:ahLst/>
              <a:cxnLst/>
              <a:rect l="l" t="t" r="r" b="b"/>
              <a:pathLst>
                <a:path w="1838960" h="1134110">
                  <a:moveTo>
                    <a:pt x="0" y="1133602"/>
                  </a:moveTo>
                  <a:lnTo>
                    <a:pt x="162001" y="971550"/>
                  </a:lnTo>
                </a:path>
                <a:path w="1838960" h="1134110">
                  <a:moveTo>
                    <a:pt x="162001" y="1133602"/>
                  </a:moveTo>
                  <a:lnTo>
                    <a:pt x="0" y="971550"/>
                  </a:lnTo>
                </a:path>
                <a:path w="1838960" h="1134110">
                  <a:moveTo>
                    <a:pt x="457200" y="1114552"/>
                  </a:moveTo>
                  <a:lnTo>
                    <a:pt x="619201" y="952500"/>
                  </a:lnTo>
                </a:path>
                <a:path w="1838960" h="1134110">
                  <a:moveTo>
                    <a:pt x="638302" y="1114552"/>
                  </a:moveTo>
                  <a:lnTo>
                    <a:pt x="476250" y="952500"/>
                  </a:lnTo>
                </a:path>
                <a:path w="1838960" h="1134110">
                  <a:moveTo>
                    <a:pt x="552450" y="514476"/>
                  </a:moveTo>
                  <a:lnTo>
                    <a:pt x="714502" y="352425"/>
                  </a:lnTo>
                </a:path>
                <a:path w="1838960" h="1134110">
                  <a:moveTo>
                    <a:pt x="714502" y="514476"/>
                  </a:moveTo>
                  <a:lnTo>
                    <a:pt x="552450" y="352425"/>
                  </a:lnTo>
                </a:path>
                <a:path w="1838960" h="1134110">
                  <a:moveTo>
                    <a:pt x="1085850" y="676401"/>
                  </a:moveTo>
                  <a:lnTo>
                    <a:pt x="1247902" y="514350"/>
                  </a:lnTo>
                </a:path>
                <a:path w="1838960" h="1134110">
                  <a:moveTo>
                    <a:pt x="1247902" y="676401"/>
                  </a:moveTo>
                  <a:lnTo>
                    <a:pt x="1085850" y="514350"/>
                  </a:lnTo>
                </a:path>
                <a:path w="1838960" h="1134110">
                  <a:moveTo>
                    <a:pt x="1447800" y="466851"/>
                  </a:moveTo>
                  <a:lnTo>
                    <a:pt x="1609852" y="304800"/>
                  </a:lnTo>
                </a:path>
                <a:path w="1838960" h="1134110">
                  <a:moveTo>
                    <a:pt x="1609852" y="466851"/>
                  </a:moveTo>
                  <a:lnTo>
                    <a:pt x="1447800" y="304800"/>
                  </a:lnTo>
                </a:path>
                <a:path w="1838960" h="1134110">
                  <a:moveTo>
                    <a:pt x="1676400" y="162051"/>
                  </a:moveTo>
                  <a:lnTo>
                    <a:pt x="1838452" y="0"/>
                  </a:lnTo>
                </a:path>
                <a:path w="1838960" h="1134110">
                  <a:moveTo>
                    <a:pt x="1838452" y="162051"/>
                  </a:moveTo>
                  <a:lnTo>
                    <a:pt x="1676400" y="0"/>
                  </a:lnTo>
                </a:path>
              </a:pathLst>
            </a:custGeom>
            <a:ln w="38100">
              <a:solidFill>
                <a:srgbClr val="FF2600"/>
              </a:solidFill>
            </a:ln>
          </p:spPr>
          <p:txBody>
            <a:bodyPr wrap="square" lIns="0" tIns="0" rIns="0" bIns="0" rtlCol="0"/>
            <a:lstStyle/>
            <a:p>
              <a:endParaRPr sz="2400"/>
            </a:p>
          </p:txBody>
        </p:sp>
        <p:sp>
          <p:nvSpPr>
            <p:cNvPr id="7" name="object 7"/>
            <p:cNvSpPr/>
            <p:nvPr/>
          </p:nvSpPr>
          <p:spPr>
            <a:xfrm>
              <a:off x="381000" y="1133475"/>
              <a:ext cx="2573020" cy="1136015"/>
            </a:xfrm>
            <a:custGeom>
              <a:avLst/>
              <a:gdLst/>
              <a:ahLst/>
              <a:cxnLst/>
              <a:rect l="l" t="t" r="r" b="b"/>
              <a:pathLst>
                <a:path w="2573020" h="1136014">
                  <a:moveTo>
                    <a:pt x="0" y="1135507"/>
                  </a:moveTo>
                  <a:lnTo>
                    <a:pt x="2572512" y="0"/>
                  </a:lnTo>
                </a:path>
              </a:pathLst>
            </a:custGeom>
            <a:ln w="38100">
              <a:solidFill>
                <a:srgbClr val="4285F4"/>
              </a:solidFill>
            </a:ln>
          </p:spPr>
          <p:txBody>
            <a:bodyPr wrap="square" lIns="0" tIns="0" rIns="0" bIns="0" rtlCol="0"/>
            <a:lstStyle/>
            <a:p>
              <a:endParaRPr sz="2400"/>
            </a:p>
          </p:txBody>
        </p:sp>
      </p:grpSp>
      <p:sp>
        <p:nvSpPr>
          <p:cNvPr id="8" name="object 8"/>
          <p:cNvSpPr txBox="1"/>
          <p:nvPr/>
        </p:nvSpPr>
        <p:spPr>
          <a:xfrm>
            <a:off x="347557" y="823299"/>
            <a:ext cx="1935481" cy="737446"/>
          </a:xfrm>
          <a:prstGeom prst="rect">
            <a:avLst/>
          </a:prstGeom>
        </p:spPr>
        <p:txBody>
          <a:bodyPr vert="horz" wrap="square" lIns="0" tIns="17780" rIns="0" bIns="0" rtlCol="0">
            <a:spAutoFit/>
          </a:bodyPr>
          <a:lstStyle/>
          <a:p>
            <a:pPr marL="50797">
              <a:lnSpc>
                <a:spcPts val="3081"/>
              </a:lnSpc>
              <a:spcBef>
                <a:spcPts val="140"/>
              </a:spcBef>
            </a:pPr>
            <a:r>
              <a:rPr sz="3200" dirty="0">
                <a:solidFill>
                  <a:srgbClr val="C00000"/>
                </a:solidFill>
                <a:latin typeface="Cambria Math"/>
                <a:cs typeface="Cambria Math"/>
              </a:rPr>
              <a:t>y</a:t>
            </a:r>
            <a:endParaRPr sz="3200">
              <a:latin typeface="Cambria Math"/>
              <a:cs typeface="Cambria Math"/>
            </a:endParaRPr>
          </a:p>
          <a:p>
            <a:pPr marL="444477">
              <a:lnSpc>
                <a:spcPts val="2441"/>
              </a:lnSpc>
            </a:pPr>
            <a:r>
              <a:rPr sz="4000" spc="-20" baseline="-20833" dirty="0">
                <a:latin typeface="Cambria Math"/>
                <a:cs typeface="Cambria Math"/>
              </a:rPr>
              <a:t>(</a:t>
            </a:r>
            <a:r>
              <a:rPr sz="4000" spc="300" baseline="-20833" dirty="0">
                <a:solidFill>
                  <a:srgbClr val="FFAB40"/>
                </a:solidFill>
                <a:latin typeface="Cambria Math"/>
                <a:cs typeface="Cambria Math"/>
              </a:rPr>
              <a:t>𝑥</a:t>
            </a:r>
            <a:r>
              <a:rPr sz="2000" spc="-33" dirty="0">
                <a:latin typeface="Cambria Math"/>
                <a:cs typeface="Cambria Math"/>
              </a:rPr>
              <a:t>(</a:t>
            </a:r>
            <a:r>
              <a:rPr sz="2000" spc="140" dirty="0">
                <a:latin typeface="Cambria Math"/>
                <a:cs typeface="Cambria Math"/>
              </a:rPr>
              <a:t>i</a:t>
            </a:r>
            <a:r>
              <a:rPr sz="2000" spc="68" dirty="0">
                <a:latin typeface="Cambria Math"/>
                <a:cs typeface="Cambria Math"/>
              </a:rPr>
              <a:t>)</a:t>
            </a:r>
            <a:r>
              <a:rPr sz="4000" spc="9" baseline="-20833" dirty="0">
                <a:latin typeface="Cambria Math"/>
                <a:cs typeface="Cambria Math"/>
              </a:rPr>
              <a:t>,</a:t>
            </a:r>
            <a:r>
              <a:rPr sz="4000" spc="-220" baseline="-20833" dirty="0">
                <a:latin typeface="Cambria Math"/>
                <a:cs typeface="Cambria Math"/>
              </a:rPr>
              <a:t> </a:t>
            </a:r>
            <a:r>
              <a:rPr sz="4000" spc="329" baseline="-20833" dirty="0">
                <a:solidFill>
                  <a:srgbClr val="C00000"/>
                </a:solidFill>
                <a:latin typeface="Cambria Math"/>
                <a:cs typeface="Cambria Math"/>
              </a:rPr>
              <a:t>𝑦</a:t>
            </a:r>
            <a:r>
              <a:rPr sz="2000" spc="-33" dirty="0">
                <a:latin typeface="Cambria Math"/>
                <a:cs typeface="Cambria Math"/>
              </a:rPr>
              <a:t>(</a:t>
            </a:r>
            <a:r>
              <a:rPr sz="2000" spc="140" dirty="0">
                <a:latin typeface="Cambria Math"/>
                <a:cs typeface="Cambria Math"/>
              </a:rPr>
              <a:t>i</a:t>
            </a:r>
            <a:r>
              <a:rPr sz="2000" spc="68" dirty="0">
                <a:latin typeface="Cambria Math"/>
                <a:cs typeface="Cambria Math"/>
              </a:rPr>
              <a:t>)</a:t>
            </a:r>
            <a:r>
              <a:rPr sz="4000" spc="20" baseline="-20833" dirty="0">
                <a:latin typeface="Cambria Math"/>
                <a:cs typeface="Cambria Math"/>
              </a:rPr>
              <a:t>)</a:t>
            </a:r>
            <a:endParaRPr sz="4000" baseline="-20833">
              <a:latin typeface="Cambria Math"/>
              <a:cs typeface="Cambria Math"/>
            </a:endParaRPr>
          </a:p>
        </p:txBody>
      </p:sp>
      <p:grpSp>
        <p:nvGrpSpPr>
          <p:cNvPr id="76" name="Group 75">
            <a:extLst>
              <a:ext uri="{FF2B5EF4-FFF2-40B4-BE49-F238E27FC236}">
                <a16:creationId xmlns:a16="http://schemas.microsoft.com/office/drawing/2014/main" id="{B2C5C93B-FA0B-F55C-6225-12F440BA4925}"/>
              </a:ext>
            </a:extLst>
          </p:cNvPr>
          <p:cNvGrpSpPr/>
          <p:nvPr/>
        </p:nvGrpSpPr>
        <p:grpSpPr>
          <a:xfrm>
            <a:off x="5188840" y="715102"/>
            <a:ext cx="6307410" cy="1143376"/>
            <a:chOff x="4889502" y="5058411"/>
            <a:chExt cx="5919047" cy="867887"/>
          </a:xfrm>
        </p:grpSpPr>
        <p:pic>
          <p:nvPicPr>
            <p:cNvPr id="9" name="object 9"/>
            <p:cNvPicPr/>
            <p:nvPr/>
          </p:nvPicPr>
          <p:blipFill>
            <a:blip r:embed="rId2" cstate="print"/>
            <a:stretch>
              <a:fillRect/>
            </a:stretch>
          </p:blipFill>
          <p:spPr>
            <a:xfrm>
              <a:off x="9605606" y="5521334"/>
              <a:ext cx="263991" cy="235271"/>
            </a:xfrm>
            <a:prstGeom prst="rect">
              <a:avLst/>
            </a:prstGeom>
          </p:spPr>
        </p:pic>
        <p:sp>
          <p:nvSpPr>
            <p:cNvPr id="10" name="object 10"/>
            <p:cNvSpPr txBox="1"/>
            <p:nvPr/>
          </p:nvSpPr>
          <p:spPr>
            <a:xfrm>
              <a:off x="4889502" y="5058411"/>
              <a:ext cx="5919047" cy="867887"/>
            </a:xfrm>
            <a:prstGeom prst="rect">
              <a:avLst/>
            </a:prstGeom>
          </p:spPr>
          <p:txBody>
            <a:bodyPr vert="horz" wrap="square" lIns="0" tIns="21167" rIns="0" bIns="0" rtlCol="0">
              <a:spAutoFit/>
            </a:bodyPr>
            <a:lstStyle/>
            <a:p>
              <a:pPr marL="50797">
                <a:spcBef>
                  <a:spcPts val="167"/>
                </a:spcBef>
              </a:pPr>
              <a:r>
                <a:rPr sz="2667" spc="60" dirty="0">
                  <a:latin typeface="Verdana"/>
                  <a:cs typeface="Verdana"/>
                </a:rPr>
                <a:t>F</a:t>
              </a:r>
              <a:r>
                <a:rPr sz="2667" spc="-33" dirty="0">
                  <a:latin typeface="Verdana"/>
                  <a:cs typeface="Verdana"/>
                </a:rPr>
                <a:t>i</a:t>
              </a:r>
              <a:r>
                <a:rPr sz="2667" spc="7" dirty="0">
                  <a:latin typeface="Verdana"/>
                  <a:cs typeface="Verdana"/>
                </a:rPr>
                <a:t>n</a:t>
              </a:r>
              <a:r>
                <a:rPr sz="2667" spc="20" dirty="0">
                  <a:latin typeface="Verdana"/>
                  <a:cs typeface="Verdana"/>
                </a:rPr>
                <a:t>d</a:t>
              </a:r>
              <a:r>
                <a:rPr sz="2667" spc="-121" dirty="0">
                  <a:latin typeface="Verdana"/>
                  <a:cs typeface="Verdana"/>
                </a:rPr>
                <a:t> </a:t>
              </a:r>
              <a:r>
                <a:rPr sz="2667" spc="33" dirty="0">
                  <a:solidFill>
                    <a:srgbClr val="0096FF"/>
                  </a:solidFill>
                  <a:latin typeface="Cambria Math"/>
                  <a:cs typeface="Cambria Math"/>
                </a:rPr>
                <a:t>𝑤</a:t>
              </a:r>
              <a:r>
                <a:rPr sz="2667" spc="7" dirty="0">
                  <a:latin typeface="Cambria Math"/>
                  <a:cs typeface="Cambria Math"/>
                </a:rPr>
                <a:t>,</a:t>
              </a:r>
              <a:r>
                <a:rPr sz="2667" spc="-140" dirty="0">
                  <a:latin typeface="Cambria Math"/>
                  <a:cs typeface="Cambria Math"/>
                </a:rPr>
                <a:t> </a:t>
              </a:r>
              <a:r>
                <a:rPr sz="2667" spc="73" dirty="0">
                  <a:solidFill>
                    <a:srgbClr val="0096FF"/>
                  </a:solidFill>
                  <a:latin typeface="Cambria Math"/>
                  <a:cs typeface="Cambria Math"/>
                </a:rPr>
                <a:t>𝑏</a:t>
              </a:r>
              <a:r>
                <a:rPr sz="2667" spc="15" dirty="0">
                  <a:latin typeface="Verdana"/>
                  <a:cs typeface="Verdana"/>
                </a:rPr>
                <a:t>:</a:t>
              </a:r>
              <a:endParaRPr sz="2667" dirty="0">
                <a:latin typeface="Verdana"/>
                <a:cs typeface="Verdana"/>
              </a:endParaRPr>
            </a:p>
            <a:p>
              <a:pPr marL="165092">
                <a:spcBef>
                  <a:spcPts val="207"/>
                </a:spcBef>
              </a:pPr>
              <a:r>
                <a:rPr sz="2667" spc="-1081" dirty="0">
                  <a:solidFill>
                    <a:srgbClr val="FF40FF"/>
                  </a:solidFill>
                  <a:latin typeface="Cambria Math"/>
                  <a:cs typeface="Cambria Math"/>
                </a:rPr>
                <a:t>𝑦</a:t>
              </a:r>
              <a:r>
                <a:rPr sz="2667" spc="-180" dirty="0">
                  <a:solidFill>
                    <a:srgbClr val="FF40FF"/>
                  </a:solidFill>
                  <a:latin typeface="Cambria Math"/>
                  <a:cs typeface="Cambria Math"/>
                </a:rPr>
                <a:t>^</a:t>
              </a:r>
              <a:r>
                <a:rPr sz="3001" spc="-49" baseline="27777" dirty="0">
                  <a:latin typeface="Cambria Math"/>
                  <a:cs typeface="Cambria Math"/>
                </a:rPr>
                <a:t>(</a:t>
              </a:r>
              <a:r>
                <a:rPr sz="3001" spc="209" baseline="27777" dirty="0">
                  <a:latin typeface="Cambria Math"/>
                  <a:cs typeface="Cambria Math"/>
                </a:rPr>
                <a:t>i</a:t>
              </a:r>
              <a:r>
                <a:rPr sz="3001" baseline="27777" dirty="0">
                  <a:latin typeface="Cambria Math"/>
                  <a:cs typeface="Cambria Math"/>
                </a:rPr>
                <a:t>) </a:t>
              </a:r>
              <a:r>
                <a:rPr sz="3001" spc="271" baseline="27777" dirty="0">
                  <a:latin typeface="Cambria Math"/>
                  <a:cs typeface="Cambria Math"/>
                </a:rPr>
                <a:t> </a:t>
              </a:r>
              <a:r>
                <a:rPr sz="2667" spc="-33" dirty="0">
                  <a:latin typeface="Verdana"/>
                  <a:cs typeface="Verdana"/>
                </a:rPr>
                <a:t>i</a:t>
              </a:r>
              <a:r>
                <a:rPr sz="2667" spc="20" dirty="0">
                  <a:latin typeface="Verdana"/>
                  <a:cs typeface="Verdana"/>
                </a:rPr>
                <a:t>s</a:t>
              </a:r>
              <a:r>
                <a:rPr sz="2667" spc="-47" dirty="0">
                  <a:latin typeface="Verdana"/>
                  <a:cs typeface="Verdana"/>
                </a:rPr>
                <a:t> </a:t>
              </a:r>
              <a:r>
                <a:rPr sz="2667" spc="20" dirty="0">
                  <a:latin typeface="Verdana"/>
                  <a:cs typeface="Verdana"/>
                </a:rPr>
                <a:t>c</a:t>
              </a:r>
              <a:r>
                <a:rPr sz="2667" spc="-33" dirty="0">
                  <a:latin typeface="Verdana"/>
                  <a:cs typeface="Verdana"/>
                </a:rPr>
                <a:t>lo</a:t>
              </a:r>
              <a:r>
                <a:rPr sz="2667" spc="20" dirty="0">
                  <a:latin typeface="Verdana"/>
                  <a:cs typeface="Verdana"/>
                </a:rPr>
                <a:t>se</a:t>
              </a:r>
              <a:r>
                <a:rPr sz="2667" spc="-53" dirty="0">
                  <a:latin typeface="Verdana"/>
                  <a:cs typeface="Verdana"/>
                </a:rPr>
                <a:t> </a:t>
              </a:r>
              <a:r>
                <a:rPr sz="2667" spc="47" dirty="0">
                  <a:latin typeface="Verdana"/>
                  <a:cs typeface="Verdana"/>
                </a:rPr>
                <a:t>t</a:t>
              </a:r>
              <a:r>
                <a:rPr sz="2667" spc="20" dirty="0">
                  <a:latin typeface="Verdana"/>
                  <a:cs typeface="Verdana"/>
                </a:rPr>
                <a:t>o</a:t>
              </a:r>
              <a:r>
                <a:rPr sz="2667" spc="-100" dirty="0">
                  <a:latin typeface="Verdana"/>
                  <a:cs typeface="Verdana"/>
                </a:rPr>
                <a:t> </a:t>
              </a:r>
              <a:r>
                <a:rPr sz="2667" spc="220" dirty="0">
                  <a:solidFill>
                    <a:srgbClr val="C00000"/>
                  </a:solidFill>
                  <a:latin typeface="Cambria Math"/>
                  <a:cs typeface="Cambria Math"/>
                </a:rPr>
                <a:t>𝑦</a:t>
              </a:r>
              <a:r>
                <a:rPr sz="3001" spc="-49" baseline="27777" dirty="0">
                  <a:latin typeface="Cambria Math"/>
                  <a:cs typeface="Cambria Math"/>
                </a:rPr>
                <a:t>(</a:t>
              </a:r>
              <a:r>
                <a:rPr sz="3001" spc="209" baseline="27777" dirty="0">
                  <a:latin typeface="Cambria Math"/>
                  <a:cs typeface="Cambria Math"/>
                </a:rPr>
                <a:t>i</a:t>
              </a:r>
              <a:r>
                <a:rPr sz="3001" baseline="27777" dirty="0">
                  <a:latin typeface="Cambria Math"/>
                  <a:cs typeface="Cambria Math"/>
                </a:rPr>
                <a:t>) </a:t>
              </a:r>
              <a:r>
                <a:rPr sz="3001" spc="279" baseline="27777" dirty="0">
                  <a:latin typeface="Cambria Math"/>
                  <a:cs typeface="Cambria Math"/>
                </a:rPr>
                <a:t> </a:t>
              </a:r>
              <a:r>
                <a:rPr sz="2667" spc="60" dirty="0">
                  <a:latin typeface="Verdana"/>
                  <a:cs typeface="Verdana"/>
                </a:rPr>
                <a:t>f</a:t>
              </a:r>
              <a:r>
                <a:rPr sz="2667" spc="-20" dirty="0">
                  <a:latin typeface="Verdana"/>
                  <a:cs typeface="Verdana"/>
                </a:rPr>
                <a:t>o</a:t>
              </a:r>
              <a:r>
                <a:rPr sz="2667" spc="15" dirty="0">
                  <a:latin typeface="Verdana"/>
                  <a:cs typeface="Verdana"/>
                </a:rPr>
                <a:t>r</a:t>
              </a:r>
              <a:r>
                <a:rPr sz="2667" spc="-95" dirty="0">
                  <a:latin typeface="Verdana"/>
                  <a:cs typeface="Verdana"/>
                </a:rPr>
                <a:t> </a:t>
              </a:r>
              <a:r>
                <a:rPr sz="2667" spc="-7" dirty="0">
                  <a:latin typeface="Verdana"/>
                  <a:cs typeface="Verdana"/>
                </a:rPr>
                <a:t>a</a:t>
              </a:r>
              <a:r>
                <a:rPr sz="2667" spc="-33" dirty="0">
                  <a:latin typeface="Verdana"/>
                  <a:cs typeface="Verdana"/>
                </a:rPr>
                <a:t>l</a:t>
              </a:r>
              <a:r>
                <a:rPr sz="2667" spc="7" dirty="0">
                  <a:latin typeface="Verdana"/>
                  <a:cs typeface="Verdana"/>
                </a:rPr>
                <a:t>l</a:t>
              </a:r>
              <a:r>
                <a:rPr sz="2667" spc="15" dirty="0">
                  <a:latin typeface="Verdana"/>
                  <a:cs typeface="Verdana"/>
                </a:rPr>
                <a:t> </a:t>
              </a:r>
              <a:r>
                <a:rPr sz="2667" spc="-15" dirty="0">
                  <a:latin typeface="Cambria Math"/>
                  <a:cs typeface="Cambria Math"/>
                </a:rPr>
                <a:t>(</a:t>
              </a:r>
              <a:r>
                <a:rPr sz="2667" spc="41" dirty="0">
                  <a:solidFill>
                    <a:srgbClr val="FFC000"/>
                  </a:solidFill>
                  <a:latin typeface="Cambria Math"/>
                  <a:cs typeface="Cambria Math"/>
                </a:rPr>
                <a:t>𝑥</a:t>
              </a:r>
              <a:r>
                <a:rPr sz="2667" dirty="0">
                  <a:solidFill>
                    <a:srgbClr val="FFC000"/>
                  </a:solidFill>
                  <a:latin typeface="Cambria Math"/>
                  <a:cs typeface="Cambria Math"/>
                </a:rPr>
                <a:t> </a:t>
              </a:r>
              <a:r>
                <a:rPr sz="2667" spc="-213" dirty="0">
                  <a:solidFill>
                    <a:srgbClr val="FFC000"/>
                  </a:solidFill>
                  <a:latin typeface="Cambria Math"/>
                  <a:cs typeface="Cambria Math"/>
                </a:rPr>
                <a:t> </a:t>
              </a:r>
              <a:r>
                <a:rPr sz="3001" spc="220" baseline="27777" dirty="0">
                  <a:latin typeface="Cambria Math"/>
                  <a:cs typeface="Cambria Math"/>
                </a:rPr>
                <a:t>i</a:t>
              </a:r>
              <a:r>
                <a:rPr sz="3001" baseline="27777" dirty="0">
                  <a:latin typeface="Cambria Math"/>
                  <a:cs typeface="Cambria Math"/>
                </a:rPr>
                <a:t> </a:t>
              </a:r>
              <a:r>
                <a:rPr sz="3001" spc="180" baseline="27777" dirty="0">
                  <a:latin typeface="Cambria Math"/>
                  <a:cs typeface="Cambria Math"/>
                </a:rPr>
                <a:t> </a:t>
              </a:r>
              <a:r>
                <a:rPr sz="2667" spc="7" dirty="0">
                  <a:latin typeface="Cambria Math"/>
                  <a:cs typeface="Cambria Math"/>
                </a:rPr>
                <a:t>,</a:t>
              </a:r>
              <a:r>
                <a:rPr sz="2667" spc="-247" dirty="0">
                  <a:latin typeface="Cambria Math"/>
                  <a:cs typeface="Cambria Math"/>
                </a:rPr>
                <a:t> </a:t>
              </a:r>
              <a:r>
                <a:rPr sz="2667" spc="127" dirty="0">
                  <a:solidFill>
                    <a:srgbClr val="C00000"/>
                  </a:solidFill>
                  <a:latin typeface="Cambria Math"/>
                  <a:cs typeface="Cambria Math"/>
                </a:rPr>
                <a:t>𝑦</a:t>
              </a:r>
              <a:r>
                <a:rPr sz="3001" spc="-49" baseline="27777" dirty="0">
                  <a:latin typeface="Cambria Math"/>
                  <a:cs typeface="Cambria Math"/>
                </a:rPr>
                <a:t>(</a:t>
              </a:r>
              <a:r>
                <a:rPr sz="3001" spc="361" baseline="27777" dirty="0">
                  <a:latin typeface="Cambria Math"/>
                  <a:cs typeface="Cambria Math"/>
                </a:rPr>
                <a:t>i</a:t>
              </a:r>
              <a:r>
                <a:rPr sz="3001" spc="100" baseline="27777" dirty="0">
                  <a:latin typeface="Cambria Math"/>
                  <a:cs typeface="Cambria Math"/>
                </a:rPr>
                <a:t>)</a:t>
              </a:r>
              <a:r>
                <a:rPr sz="2667" spc="-7" dirty="0">
                  <a:latin typeface="Cambria Math"/>
                  <a:cs typeface="Cambria Math"/>
                </a:rPr>
                <a:t>)</a:t>
              </a:r>
              <a:r>
                <a:rPr sz="2667" spc="7" dirty="0">
                  <a:latin typeface="Cambria Math"/>
                  <a:cs typeface="Cambria Math"/>
                </a:rPr>
                <a:t>.</a:t>
              </a:r>
              <a:endParaRPr sz="2667" dirty="0">
                <a:latin typeface="Cambria Math"/>
                <a:cs typeface="Cambria Math"/>
              </a:endParaRPr>
            </a:p>
          </p:txBody>
        </p:sp>
      </p:grpSp>
      <p:grpSp>
        <p:nvGrpSpPr>
          <p:cNvPr id="29" name="object 29"/>
          <p:cNvGrpSpPr/>
          <p:nvPr/>
        </p:nvGrpSpPr>
        <p:grpSpPr>
          <a:xfrm>
            <a:off x="151907" y="1659467"/>
            <a:ext cx="1994055" cy="2093092"/>
            <a:chOff x="113929" y="1244600"/>
            <a:chExt cx="1495541" cy="1560576"/>
          </a:xfrm>
        </p:grpSpPr>
        <p:pic>
          <p:nvPicPr>
            <p:cNvPr id="30" name="object 30"/>
            <p:cNvPicPr/>
            <p:nvPr/>
          </p:nvPicPr>
          <p:blipFill>
            <a:blip r:embed="rId3" cstate="print"/>
            <a:stretch>
              <a:fillRect/>
            </a:stretch>
          </p:blipFill>
          <p:spPr>
            <a:xfrm>
              <a:off x="1179826" y="1747138"/>
              <a:ext cx="172882" cy="228600"/>
            </a:xfrm>
            <a:prstGeom prst="rect">
              <a:avLst/>
            </a:prstGeom>
          </p:spPr>
        </p:pic>
        <p:pic>
          <p:nvPicPr>
            <p:cNvPr id="31" name="object 31"/>
            <p:cNvPicPr/>
            <p:nvPr/>
          </p:nvPicPr>
          <p:blipFill>
            <a:blip r:embed="rId4" cstate="print"/>
            <a:stretch>
              <a:fillRect/>
            </a:stretch>
          </p:blipFill>
          <p:spPr>
            <a:xfrm>
              <a:off x="963619" y="1309751"/>
              <a:ext cx="199239" cy="261620"/>
            </a:xfrm>
            <a:prstGeom prst="rect">
              <a:avLst/>
            </a:prstGeom>
          </p:spPr>
        </p:pic>
        <p:pic>
          <p:nvPicPr>
            <p:cNvPr id="32" name="object 32"/>
            <p:cNvPicPr/>
            <p:nvPr/>
          </p:nvPicPr>
          <p:blipFill>
            <a:blip r:embed="rId5" cstate="print"/>
            <a:stretch>
              <a:fillRect/>
            </a:stretch>
          </p:blipFill>
          <p:spPr>
            <a:xfrm>
              <a:off x="113929" y="1244600"/>
              <a:ext cx="328939" cy="732789"/>
            </a:xfrm>
            <a:prstGeom prst="rect">
              <a:avLst/>
            </a:prstGeom>
          </p:spPr>
        </p:pic>
        <p:pic>
          <p:nvPicPr>
            <p:cNvPr id="33" name="object 33"/>
            <p:cNvPicPr/>
            <p:nvPr/>
          </p:nvPicPr>
          <p:blipFill>
            <a:blip r:embed="rId6" cstate="print"/>
            <a:stretch>
              <a:fillRect/>
            </a:stretch>
          </p:blipFill>
          <p:spPr>
            <a:xfrm>
              <a:off x="1221473" y="2332482"/>
              <a:ext cx="387997" cy="472694"/>
            </a:xfrm>
            <a:prstGeom prst="rect">
              <a:avLst/>
            </a:prstGeom>
          </p:spPr>
        </p:pic>
        <p:sp>
          <p:nvSpPr>
            <p:cNvPr id="34" name="object 34"/>
            <p:cNvSpPr/>
            <p:nvPr/>
          </p:nvSpPr>
          <p:spPr>
            <a:xfrm>
              <a:off x="417779" y="1575181"/>
              <a:ext cx="220979" cy="292100"/>
            </a:xfrm>
            <a:custGeom>
              <a:avLst/>
              <a:gdLst/>
              <a:ahLst/>
              <a:cxnLst/>
              <a:rect l="l" t="t" r="r" b="b"/>
              <a:pathLst>
                <a:path w="220979" h="292100">
                  <a:moveTo>
                    <a:pt x="18542" y="0"/>
                  </a:moveTo>
                  <a:lnTo>
                    <a:pt x="22136" y="381"/>
                  </a:lnTo>
                  <a:lnTo>
                    <a:pt x="25742" y="762"/>
                  </a:lnTo>
                  <a:lnTo>
                    <a:pt x="29337" y="1143"/>
                  </a:lnTo>
                  <a:lnTo>
                    <a:pt x="32943" y="1778"/>
                  </a:lnTo>
                  <a:lnTo>
                    <a:pt x="39776" y="3937"/>
                  </a:lnTo>
                  <a:lnTo>
                    <a:pt x="59575" y="7874"/>
                  </a:lnTo>
                  <a:lnTo>
                    <a:pt x="164706" y="8636"/>
                  </a:lnTo>
                  <a:lnTo>
                    <a:pt x="215099" y="7874"/>
                  </a:lnTo>
                  <a:lnTo>
                    <a:pt x="220497" y="7874"/>
                  </a:lnTo>
                </a:path>
                <a:path w="220979" h="292100">
                  <a:moveTo>
                    <a:pt x="0" y="291973"/>
                  </a:moveTo>
                  <a:lnTo>
                    <a:pt x="195478" y="291973"/>
                  </a:lnTo>
                  <a:lnTo>
                    <a:pt x="202323" y="291973"/>
                  </a:lnTo>
                </a:path>
              </a:pathLst>
            </a:custGeom>
            <a:ln w="17999">
              <a:solidFill>
                <a:srgbClr val="C00000"/>
              </a:solidFill>
            </a:ln>
          </p:spPr>
          <p:txBody>
            <a:bodyPr wrap="square" lIns="0" tIns="0" rIns="0" bIns="0" rtlCol="0"/>
            <a:lstStyle/>
            <a:p>
              <a:endParaRPr sz="2400"/>
            </a:p>
          </p:txBody>
        </p:sp>
        <p:sp>
          <p:nvSpPr>
            <p:cNvPr id="35" name="object 35"/>
            <p:cNvSpPr/>
            <p:nvPr/>
          </p:nvSpPr>
          <p:spPr>
            <a:xfrm>
              <a:off x="1275460" y="1525930"/>
              <a:ext cx="24130" cy="292735"/>
            </a:xfrm>
            <a:custGeom>
              <a:avLst/>
              <a:gdLst/>
              <a:ahLst/>
              <a:cxnLst/>
              <a:rect l="l" t="t" r="r" b="b"/>
              <a:pathLst>
                <a:path w="24130" h="292735">
                  <a:moveTo>
                    <a:pt x="15875" y="0"/>
                  </a:moveTo>
                  <a:lnTo>
                    <a:pt x="23113" y="22987"/>
                  </a:lnTo>
                  <a:lnTo>
                    <a:pt x="23494" y="31622"/>
                  </a:lnTo>
                  <a:lnTo>
                    <a:pt x="23748" y="40258"/>
                  </a:lnTo>
                  <a:lnTo>
                    <a:pt x="23494" y="48894"/>
                  </a:lnTo>
                  <a:lnTo>
                    <a:pt x="22732" y="57530"/>
                  </a:lnTo>
                  <a:lnTo>
                    <a:pt x="21589" y="66166"/>
                  </a:lnTo>
                  <a:lnTo>
                    <a:pt x="18414" y="84962"/>
                  </a:lnTo>
                  <a:lnTo>
                    <a:pt x="17652" y="88137"/>
                  </a:lnTo>
                  <a:lnTo>
                    <a:pt x="16255" y="99313"/>
                  </a:lnTo>
                  <a:lnTo>
                    <a:pt x="15112" y="110870"/>
                  </a:lnTo>
                  <a:lnTo>
                    <a:pt x="15112" y="139953"/>
                  </a:lnTo>
                  <a:lnTo>
                    <a:pt x="15493" y="150113"/>
                  </a:lnTo>
                  <a:lnTo>
                    <a:pt x="15493" y="160527"/>
                  </a:lnTo>
                  <a:lnTo>
                    <a:pt x="14858" y="170560"/>
                  </a:lnTo>
                  <a:lnTo>
                    <a:pt x="11175" y="198627"/>
                  </a:lnTo>
                  <a:lnTo>
                    <a:pt x="3301" y="258063"/>
                  </a:lnTo>
                  <a:lnTo>
                    <a:pt x="380" y="287654"/>
                  </a:lnTo>
                  <a:lnTo>
                    <a:pt x="0" y="292607"/>
                  </a:lnTo>
                </a:path>
              </a:pathLst>
            </a:custGeom>
            <a:ln w="17999">
              <a:solidFill>
                <a:srgbClr val="000000"/>
              </a:solidFill>
            </a:ln>
          </p:spPr>
          <p:txBody>
            <a:bodyPr wrap="square" lIns="0" tIns="0" rIns="0" bIns="0" rtlCol="0"/>
            <a:lstStyle/>
            <a:p>
              <a:endParaRPr sz="2400"/>
            </a:p>
          </p:txBody>
        </p:sp>
      </p:grpSp>
      <p:grpSp>
        <p:nvGrpSpPr>
          <p:cNvPr id="75" name="Group 74">
            <a:extLst>
              <a:ext uri="{FF2B5EF4-FFF2-40B4-BE49-F238E27FC236}">
                <a16:creationId xmlns:a16="http://schemas.microsoft.com/office/drawing/2014/main" id="{E3566E71-F3AC-45AD-232C-2679EEB2F3A4}"/>
              </a:ext>
            </a:extLst>
          </p:cNvPr>
          <p:cNvGrpSpPr/>
          <p:nvPr/>
        </p:nvGrpSpPr>
        <p:grpSpPr>
          <a:xfrm>
            <a:off x="757879" y="4216054"/>
            <a:ext cx="2383882" cy="588774"/>
            <a:chOff x="542716" y="4061460"/>
            <a:chExt cx="2383882" cy="588774"/>
          </a:xfrm>
        </p:grpSpPr>
        <p:sp>
          <p:nvSpPr>
            <p:cNvPr id="37" name="object 37"/>
            <p:cNvSpPr txBox="1"/>
            <p:nvPr/>
          </p:nvSpPr>
          <p:spPr>
            <a:xfrm>
              <a:off x="542716" y="4188462"/>
              <a:ext cx="1614593" cy="453117"/>
            </a:xfrm>
            <a:prstGeom prst="rect">
              <a:avLst/>
            </a:prstGeom>
          </p:spPr>
          <p:txBody>
            <a:bodyPr vert="horz" wrap="square" lIns="0" tIns="22015" rIns="0" bIns="0" rtlCol="0">
              <a:spAutoFit/>
            </a:bodyPr>
            <a:lstStyle/>
            <a:p>
              <a:pPr marL="50797">
                <a:spcBef>
                  <a:spcPts val="175"/>
                </a:spcBef>
              </a:pPr>
              <a:r>
                <a:rPr sz="2800" spc="-233" dirty="0">
                  <a:solidFill>
                    <a:srgbClr val="FF40FF"/>
                  </a:solidFill>
                  <a:latin typeface="Cambria Math"/>
                  <a:cs typeface="Cambria Math"/>
                </a:rPr>
                <a:t>𝑦^</a:t>
              </a:r>
              <a:r>
                <a:rPr sz="3200" spc="-351" baseline="27777" dirty="0">
                  <a:latin typeface="Cambria Math"/>
                  <a:cs typeface="Cambria Math"/>
                </a:rPr>
                <a:t>(i)</a:t>
              </a:r>
              <a:r>
                <a:rPr sz="3200" spc="279" baseline="27777" dirty="0">
                  <a:latin typeface="Cambria Math"/>
                  <a:cs typeface="Cambria Math"/>
                </a:rPr>
                <a:t> </a:t>
              </a:r>
              <a:r>
                <a:rPr sz="2800" spc="27" dirty="0">
                  <a:latin typeface="Cambria Math"/>
                  <a:cs typeface="Cambria Math"/>
                </a:rPr>
                <a:t>=</a:t>
              </a:r>
              <a:r>
                <a:rPr sz="2800" spc="53" dirty="0">
                  <a:latin typeface="Cambria Math"/>
                  <a:cs typeface="Cambria Math"/>
                </a:rPr>
                <a:t> </a:t>
              </a:r>
              <a:r>
                <a:rPr sz="2800" spc="107" dirty="0">
                  <a:solidFill>
                    <a:srgbClr val="0096FF"/>
                  </a:solidFill>
                  <a:latin typeface="Cambria Math"/>
                  <a:cs typeface="Cambria Math"/>
                </a:rPr>
                <a:t>ƒ</a:t>
              </a:r>
              <a:r>
                <a:rPr sz="3200" spc="160" baseline="-16666" dirty="0">
                  <a:solidFill>
                    <a:srgbClr val="0096FF"/>
                  </a:solidFill>
                  <a:latin typeface="Cambria Math"/>
                  <a:cs typeface="Cambria Math"/>
                </a:rPr>
                <a:t>w,𝑏</a:t>
              </a:r>
              <a:endParaRPr sz="3200" baseline="-16666" dirty="0">
                <a:latin typeface="Cambria Math"/>
                <a:cs typeface="Cambria Math"/>
              </a:endParaRPr>
            </a:p>
          </p:txBody>
        </p:sp>
        <p:grpSp>
          <p:nvGrpSpPr>
            <p:cNvPr id="38" name="object 38"/>
            <p:cNvGrpSpPr/>
            <p:nvPr/>
          </p:nvGrpSpPr>
          <p:grpSpPr>
            <a:xfrm>
              <a:off x="2159517" y="4221819"/>
              <a:ext cx="767081" cy="428415"/>
              <a:chOff x="1619636" y="3166364"/>
              <a:chExt cx="575310" cy="321310"/>
            </a:xfrm>
          </p:grpSpPr>
          <p:sp>
            <p:nvSpPr>
              <p:cNvPr id="39" name="object 39"/>
              <p:cNvSpPr/>
              <p:nvPr/>
            </p:nvSpPr>
            <p:spPr>
              <a:xfrm>
                <a:off x="1619636" y="3176778"/>
                <a:ext cx="575310" cy="311150"/>
              </a:xfrm>
              <a:custGeom>
                <a:avLst/>
                <a:gdLst/>
                <a:ahLst/>
                <a:cxnLst/>
                <a:rect l="l" t="t" r="r" b="b"/>
                <a:pathLst>
                  <a:path w="575310" h="311150">
                    <a:moveTo>
                      <a:pt x="493516" y="0"/>
                    </a:moveTo>
                    <a:lnTo>
                      <a:pt x="490468" y="10287"/>
                    </a:lnTo>
                    <a:lnTo>
                      <a:pt x="504705" y="17690"/>
                    </a:lnTo>
                    <a:lnTo>
                      <a:pt x="517122" y="28463"/>
                    </a:lnTo>
                    <a:lnTo>
                      <a:pt x="543276" y="80456"/>
                    </a:lnTo>
                    <a:lnTo>
                      <a:pt x="551086" y="128133"/>
                    </a:lnTo>
                    <a:lnTo>
                      <a:pt x="552063" y="155448"/>
                    </a:lnTo>
                    <a:lnTo>
                      <a:pt x="551086" y="182687"/>
                    </a:lnTo>
                    <a:lnTo>
                      <a:pt x="543276" y="230260"/>
                    </a:lnTo>
                    <a:lnTo>
                      <a:pt x="527704" y="268047"/>
                    </a:lnTo>
                    <a:lnTo>
                      <a:pt x="490468" y="300355"/>
                    </a:lnTo>
                    <a:lnTo>
                      <a:pt x="493516" y="310642"/>
                    </a:lnTo>
                    <a:lnTo>
                      <a:pt x="528266" y="292163"/>
                    </a:lnTo>
                    <a:lnTo>
                      <a:pt x="553968" y="257302"/>
                    </a:lnTo>
                    <a:lnTo>
                      <a:pt x="569858" y="210264"/>
                    </a:lnTo>
                    <a:lnTo>
                      <a:pt x="575177" y="155321"/>
                    </a:lnTo>
                    <a:lnTo>
                      <a:pt x="573845" y="126867"/>
                    </a:lnTo>
                    <a:lnTo>
                      <a:pt x="563229" y="75864"/>
                    </a:lnTo>
                    <a:lnTo>
                      <a:pt x="542254" y="33861"/>
                    </a:lnTo>
                    <a:lnTo>
                      <a:pt x="512016" y="7191"/>
                    </a:lnTo>
                    <a:lnTo>
                      <a:pt x="493516" y="0"/>
                    </a:lnTo>
                    <a:close/>
                  </a:path>
                  <a:path w="575310" h="311150">
                    <a:moveTo>
                      <a:pt x="81655" y="0"/>
                    </a:moveTo>
                    <a:lnTo>
                      <a:pt x="46968" y="18478"/>
                    </a:lnTo>
                    <a:lnTo>
                      <a:pt x="21330" y="53340"/>
                    </a:lnTo>
                    <a:lnTo>
                      <a:pt x="5328" y="100377"/>
                    </a:lnTo>
                    <a:lnTo>
                      <a:pt x="0" y="155448"/>
                    </a:lnTo>
                    <a:lnTo>
                      <a:pt x="1327" y="183774"/>
                    </a:lnTo>
                    <a:lnTo>
                      <a:pt x="11995" y="234777"/>
                    </a:lnTo>
                    <a:lnTo>
                      <a:pt x="33023" y="276780"/>
                    </a:lnTo>
                    <a:lnTo>
                      <a:pt x="63174" y="303450"/>
                    </a:lnTo>
                    <a:lnTo>
                      <a:pt x="81655" y="310642"/>
                    </a:lnTo>
                    <a:lnTo>
                      <a:pt x="84830" y="300355"/>
                    </a:lnTo>
                    <a:lnTo>
                      <a:pt x="70536" y="292951"/>
                    </a:lnTo>
                    <a:lnTo>
                      <a:pt x="58112" y="282178"/>
                    </a:lnTo>
                    <a:lnTo>
                      <a:pt x="31894" y="230260"/>
                    </a:lnTo>
                    <a:lnTo>
                      <a:pt x="24084" y="182687"/>
                    </a:lnTo>
                    <a:lnTo>
                      <a:pt x="23112" y="155321"/>
                    </a:lnTo>
                    <a:lnTo>
                      <a:pt x="24084" y="128133"/>
                    </a:lnTo>
                    <a:lnTo>
                      <a:pt x="31894" y="80456"/>
                    </a:lnTo>
                    <a:lnTo>
                      <a:pt x="47521" y="42594"/>
                    </a:lnTo>
                    <a:lnTo>
                      <a:pt x="84830" y="10287"/>
                    </a:lnTo>
                    <a:lnTo>
                      <a:pt x="81655" y="0"/>
                    </a:lnTo>
                    <a:close/>
                  </a:path>
                </a:pathLst>
              </a:custGeom>
              <a:solidFill>
                <a:srgbClr val="000000"/>
              </a:solidFill>
            </p:spPr>
            <p:txBody>
              <a:bodyPr wrap="square" lIns="0" tIns="0" rIns="0" bIns="0" rtlCol="0"/>
              <a:lstStyle/>
              <a:p>
                <a:endParaRPr sz="2800"/>
              </a:p>
            </p:txBody>
          </p:sp>
          <p:pic>
            <p:nvPicPr>
              <p:cNvPr id="40" name="object 40"/>
              <p:cNvPicPr/>
              <p:nvPr/>
            </p:nvPicPr>
            <p:blipFill>
              <a:blip r:embed="rId7" cstate="print"/>
              <a:stretch>
                <a:fillRect/>
              </a:stretch>
            </p:blipFill>
            <p:spPr>
              <a:xfrm>
                <a:off x="1880489" y="3166364"/>
                <a:ext cx="197993" cy="176403"/>
              </a:xfrm>
              <a:prstGeom prst="rect">
                <a:avLst/>
              </a:prstGeom>
            </p:spPr>
          </p:pic>
        </p:grpSp>
        <p:sp>
          <p:nvSpPr>
            <p:cNvPr id="41" name="object 41"/>
            <p:cNvSpPr txBox="1"/>
            <p:nvPr/>
          </p:nvSpPr>
          <p:spPr>
            <a:xfrm>
              <a:off x="2233507" y="4061460"/>
              <a:ext cx="496148" cy="473636"/>
            </a:xfrm>
            <a:prstGeom prst="rect">
              <a:avLst/>
            </a:prstGeom>
          </p:spPr>
          <p:txBody>
            <a:bodyPr vert="horz" wrap="square" lIns="0" tIns="22015" rIns="0" bIns="0" rtlCol="0">
              <a:spAutoFit/>
            </a:bodyPr>
            <a:lstStyle/>
            <a:p>
              <a:pPr marL="50797">
                <a:spcBef>
                  <a:spcPts val="175"/>
                </a:spcBef>
              </a:pPr>
              <a:r>
                <a:rPr sz="4400" spc="31" baseline="-20833" dirty="0">
                  <a:solidFill>
                    <a:srgbClr val="FFC000"/>
                  </a:solidFill>
                  <a:latin typeface="Cambria Math"/>
                  <a:cs typeface="Cambria Math"/>
                </a:rPr>
                <a:t>𝑥</a:t>
              </a:r>
              <a:r>
                <a:rPr sz="4400" spc="420" baseline="-20833" dirty="0">
                  <a:solidFill>
                    <a:srgbClr val="FFC000"/>
                  </a:solidFill>
                  <a:latin typeface="Cambria Math"/>
                  <a:cs typeface="Cambria Math"/>
                </a:rPr>
                <a:t> </a:t>
              </a:r>
              <a:r>
                <a:rPr sz="2400" spc="148" dirty="0">
                  <a:latin typeface="Cambria Math"/>
                  <a:cs typeface="Cambria Math"/>
                </a:rPr>
                <a:t>i</a:t>
              </a:r>
              <a:endParaRPr sz="2400">
                <a:latin typeface="Cambria Math"/>
                <a:cs typeface="Cambria Math"/>
              </a:endParaRPr>
            </a:p>
          </p:txBody>
        </p:sp>
      </p:grpSp>
      <p:grpSp>
        <p:nvGrpSpPr>
          <p:cNvPr id="74" name="Group 73">
            <a:extLst>
              <a:ext uri="{FF2B5EF4-FFF2-40B4-BE49-F238E27FC236}">
                <a16:creationId xmlns:a16="http://schemas.microsoft.com/office/drawing/2014/main" id="{9F0D3249-2621-6FFD-212A-A55034621526}"/>
              </a:ext>
            </a:extLst>
          </p:cNvPr>
          <p:cNvGrpSpPr/>
          <p:nvPr/>
        </p:nvGrpSpPr>
        <p:grpSpPr>
          <a:xfrm>
            <a:off x="601645" y="5296007"/>
            <a:ext cx="3287099" cy="646675"/>
            <a:chOff x="508002" y="4939455"/>
            <a:chExt cx="3287099" cy="646675"/>
          </a:xfrm>
        </p:grpSpPr>
        <p:sp>
          <p:nvSpPr>
            <p:cNvPr id="46" name="object 46"/>
            <p:cNvSpPr txBox="1"/>
            <p:nvPr/>
          </p:nvSpPr>
          <p:spPr>
            <a:xfrm>
              <a:off x="1267038" y="4939455"/>
              <a:ext cx="496993" cy="431742"/>
            </a:xfrm>
            <a:prstGeom prst="rect">
              <a:avLst/>
            </a:prstGeom>
          </p:spPr>
          <p:txBody>
            <a:bodyPr vert="horz" wrap="square" lIns="0" tIns="21167" rIns="0" bIns="0" rtlCol="0">
              <a:spAutoFit/>
            </a:bodyPr>
            <a:lstStyle/>
            <a:p>
              <a:pPr marL="50797">
                <a:spcBef>
                  <a:spcPts val="167"/>
                </a:spcBef>
              </a:pPr>
              <a:r>
                <a:rPr sz="4000" spc="20" baseline="-20833" dirty="0">
                  <a:solidFill>
                    <a:srgbClr val="FFC000"/>
                  </a:solidFill>
                  <a:latin typeface="Cambria Math"/>
                  <a:cs typeface="Cambria Math"/>
                </a:rPr>
                <a:t>𝑥</a:t>
              </a:r>
              <a:r>
                <a:rPr sz="4000" spc="420" baseline="-20833" dirty="0">
                  <a:solidFill>
                    <a:srgbClr val="FFC000"/>
                  </a:solidFill>
                  <a:latin typeface="Cambria Math"/>
                  <a:cs typeface="Cambria Math"/>
                </a:rPr>
                <a:t> </a:t>
              </a:r>
              <a:r>
                <a:rPr sz="2000" spc="148" dirty="0">
                  <a:latin typeface="Cambria Math"/>
                  <a:cs typeface="Cambria Math"/>
                </a:rPr>
                <a:t>i</a:t>
              </a:r>
              <a:endParaRPr sz="2000">
                <a:latin typeface="Cambria Math"/>
                <a:cs typeface="Cambria Math"/>
              </a:endParaRPr>
            </a:p>
          </p:txBody>
        </p:sp>
        <p:grpSp>
          <p:nvGrpSpPr>
            <p:cNvPr id="73" name="Group 72">
              <a:extLst>
                <a:ext uri="{FF2B5EF4-FFF2-40B4-BE49-F238E27FC236}">
                  <a16:creationId xmlns:a16="http://schemas.microsoft.com/office/drawing/2014/main" id="{F7ABD388-9DDF-6DAE-FFEF-1C2C9B358EE9}"/>
                </a:ext>
              </a:extLst>
            </p:cNvPr>
            <p:cNvGrpSpPr/>
            <p:nvPr/>
          </p:nvGrpSpPr>
          <p:grpSpPr>
            <a:xfrm>
              <a:off x="508002" y="5078186"/>
              <a:ext cx="3287099" cy="507944"/>
              <a:chOff x="542716" y="5066876"/>
              <a:chExt cx="3287099" cy="507944"/>
            </a:xfrm>
          </p:grpSpPr>
          <p:sp>
            <p:nvSpPr>
              <p:cNvPr id="42" name="object 42"/>
              <p:cNvSpPr txBox="1"/>
              <p:nvPr/>
            </p:nvSpPr>
            <p:spPr>
              <a:xfrm>
                <a:off x="542716" y="5143078"/>
                <a:ext cx="648545" cy="431742"/>
              </a:xfrm>
              <a:prstGeom prst="rect">
                <a:avLst/>
              </a:prstGeom>
            </p:spPr>
            <p:txBody>
              <a:bodyPr vert="horz" wrap="square" lIns="0" tIns="21167" rIns="0" bIns="0" rtlCol="0">
                <a:spAutoFit/>
              </a:bodyPr>
              <a:lstStyle/>
              <a:p>
                <a:pPr marL="50797">
                  <a:spcBef>
                    <a:spcPts val="167"/>
                  </a:spcBef>
                </a:pPr>
                <a:r>
                  <a:rPr sz="4000" spc="160" baseline="12500" dirty="0">
                    <a:solidFill>
                      <a:srgbClr val="0096FF"/>
                    </a:solidFill>
                    <a:latin typeface="Cambria Math"/>
                    <a:cs typeface="Cambria Math"/>
                  </a:rPr>
                  <a:t>ƒ</a:t>
                </a:r>
                <a:r>
                  <a:rPr sz="2000" spc="107" dirty="0">
                    <a:solidFill>
                      <a:srgbClr val="0096FF"/>
                    </a:solidFill>
                    <a:latin typeface="Cambria Math"/>
                    <a:cs typeface="Cambria Math"/>
                  </a:rPr>
                  <a:t>w,𝑏</a:t>
                </a:r>
                <a:endParaRPr sz="2000" dirty="0">
                  <a:latin typeface="Cambria Math"/>
                  <a:cs typeface="Cambria Math"/>
                </a:endParaRPr>
              </a:p>
            </p:txBody>
          </p:sp>
          <p:grpSp>
            <p:nvGrpSpPr>
              <p:cNvPr id="43" name="object 43"/>
              <p:cNvGrpSpPr/>
              <p:nvPr/>
            </p:nvGrpSpPr>
            <p:grpSpPr>
              <a:xfrm>
                <a:off x="1194384" y="5098119"/>
                <a:ext cx="767081" cy="428415"/>
                <a:chOff x="895787" y="3823589"/>
                <a:chExt cx="575310" cy="321310"/>
              </a:xfrm>
            </p:grpSpPr>
            <p:sp>
              <p:nvSpPr>
                <p:cNvPr id="44" name="object 44"/>
                <p:cNvSpPr/>
                <p:nvPr/>
              </p:nvSpPr>
              <p:spPr>
                <a:xfrm>
                  <a:off x="895787" y="3834003"/>
                  <a:ext cx="575310" cy="311150"/>
                </a:xfrm>
                <a:custGeom>
                  <a:avLst/>
                  <a:gdLst/>
                  <a:ahLst/>
                  <a:cxnLst/>
                  <a:rect l="l" t="t" r="r" b="b"/>
                  <a:pathLst>
                    <a:path w="575310" h="311150">
                      <a:moveTo>
                        <a:pt x="493465" y="0"/>
                      </a:moveTo>
                      <a:lnTo>
                        <a:pt x="490417" y="10287"/>
                      </a:lnTo>
                      <a:lnTo>
                        <a:pt x="504655" y="17691"/>
                      </a:lnTo>
                      <a:lnTo>
                        <a:pt x="517071" y="28471"/>
                      </a:lnTo>
                      <a:lnTo>
                        <a:pt x="543225" y="80501"/>
                      </a:lnTo>
                      <a:lnTo>
                        <a:pt x="551035" y="128159"/>
                      </a:lnTo>
                      <a:lnTo>
                        <a:pt x="552012" y="155448"/>
                      </a:lnTo>
                      <a:lnTo>
                        <a:pt x="551035" y="182675"/>
                      </a:lnTo>
                      <a:lnTo>
                        <a:pt x="543225" y="230237"/>
                      </a:lnTo>
                      <a:lnTo>
                        <a:pt x="527654" y="268063"/>
                      </a:lnTo>
                      <a:lnTo>
                        <a:pt x="490417" y="300355"/>
                      </a:lnTo>
                      <a:lnTo>
                        <a:pt x="493465" y="310654"/>
                      </a:lnTo>
                      <a:lnTo>
                        <a:pt x="528215" y="292163"/>
                      </a:lnTo>
                      <a:lnTo>
                        <a:pt x="553917" y="257289"/>
                      </a:lnTo>
                      <a:lnTo>
                        <a:pt x="569808" y="210258"/>
                      </a:lnTo>
                      <a:lnTo>
                        <a:pt x="575126" y="155321"/>
                      </a:lnTo>
                      <a:lnTo>
                        <a:pt x="573794" y="126860"/>
                      </a:lnTo>
                      <a:lnTo>
                        <a:pt x="563178" y="75877"/>
                      </a:lnTo>
                      <a:lnTo>
                        <a:pt x="542203" y="33866"/>
                      </a:lnTo>
                      <a:lnTo>
                        <a:pt x="511965" y="7191"/>
                      </a:lnTo>
                      <a:lnTo>
                        <a:pt x="493465" y="0"/>
                      </a:lnTo>
                      <a:close/>
                    </a:path>
                    <a:path w="575310" h="311150">
                      <a:moveTo>
                        <a:pt x="81616" y="0"/>
                      </a:moveTo>
                      <a:lnTo>
                        <a:pt x="46930" y="18480"/>
                      </a:lnTo>
                      <a:lnTo>
                        <a:pt x="21215" y="53352"/>
                      </a:lnTo>
                      <a:lnTo>
                        <a:pt x="5299" y="100379"/>
                      </a:lnTo>
                      <a:lnTo>
                        <a:pt x="0" y="155448"/>
                      </a:lnTo>
                      <a:lnTo>
                        <a:pt x="1320" y="183776"/>
                      </a:lnTo>
                      <a:lnTo>
                        <a:pt x="11931" y="234763"/>
                      </a:lnTo>
                      <a:lnTo>
                        <a:pt x="32950" y="276775"/>
                      </a:lnTo>
                      <a:lnTo>
                        <a:pt x="63153" y="303455"/>
                      </a:lnTo>
                      <a:lnTo>
                        <a:pt x="81616" y="310654"/>
                      </a:lnTo>
                      <a:lnTo>
                        <a:pt x="84753" y="300355"/>
                      </a:lnTo>
                      <a:lnTo>
                        <a:pt x="70483" y="292956"/>
                      </a:lnTo>
                      <a:lnTo>
                        <a:pt x="58056" y="282192"/>
                      </a:lnTo>
                      <a:lnTo>
                        <a:pt x="31900" y="230237"/>
                      </a:lnTo>
                      <a:lnTo>
                        <a:pt x="24084" y="182675"/>
                      </a:lnTo>
                      <a:lnTo>
                        <a:pt x="23112" y="155321"/>
                      </a:lnTo>
                      <a:lnTo>
                        <a:pt x="24084" y="128159"/>
                      </a:lnTo>
                      <a:lnTo>
                        <a:pt x="31900" y="80501"/>
                      </a:lnTo>
                      <a:lnTo>
                        <a:pt x="47476" y="42621"/>
                      </a:lnTo>
                      <a:lnTo>
                        <a:pt x="84753" y="10287"/>
                      </a:lnTo>
                      <a:lnTo>
                        <a:pt x="81616" y="0"/>
                      </a:lnTo>
                      <a:close/>
                    </a:path>
                  </a:pathLst>
                </a:custGeom>
                <a:solidFill>
                  <a:srgbClr val="000000"/>
                </a:solidFill>
              </p:spPr>
              <p:txBody>
                <a:bodyPr wrap="square" lIns="0" tIns="0" rIns="0" bIns="0" rtlCol="0"/>
                <a:lstStyle/>
                <a:p>
                  <a:endParaRPr sz="2400"/>
                </a:p>
              </p:txBody>
            </p:sp>
            <p:pic>
              <p:nvPicPr>
                <p:cNvPr id="45" name="object 45"/>
                <p:cNvPicPr/>
                <p:nvPr/>
              </p:nvPicPr>
              <p:blipFill>
                <a:blip r:embed="rId8" cstate="print"/>
                <a:stretch>
                  <a:fillRect/>
                </a:stretch>
              </p:blipFill>
              <p:spPr>
                <a:xfrm>
                  <a:off x="1156627" y="3823589"/>
                  <a:ext cx="197954" cy="176466"/>
                </a:xfrm>
                <a:prstGeom prst="rect">
                  <a:avLst/>
                </a:prstGeom>
              </p:spPr>
            </p:pic>
          </p:grpSp>
          <p:sp>
            <p:nvSpPr>
              <p:cNvPr id="47" name="object 47"/>
              <p:cNvSpPr txBox="1"/>
              <p:nvPr/>
            </p:nvSpPr>
            <p:spPr>
              <a:xfrm>
                <a:off x="2017102" y="5066876"/>
                <a:ext cx="1812713" cy="431807"/>
              </a:xfrm>
              <a:prstGeom prst="rect">
                <a:avLst/>
              </a:prstGeom>
            </p:spPr>
            <p:txBody>
              <a:bodyPr vert="horz" wrap="square" lIns="0" tIns="21167" rIns="0" bIns="0" rtlCol="0">
                <a:spAutoFit/>
              </a:bodyPr>
              <a:lstStyle/>
              <a:p>
                <a:pPr marL="50797">
                  <a:spcBef>
                    <a:spcPts val="167"/>
                  </a:spcBef>
                </a:pPr>
                <a:r>
                  <a:rPr sz="2667" spc="27" dirty="0">
                    <a:latin typeface="Cambria Math"/>
                    <a:cs typeface="Cambria Math"/>
                  </a:rPr>
                  <a:t>=</a:t>
                </a:r>
                <a:r>
                  <a:rPr sz="2667" spc="153" dirty="0">
                    <a:latin typeface="Cambria Math"/>
                    <a:cs typeface="Cambria Math"/>
                  </a:rPr>
                  <a:t> </a:t>
                </a:r>
                <a:r>
                  <a:rPr sz="2667" spc="60" dirty="0">
                    <a:solidFill>
                      <a:srgbClr val="0096FF"/>
                    </a:solidFill>
                    <a:latin typeface="Cambria Math"/>
                    <a:cs typeface="Cambria Math"/>
                  </a:rPr>
                  <a:t>𝑤</a:t>
                </a:r>
                <a:r>
                  <a:rPr sz="2667" spc="60" dirty="0">
                    <a:solidFill>
                      <a:srgbClr val="FFC000"/>
                    </a:solidFill>
                    <a:latin typeface="Cambria Math"/>
                    <a:cs typeface="Cambria Math"/>
                  </a:rPr>
                  <a:t>𝑥</a:t>
                </a:r>
                <a:r>
                  <a:rPr sz="3001" spc="89" baseline="27777" dirty="0">
                    <a:latin typeface="Cambria Math"/>
                    <a:cs typeface="Cambria Math"/>
                  </a:rPr>
                  <a:t>(i)</a:t>
                </a:r>
                <a:r>
                  <a:rPr sz="3001" spc="289" baseline="27777" dirty="0">
                    <a:latin typeface="Cambria Math"/>
                    <a:cs typeface="Cambria Math"/>
                  </a:rPr>
                  <a:t> </a:t>
                </a:r>
                <a:r>
                  <a:rPr sz="2667" spc="27" dirty="0">
                    <a:latin typeface="Cambria Math"/>
                    <a:cs typeface="Cambria Math"/>
                  </a:rPr>
                  <a:t>+</a:t>
                </a:r>
                <a:r>
                  <a:rPr sz="2667" spc="-27" dirty="0">
                    <a:latin typeface="Cambria Math"/>
                    <a:cs typeface="Cambria Math"/>
                  </a:rPr>
                  <a:t> </a:t>
                </a:r>
                <a:r>
                  <a:rPr sz="2667" spc="15" dirty="0">
                    <a:solidFill>
                      <a:srgbClr val="0096FF"/>
                    </a:solidFill>
                    <a:latin typeface="Cambria Math"/>
                    <a:cs typeface="Cambria Math"/>
                  </a:rPr>
                  <a:t>𝑏</a:t>
                </a:r>
                <a:endParaRPr sz="2667" dirty="0">
                  <a:latin typeface="Cambria Math"/>
                  <a:cs typeface="Cambria Math"/>
                </a:endParaRPr>
              </a:p>
            </p:txBody>
          </p:sp>
        </p:grpSp>
      </p:grpSp>
      <p:sp>
        <p:nvSpPr>
          <p:cNvPr id="48" name="object 48"/>
          <p:cNvSpPr txBox="1"/>
          <p:nvPr/>
        </p:nvSpPr>
        <p:spPr>
          <a:xfrm>
            <a:off x="3633558" y="971551"/>
            <a:ext cx="648545" cy="431742"/>
          </a:xfrm>
          <a:prstGeom prst="rect">
            <a:avLst/>
          </a:prstGeom>
        </p:spPr>
        <p:txBody>
          <a:bodyPr vert="horz" wrap="square" lIns="0" tIns="21167" rIns="0" bIns="0" rtlCol="0">
            <a:spAutoFit/>
          </a:bodyPr>
          <a:lstStyle/>
          <a:p>
            <a:pPr marL="50797">
              <a:spcBef>
                <a:spcPts val="167"/>
              </a:spcBef>
            </a:pPr>
            <a:r>
              <a:rPr sz="4000" spc="160" baseline="12500" dirty="0">
                <a:solidFill>
                  <a:srgbClr val="0096FF"/>
                </a:solidFill>
                <a:latin typeface="Cambria Math"/>
                <a:cs typeface="Cambria Math"/>
              </a:rPr>
              <a:t>ƒ</a:t>
            </a:r>
            <a:r>
              <a:rPr sz="2000" spc="107" dirty="0">
                <a:solidFill>
                  <a:srgbClr val="0096FF"/>
                </a:solidFill>
                <a:latin typeface="Cambria Math"/>
                <a:cs typeface="Cambria Math"/>
              </a:rPr>
              <a:t>w,𝑏</a:t>
            </a:r>
            <a:endParaRPr sz="2000">
              <a:latin typeface="Cambria Math"/>
              <a:cs typeface="Cambria Math"/>
            </a:endParaRPr>
          </a:p>
        </p:txBody>
      </p:sp>
      <p:grpSp>
        <p:nvGrpSpPr>
          <p:cNvPr id="77" name="Group 76">
            <a:extLst>
              <a:ext uri="{FF2B5EF4-FFF2-40B4-BE49-F238E27FC236}">
                <a16:creationId xmlns:a16="http://schemas.microsoft.com/office/drawing/2014/main" id="{6AB310FE-F762-E7FC-6C80-E88411D0108E}"/>
              </a:ext>
            </a:extLst>
          </p:cNvPr>
          <p:cNvGrpSpPr/>
          <p:nvPr/>
        </p:nvGrpSpPr>
        <p:grpSpPr>
          <a:xfrm>
            <a:off x="4995673" y="2421341"/>
            <a:ext cx="7067335" cy="3811302"/>
            <a:chOff x="4888445" y="1248154"/>
            <a:chExt cx="7067335" cy="3811302"/>
          </a:xfrm>
        </p:grpSpPr>
        <p:pic>
          <p:nvPicPr>
            <p:cNvPr id="11" name="object 11"/>
            <p:cNvPicPr/>
            <p:nvPr/>
          </p:nvPicPr>
          <p:blipFill>
            <a:blip r:embed="rId9" cstate="print"/>
            <a:stretch>
              <a:fillRect/>
            </a:stretch>
          </p:blipFill>
          <p:spPr>
            <a:xfrm>
              <a:off x="8151879" y="1373463"/>
              <a:ext cx="127508" cy="814495"/>
            </a:xfrm>
            <a:prstGeom prst="rect">
              <a:avLst/>
            </a:prstGeom>
          </p:spPr>
        </p:pic>
        <p:pic>
          <p:nvPicPr>
            <p:cNvPr id="12" name="object 12"/>
            <p:cNvPicPr/>
            <p:nvPr/>
          </p:nvPicPr>
          <p:blipFill>
            <a:blip r:embed="rId10" cstate="print"/>
            <a:stretch>
              <a:fillRect/>
            </a:stretch>
          </p:blipFill>
          <p:spPr>
            <a:xfrm>
              <a:off x="10936733" y="1334009"/>
              <a:ext cx="452289" cy="880871"/>
            </a:xfrm>
            <a:prstGeom prst="rect">
              <a:avLst/>
            </a:prstGeom>
          </p:spPr>
        </p:pic>
        <p:pic>
          <p:nvPicPr>
            <p:cNvPr id="13" name="object 13"/>
            <p:cNvPicPr/>
            <p:nvPr/>
          </p:nvPicPr>
          <p:blipFill>
            <a:blip r:embed="rId11" cstate="print"/>
            <a:stretch>
              <a:fillRect/>
            </a:stretch>
          </p:blipFill>
          <p:spPr>
            <a:xfrm>
              <a:off x="9750546" y="1734485"/>
              <a:ext cx="239972" cy="41655"/>
            </a:xfrm>
            <a:prstGeom prst="rect">
              <a:avLst/>
            </a:prstGeom>
          </p:spPr>
        </p:pic>
        <p:grpSp>
          <p:nvGrpSpPr>
            <p:cNvPr id="14" name="object 14"/>
            <p:cNvGrpSpPr/>
            <p:nvPr/>
          </p:nvGrpSpPr>
          <p:grpSpPr>
            <a:xfrm>
              <a:off x="4888445" y="1248154"/>
              <a:ext cx="3003127" cy="1183641"/>
              <a:chOff x="3666331" y="936116"/>
              <a:chExt cx="2252345" cy="887730"/>
            </a:xfrm>
          </p:grpSpPr>
          <p:pic>
            <p:nvPicPr>
              <p:cNvPr id="15" name="object 15"/>
              <p:cNvPicPr/>
              <p:nvPr/>
            </p:nvPicPr>
            <p:blipFill>
              <a:blip r:embed="rId12" cstate="print"/>
              <a:stretch>
                <a:fillRect/>
              </a:stretch>
            </p:blipFill>
            <p:spPr>
              <a:xfrm>
                <a:off x="5452623" y="936116"/>
                <a:ext cx="465588" cy="887602"/>
              </a:xfrm>
              <a:prstGeom prst="rect">
                <a:avLst/>
              </a:prstGeom>
            </p:spPr>
          </p:pic>
          <p:pic>
            <p:nvPicPr>
              <p:cNvPr id="16" name="object 16"/>
              <p:cNvPicPr/>
              <p:nvPr/>
            </p:nvPicPr>
            <p:blipFill>
              <a:blip r:embed="rId13" cstate="print"/>
              <a:stretch>
                <a:fillRect/>
              </a:stretch>
            </p:blipFill>
            <p:spPr>
              <a:xfrm>
                <a:off x="4991735" y="1447672"/>
                <a:ext cx="156210" cy="148589"/>
              </a:xfrm>
              <a:prstGeom prst="rect">
                <a:avLst/>
              </a:prstGeom>
            </p:spPr>
          </p:pic>
          <p:pic>
            <p:nvPicPr>
              <p:cNvPr id="17" name="object 17"/>
              <p:cNvPicPr/>
              <p:nvPr/>
            </p:nvPicPr>
            <p:blipFill>
              <a:blip r:embed="rId14" cstate="print"/>
              <a:stretch>
                <a:fillRect/>
              </a:stretch>
            </p:blipFill>
            <p:spPr>
              <a:xfrm>
                <a:off x="3666331" y="1149350"/>
                <a:ext cx="1197133" cy="489585"/>
              </a:xfrm>
              <a:prstGeom prst="rect">
                <a:avLst/>
              </a:prstGeom>
            </p:spPr>
          </p:pic>
          <p:pic>
            <p:nvPicPr>
              <p:cNvPr id="18" name="object 18"/>
              <p:cNvPicPr/>
              <p:nvPr/>
            </p:nvPicPr>
            <p:blipFill>
              <a:blip r:embed="rId15" cstate="print"/>
              <a:stretch>
                <a:fillRect/>
              </a:stretch>
            </p:blipFill>
            <p:spPr>
              <a:xfrm>
                <a:off x="4902078" y="1095120"/>
                <a:ext cx="512693" cy="510158"/>
              </a:xfrm>
              <a:prstGeom prst="rect">
                <a:avLst/>
              </a:prstGeom>
            </p:spPr>
          </p:pic>
        </p:grpSp>
        <p:grpSp>
          <p:nvGrpSpPr>
            <p:cNvPr id="19" name="object 19"/>
            <p:cNvGrpSpPr/>
            <p:nvPr/>
          </p:nvGrpSpPr>
          <p:grpSpPr>
            <a:xfrm>
              <a:off x="9525847" y="1625262"/>
              <a:ext cx="855135" cy="791633"/>
              <a:chOff x="7144384" y="1218946"/>
              <a:chExt cx="641350" cy="593725"/>
            </a:xfrm>
          </p:grpSpPr>
          <p:pic>
            <p:nvPicPr>
              <p:cNvPr id="20" name="object 20"/>
              <p:cNvPicPr/>
              <p:nvPr/>
            </p:nvPicPr>
            <p:blipFill>
              <a:blip r:embed="rId16" cstate="print"/>
              <a:stretch>
                <a:fillRect/>
              </a:stretch>
            </p:blipFill>
            <p:spPr>
              <a:xfrm>
                <a:off x="7571358" y="1218946"/>
                <a:ext cx="214249" cy="421004"/>
              </a:xfrm>
              <a:prstGeom prst="rect">
                <a:avLst/>
              </a:prstGeom>
            </p:spPr>
          </p:pic>
          <p:pic>
            <p:nvPicPr>
              <p:cNvPr id="21" name="object 21"/>
              <p:cNvPicPr/>
              <p:nvPr/>
            </p:nvPicPr>
            <p:blipFill>
              <a:blip r:embed="rId17" cstate="print"/>
              <a:stretch>
                <a:fillRect/>
              </a:stretch>
            </p:blipFill>
            <p:spPr>
              <a:xfrm>
                <a:off x="7144384" y="1652905"/>
                <a:ext cx="400939" cy="159385"/>
              </a:xfrm>
              <a:prstGeom prst="rect">
                <a:avLst/>
              </a:prstGeom>
            </p:spPr>
          </p:pic>
        </p:grpSp>
        <p:sp>
          <p:nvSpPr>
            <p:cNvPr id="22" name="object 22"/>
            <p:cNvSpPr txBox="1"/>
            <p:nvPr/>
          </p:nvSpPr>
          <p:spPr>
            <a:xfrm>
              <a:off x="7302500" y="2579708"/>
              <a:ext cx="4653280" cy="339602"/>
            </a:xfrm>
            <a:prstGeom prst="rect">
              <a:avLst/>
            </a:prstGeom>
          </p:spPr>
          <p:txBody>
            <a:bodyPr vert="horz" wrap="square" lIns="0" tIns="21167" rIns="0" bIns="0" rtlCol="0">
              <a:spAutoFit/>
            </a:bodyPr>
            <a:lstStyle/>
            <a:p>
              <a:pPr marL="16933">
                <a:spcBef>
                  <a:spcPts val="167"/>
                </a:spcBef>
              </a:pPr>
              <a:r>
                <a:rPr sz="2068" spc="33" dirty="0">
                  <a:solidFill>
                    <a:srgbClr val="7030A0"/>
                  </a:solidFill>
                  <a:latin typeface="Verdana"/>
                  <a:cs typeface="Verdana"/>
                </a:rPr>
                <a:t>m</a:t>
              </a:r>
              <a:r>
                <a:rPr sz="2068" spc="15" dirty="0">
                  <a:solidFill>
                    <a:srgbClr val="7030A0"/>
                  </a:solidFill>
                  <a:latin typeface="Verdana"/>
                  <a:cs typeface="Verdana"/>
                </a:rPr>
                <a:t> </a:t>
              </a:r>
              <a:r>
                <a:rPr sz="2068" spc="27" dirty="0">
                  <a:latin typeface="Verdana"/>
                  <a:cs typeface="Verdana"/>
                </a:rPr>
                <a:t>=</a:t>
              </a:r>
              <a:r>
                <a:rPr sz="2068" spc="41" dirty="0">
                  <a:latin typeface="Verdana"/>
                  <a:cs typeface="Verdana"/>
                </a:rPr>
                <a:t> </a:t>
              </a:r>
              <a:r>
                <a:rPr sz="2068" spc="7" dirty="0">
                  <a:latin typeface="Verdana"/>
                  <a:cs typeface="Verdana"/>
                </a:rPr>
                <a:t>number</a:t>
              </a:r>
              <a:r>
                <a:rPr sz="2068" spc="260" dirty="0">
                  <a:latin typeface="Verdana"/>
                  <a:cs typeface="Verdana"/>
                </a:rPr>
                <a:t> </a:t>
              </a:r>
              <a:r>
                <a:rPr sz="2068" spc="27" dirty="0">
                  <a:latin typeface="Verdana"/>
                  <a:cs typeface="Verdana"/>
                </a:rPr>
                <a:t>of</a:t>
              </a:r>
              <a:r>
                <a:rPr sz="2068" spc="20" dirty="0">
                  <a:latin typeface="Verdana"/>
                  <a:cs typeface="Verdana"/>
                </a:rPr>
                <a:t> </a:t>
              </a:r>
              <a:r>
                <a:rPr sz="2068" spc="15" dirty="0">
                  <a:latin typeface="Verdana"/>
                  <a:cs typeface="Verdana"/>
                </a:rPr>
                <a:t>training</a:t>
              </a:r>
              <a:r>
                <a:rPr sz="2068" spc="153" dirty="0">
                  <a:latin typeface="Verdana"/>
                  <a:cs typeface="Verdana"/>
                </a:rPr>
                <a:t> </a:t>
              </a:r>
              <a:r>
                <a:rPr sz="2068" spc="27" dirty="0">
                  <a:latin typeface="Verdana"/>
                  <a:cs typeface="Verdana"/>
                </a:rPr>
                <a:t>examples</a:t>
              </a:r>
              <a:endParaRPr sz="2068">
                <a:latin typeface="Verdana"/>
                <a:cs typeface="Verdana"/>
              </a:endParaRPr>
            </a:p>
          </p:txBody>
        </p:sp>
        <p:sp>
          <p:nvSpPr>
            <p:cNvPr id="23" name="object 23"/>
            <p:cNvSpPr/>
            <p:nvPr/>
          </p:nvSpPr>
          <p:spPr>
            <a:xfrm>
              <a:off x="6257375" y="3487590"/>
              <a:ext cx="206587" cy="92287"/>
            </a:xfrm>
            <a:custGeom>
              <a:avLst/>
              <a:gdLst/>
              <a:ahLst/>
              <a:cxnLst/>
              <a:rect l="l" t="t" r="r" b="b"/>
              <a:pathLst>
                <a:path w="154939" h="69214">
                  <a:moveTo>
                    <a:pt x="154686" y="52070"/>
                  </a:moveTo>
                  <a:lnTo>
                    <a:pt x="0" y="52070"/>
                  </a:lnTo>
                  <a:lnTo>
                    <a:pt x="0" y="68834"/>
                  </a:lnTo>
                  <a:lnTo>
                    <a:pt x="154686" y="68834"/>
                  </a:lnTo>
                  <a:lnTo>
                    <a:pt x="154686" y="52070"/>
                  </a:lnTo>
                  <a:close/>
                </a:path>
                <a:path w="154939" h="69214">
                  <a:moveTo>
                    <a:pt x="154686" y="0"/>
                  </a:moveTo>
                  <a:lnTo>
                    <a:pt x="0" y="0"/>
                  </a:lnTo>
                  <a:lnTo>
                    <a:pt x="0" y="16637"/>
                  </a:lnTo>
                  <a:lnTo>
                    <a:pt x="154686" y="16637"/>
                  </a:lnTo>
                  <a:lnTo>
                    <a:pt x="154686" y="0"/>
                  </a:lnTo>
                  <a:close/>
                </a:path>
              </a:pathLst>
            </a:custGeom>
            <a:solidFill>
              <a:srgbClr val="000000"/>
            </a:solidFill>
          </p:spPr>
          <p:txBody>
            <a:bodyPr wrap="square" lIns="0" tIns="0" rIns="0" bIns="0" rtlCol="0"/>
            <a:lstStyle/>
            <a:p>
              <a:endParaRPr sz="2400"/>
            </a:p>
          </p:txBody>
        </p:sp>
        <p:pic>
          <p:nvPicPr>
            <p:cNvPr id="24" name="object 24"/>
            <p:cNvPicPr/>
            <p:nvPr/>
          </p:nvPicPr>
          <p:blipFill>
            <a:blip r:embed="rId18" cstate="print"/>
            <a:stretch>
              <a:fillRect/>
            </a:stretch>
          </p:blipFill>
          <p:spPr>
            <a:xfrm>
              <a:off x="6757588" y="3146213"/>
              <a:ext cx="133265" cy="231140"/>
            </a:xfrm>
            <a:prstGeom prst="rect">
              <a:avLst/>
            </a:prstGeom>
          </p:spPr>
        </p:pic>
        <p:grpSp>
          <p:nvGrpSpPr>
            <p:cNvPr id="25" name="object 25"/>
            <p:cNvGrpSpPr/>
            <p:nvPr/>
          </p:nvGrpSpPr>
          <p:grpSpPr>
            <a:xfrm>
              <a:off x="6609589" y="3628817"/>
              <a:ext cx="452967" cy="234527"/>
              <a:chOff x="4957190" y="2721610"/>
              <a:chExt cx="339725" cy="175895"/>
            </a:xfrm>
          </p:grpSpPr>
          <p:pic>
            <p:nvPicPr>
              <p:cNvPr id="26" name="object 26"/>
              <p:cNvPicPr/>
              <p:nvPr/>
            </p:nvPicPr>
            <p:blipFill>
              <a:blip r:embed="rId19" cstate="print"/>
              <a:stretch>
                <a:fillRect/>
              </a:stretch>
            </p:blipFill>
            <p:spPr>
              <a:xfrm>
                <a:off x="4957190" y="2721610"/>
                <a:ext cx="105537" cy="173354"/>
              </a:xfrm>
              <a:prstGeom prst="rect">
                <a:avLst/>
              </a:prstGeom>
            </p:spPr>
          </p:pic>
          <p:pic>
            <p:nvPicPr>
              <p:cNvPr id="27" name="object 27"/>
              <p:cNvPicPr/>
              <p:nvPr/>
            </p:nvPicPr>
            <p:blipFill>
              <a:blip r:embed="rId20" cstate="print"/>
              <a:stretch>
                <a:fillRect/>
              </a:stretch>
            </p:blipFill>
            <p:spPr>
              <a:xfrm>
                <a:off x="5086984" y="2772791"/>
                <a:ext cx="209550" cy="124206"/>
              </a:xfrm>
              <a:prstGeom prst="rect">
                <a:avLst/>
              </a:prstGeom>
            </p:spPr>
          </p:pic>
        </p:grpSp>
        <p:pic>
          <p:nvPicPr>
            <p:cNvPr id="28" name="object 28"/>
            <p:cNvPicPr/>
            <p:nvPr/>
          </p:nvPicPr>
          <p:blipFill>
            <a:blip r:embed="rId21" cstate="print"/>
            <a:stretch>
              <a:fillRect/>
            </a:stretch>
          </p:blipFill>
          <p:spPr>
            <a:xfrm>
              <a:off x="7228164" y="2983995"/>
              <a:ext cx="227921" cy="128863"/>
            </a:xfrm>
            <a:prstGeom prst="rect">
              <a:avLst/>
            </a:prstGeom>
          </p:spPr>
        </p:pic>
        <p:pic>
          <p:nvPicPr>
            <p:cNvPr id="49" name="object 49"/>
            <p:cNvPicPr/>
            <p:nvPr/>
          </p:nvPicPr>
          <p:blipFill>
            <a:blip r:embed="rId22" cstate="print"/>
            <a:stretch>
              <a:fillRect/>
            </a:stretch>
          </p:blipFill>
          <p:spPr>
            <a:xfrm>
              <a:off x="10440758" y="1396661"/>
              <a:ext cx="422316" cy="377615"/>
            </a:xfrm>
            <a:prstGeom prst="rect">
              <a:avLst/>
            </a:prstGeom>
          </p:spPr>
        </p:pic>
        <p:grpSp>
          <p:nvGrpSpPr>
            <p:cNvPr id="50" name="object 50"/>
            <p:cNvGrpSpPr/>
            <p:nvPr/>
          </p:nvGrpSpPr>
          <p:grpSpPr>
            <a:xfrm>
              <a:off x="6588084" y="3206158"/>
              <a:ext cx="3858089" cy="859367"/>
              <a:chOff x="4941062" y="2404617"/>
              <a:chExt cx="2893567" cy="644525"/>
            </a:xfrm>
          </p:grpSpPr>
          <p:sp>
            <p:nvSpPr>
              <p:cNvPr id="51" name="object 51"/>
              <p:cNvSpPr/>
              <p:nvPr/>
            </p:nvSpPr>
            <p:spPr>
              <a:xfrm>
                <a:off x="4941062" y="2404617"/>
                <a:ext cx="718820" cy="644525"/>
              </a:xfrm>
              <a:custGeom>
                <a:avLst/>
                <a:gdLst/>
                <a:ahLst/>
                <a:cxnLst/>
                <a:rect l="l" t="t" r="r" b="b"/>
                <a:pathLst>
                  <a:path w="718820" h="644525">
                    <a:moveTo>
                      <a:pt x="361950" y="233172"/>
                    </a:moveTo>
                    <a:lnTo>
                      <a:pt x="0" y="233172"/>
                    </a:lnTo>
                    <a:lnTo>
                      <a:pt x="0" y="252222"/>
                    </a:lnTo>
                    <a:lnTo>
                      <a:pt x="361950" y="252222"/>
                    </a:lnTo>
                    <a:lnTo>
                      <a:pt x="361950" y="233172"/>
                    </a:lnTo>
                    <a:close/>
                  </a:path>
                  <a:path w="718820" h="644525">
                    <a:moveTo>
                      <a:pt x="467360" y="511302"/>
                    </a:moveTo>
                    <a:lnTo>
                      <a:pt x="448818" y="511302"/>
                    </a:lnTo>
                    <a:lnTo>
                      <a:pt x="444373" y="531241"/>
                    </a:lnTo>
                    <a:lnTo>
                      <a:pt x="462788" y="531241"/>
                    </a:lnTo>
                    <a:lnTo>
                      <a:pt x="467360" y="511302"/>
                    </a:lnTo>
                    <a:close/>
                  </a:path>
                  <a:path w="718820" h="644525">
                    <a:moveTo>
                      <a:pt x="470916" y="626618"/>
                    </a:moveTo>
                    <a:lnTo>
                      <a:pt x="464566" y="620395"/>
                    </a:lnTo>
                    <a:lnTo>
                      <a:pt x="462788" y="622554"/>
                    </a:lnTo>
                    <a:lnTo>
                      <a:pt x="461010" y="624205"/>
                    </a:lnTo>
                    <a:lnTo>
                      <a:pt x="451739" y="631317"/>
                    </a:lnTo>
                    <a:lnTo>
                      <a:pt x="450723" y="631825"/>
                    </a:lnTo>
                    <a:lnTo>
                      <a:pt x="449580" y="631952"/>
                    </a:lnTo>
                    <a:lnTo>
                      <a:pt x="446532" y="631952"/>
                    </a:lnTo>
                    <a:lnTo>
                      <a:pt x="445008" y="631444"/>
                    </a:lnTo>
                    <a:lnTo>
                      <a:pt x="444119" y="630428"/>
                    </a:lnTo>
                    <a:lnTo>
                      <a:pt x="443103" y="629412"/>
                    </a:lnTo>
                    <a:lnTo>
                      <a:pt x="442722" y="627634"/>
                    </a:lnTo>
                    <a:lnTo>
                      <a:pt x="442849" y="621538"/>
                    </a:lnTo>
                    <a:lnTo>
                      <a:pt x="443230" y="619379"/>
                    </a:lnTo>
                    <a:lnTo>
                      <a:pt x="443484" y="617220"/>
                    </a:lnTo>
                    <a:lnTo>
                      <a:pt x="444119" y="614299"/>
                    </a:lnTo>
                    <a:lnTo>
                      <a:pt x="445008" y="610743"/>
                    </a:lnTo>
                    <a:lnTo>
                      <a:pt x="458724" y="548767"/>
                    </a:lnTo>
                    <a:lnTo>
                      <a:pt x="454152" y="548767"/>
                    </a:lnTo>
                    <a:lnTo>
                      <a:pt x="427228" y="549783"/>
                    </a:lnTo>
                    <a:lnTo>
                      <a:pt x="426085" y="556133"/>
                    </a:lnTo>
                    <a:lnTo>
                      <a:pt x="430149" y="556260"/>
                    </a:lnTo>
                    <a:lnTo>
                      <a:pt x="432943" y="556768"/>
                    </a:lnTo>
                    <a:lnTo>
                      <a:pt x="434467" y="557911"/>
                    </a:lnTo>
                    <a:lnTo>
                      <a:pt x="436118" y="559054"/>
                    </a:lnTo>
                    <a:lnTo>
                      <a:pt x="437007" y="560832"/>
                    </a:lnTo>
                    <a:lnTo>
                      <a:pt x="437007" y="565404"/>
                    </a:lnTo>
                    <a:lnTo>
                      <a:pt x="436880" y="565912"/>
                    </a:lnTo>
                    <a:lnTo>
                      <a:pt x="436626" y="568833"/>
                    </a:lnTo>
                    <a:lnTo>
                      <a:pt x="436118" y="572135"/>
                    </a:lnTo>
                    <a:lnTo>
                      <a:pt x="434594" y="579247"/>
                    </a:lnTo>
                    <a:lnTo>
                      <a:pt x="433832" y="582930"/>
                    </a:lnTo>
                    <a:lnTo>
                      <a:pt x="432943" y="586740"/>
                    </a:lnTo>
                    <a:lnTo>
                      <a:pt x="432054" y="590677"/>
                    </a:lnTo>
                    <a:lnTo>
                      <a:pt x="431165" y="594487"/>
                    </a:lnTo>
                    <a:lnTo>
                      <a:pt x="430149" y="598424"/>
                    </a:lnTo>
                    <a:lnTo>
                      <a:pt x="429260" y="602361"/>
                    </a:lnTo>
                    <a:lnTo>
                      <a:pt x="428371" y="606044"/>
                    </a:lnTo>
                    <a:lnTo>
                      <a:pt x="425018" y="630174"/>
                    </a:lnTo>
                    <a:lnTo>
                      <a:pt x="425323" y="632079"/>
                    </a:lnTo>
                    <a:lnTo>
                      <a:pt x="426085" y="634111"/>
                    </a:lnTo>
                    <a:lnTo>
                      <a:pt x="426847" y="636270"/>
                    </a:lnTo>
                    <a:lnTo>
                      <a:pt x="427863" y="638048"/>
                    </a:lnTo>
                    <a:lnTo>
                      <a:pt x="430657" y="641096"/>
                    </a:lnTo>
                    <a:lnTo>
                      <a:pt x="432308" y="642239"/>
                    </a:lnTo>
                    <a:lnTo>
                      <a:pt x="434213" y="643128"/>
                    </a:lnTo>
                    <a:lnTo>
                      <a:pt x="435991" y="644017"/>
                    </a:lnTo>
                    <a:lnTo>
                      <a:pt x="438150" y="644398"/>
                    </a:lnTo>
                    <a:lnTo>
                      <a:pt x="443103" y="644398"/>
                    </a:lnTo>
                    <a:lnTo>
                      <a:pt x="445516" y="644144"/>
                    </a:lnTo>
                    <a:lnTo>
                      <a:pt x="447675" y="643509"/>
                    </a:lnTo>
                    <a:lnTo>
                      <a:pt x="449961" y="642874"/>
                    </a:lnTo>
                    <a:lnTo>
                      <a:pt x="452247" y="641858"/>
                    </a:lnTo>
                    <a:lnTo>
                      <a:pt x="457073" y="639064"/>
                    </a:lnTo>
                    <a:lnTo>
                      <a:pt x="459486" y="637159"/>
                    </a:lnTo>
                    <a:lnTo>
                      <a:pt x="462153" y="634873"/>
                    </a:lnTo>
                    <a:lnTo>
                      <a:pt x="464820" y="632714"/>
                    </a:lnTo>
                    <a:lnTo>
                      <a:pt x="465607" y="631952"/>
                    </a:lnTo>
                    <a:lnTo>
                      <a:pt x="467741" y="629920"/>
                    </a:lnTo>
                    <a:lnTo>
                      <a:pt x="470916" y="626618"/>
                    </a:lnTo>
                    <a:close/>
                  </a:path>
                  <a:path w="718820" h="644525">
                    <a:moveTo>
                      <a:pt x="599059" y="601472"/>
                    </a:moveTo>
                    <a:lnTo>
                      <a:pt x="491998" y="601472"/>
                    </a:lnTo>
                    <a:lnTo>
                      <a:pt x="491998" y="615696"/>
                    </a:lnTo>
                    <a:lnTo>
                      <a:pt x="599059" y="615696"/>
                    </a:lnTo>
                    <a:lnTo>
                      <a:pt x="599059" y="601472"/>
                    </a:lnTo>
                    <a:close/>
                  </a:path>
                  <a:path w="718820" h="644525">
                    <a:moveTo>
                      <a:pt x="599059" y="560959"/>
                    </a:moveTo>
                    <a:lnTo>
                      <a:pt x="491998" y="560959"/>
                    </a:lnTo>
                    <a:lnTo>
                      <a:pt x="491998" y="575183"/>
                    </a:lnTo>
                    <a:lnTo>
                      <a:pt x="599059" y="575183"/>
                    </a:lnTo>
                    <a:lnTo>
                      <a:pt x="599059" y="560959"/>
                    </a:lnTo>
                    <a:close/>
                  </a:path>
                  <a:path w="718820" h="644525">
                    <a:moveTo>
                      <a:pt x="718439" y="398907"/>
                    </a:moveTo>
                    <a:lnTo>
                      <a:pt x="699897" y="398907"/>
                    </a:lnTo>
                    <a:lnTo>
                      <a:pt x="696988" y="414985"/>
                    </a:lnTo>
                    <a:lnTo>
                      <a:pt x="693813" y="427926"/>
                    </a:lnTo>
                    <a:lnTo>
                      <a:pt x="690372" y="437743"/>
                    </a:lnTo>
                    <a:lnTo>
                      <a:pt x="686689" y="444373"/>
                    </a:lnTo>
                    <a:lnTo>
                      <a:pt x="681609" y="451104"/>
                    </a:lnTo>
                    <a:lnTo>
                      <a:pt x="674243" y="454533"/>
                    </a:lnTo>
                    <a:lnTo>
                      <a:pt x="446786" y="454533"/>
                    </a:lnTo>
                    <a:lnTo>
                      <a:pt x="608457" y="235077"/>
                    </a:lnTo>
                    <a:lnTo>
                      <a:pt x="608457" y="219837"/>
                    </a:lnTo>
                    <a:lnTo>
                      <a:pt x="458724" y="16383"/>
                    </a:lnTo>
                    <a:lnTo>
                      <a:pt x="656844" y="16383"/>
                    </a:lnTo>
                    <a:lnTo>
                      <a:pt x="687451" y="40513"/>
                    </a:lnTo>
                    <a:lnTo>
                      <a:pt x="695071" y="74295"/>
                    </a:lnTo>
                    <a:lnTo>
                      <a:pt x="711708" y="74295"/>
                    </a:lnTo>
                    <a:lnTo>
                      <a:pt x="711708" y="0"/>
                    </a:lnTo>
                    <a:lnTo>
                      <a:pt x="408432" y="0"/>
                    </a:lnTo>
                    <a:lnTo>
                      <a:pt x="408432" y="11938"/>
                    </a:lnTo>
                    <a:lnTo>
                      <a:pt x="579247" y="240030"/>
                    </a:lnTo>
                    <a:lnTo>
                      <a:pt x="403352" y="478536"/>
                    </a:lnTo>
                    <a:lnTo>
                      <a:pt x="403352" y="490982"/>
                    </a:lnTo>
                    <a:lnTo>
                      <a:pt x="712089" y="490982"/>
                    </a:lnTo>
                    <a:lnTo>
                      <a:pt x="718439" y="398907"/>
                    </a:lnTo>
                    <a:close/>
                  </a:path>
                </a:pathLst>
              </a:custGeom>
              <a:solidFill>
                <a:srgbClr val="000000"/>
              </a:solidFill>
            </p:spPr>
            <p:txBody>
              <a:bodyPr wrap="square" lIns="0" tIns="0" rIns="0" bIns="0" rtlCol="0"/>
              <a:lstStyle/>
              <a:p>
                <a:endParaRPr sz="2400"/>
              </a:p>
            </p:txBody>
          </p:sp>
          <p:pic>
            <p:nvPicPr>
              <p:cNvPr id="52" name="object 52"/>
              <p:cNvPicPr/>
              <p:nvPr/>
            </p:nvPicPr>
            <p:blipFill>
              <a:blip r:embed="rId23" cstate="print"/>
              <a:stretch>
                <a:fillRect/>
              </a:stretch>
            </p:blipFill>
            <p:spPr>
              <a:xfrm>
                <a:off x="5577204" y="2927603"/>
                <a:ext cx="78867" cy="119760"/>
              </a:xfrm>
              <a:prstGeom prst="rect">
                <a:avLst/>
              </a:prstGeom>
            </p:spPr>
          </p:pic>
          <p:pic>
            <p:nvPicPr>
              <p:cNvPr id="53" name="object 53"/>
              <p:cNvPicPr/>
              <p:nvPr/>
            </p:nvPicPr>
            <p:blipFill>
              <a:blip r:embed="rId24" cstate="print"/>
              <a:stretch>
                <a:fillRect/>
              </a:stretch>
            </p:blipFill>
            <p:spPr>
              <a:xfrm>
                <a:off x="5697098" y="2422143"/>
                <a:ext cx="2137531" cy="384175"/>
              </a:xfrm>
              <a:prstGeom prst="rect">
                <a:avLst/>
              </a:prstGeom>
            </p:spPr>
          </p:pic>
        </p:grpSp>
        <p:grpSp>
          <p:nvGrpSpPr>
            <p:cNvPr id="55" name="object 55"/>
            <p:cNvGrpSpPr/>
            <p:nvPr/>
          </p:nvGrpSpPr>
          <p:grpSpPr>
            <a:xfrm>
              <a:off x="5076448" y="1427057"/>
              <a:ext cx="4390050" cy="3632399"/>
              <a:chOff x="3824669" y="1032636"/>
              <a:chExt cx="3292537" cy="2724300"/>
            </a:xfrm>
          </p:grpSpPr>
          <p:pic>
            <p:nvPicPr>
              <p:cNvPr id="59" name="object 59"/>
              <p:cNvPicPr/>
              <p:nvPr/>
            </p:nvPicPr>
            <p:blipFill>
              <a:blip r:embed="rId25" cstate="print"/>
              <a:stretch>
                <a:fillRect/>
              </a:stretch>
            </p:blipFill>
            <p:spPr>
              <a:xfrm>
                <a:off x="6361938" y="1032636"/>
                <a:ext cx="755268" cy="783209"/>
              </a:xfrm>
              <a:prstGeom prst="rect">
                <a:avLst/>
              </a:prstGeom>
            </p:spPr>
          </p:pic>
          <p:pic>
            <p:nvPicPr>
              <p:cNvPr id="63" name="object 63"/>
              <p:cNvPicPr/>
              <p:nvPr/>
            </p:nvPicPr>
            <p:blipFill>
              <a:blip r:embed="rId26" cstate="print"/>
              <a:stretch>
                <a:fillRect/>
              </a:stretch>
            </p:blipFill>
            <p:spPr>
              <a:xfrm>
                <a:off x="3841623" y="2552192"/>
                <a:ext cx="114173" cy="219963"/>
              </a:xfrm>
              <a:prstGeom prst="rect">
                <a:avLst/>
              </a:prstGeom>
            </p:spPr>
          </p:pic>
          <p:sp>
            <p:nvSpPr>
              <p:cNvPr id="64" name="object 64"/>
              <p:cNvSpPr/>
              <p:nvPr/>
            </p:nvSpPr>
            <p:spPr>
              <a:xfrm>
                <a:off x="3982593" y="2532506"/>
                <a:ext cx="614045" cy="238760"/>
              </a:xfrm>
              <a:custGeom>
                <a:avLst/>
                <a:gdLst/>
                <a:ahLst/>
                <a:cxnLst/>
                <a:rect l="l" t="t" r="r" b="b"/>
                <a:pathLst>
                  <a:path w="614045" h="238760">
                    <a:moveTo>
                      <a:pt x="537972" y="0"/>
                    </a:moveTo>
                    <a:lnTo>
                      <a:pt x="534543" y="9779"/>
                    </a:lnTo>
                    <a:lnTo>
                      <a:pt x="548350" y="15708"/>
                    </a:lnTo>
                    <a:lnTo>
                      <a:pt x="560228" y="23971"/>
                    </a:lnTo>
                    <a:lnTo>
                      <a:pt x="584271" y="62404"/>
                    </a:lnTo>
                    <a:lnTo>
                      <a:pt x="592201" y="117982"/>
                    </a:lnTo>
                    <a:lnTo>
                      <a:pt x="591319" y="139009"/>
                    </a:lnTo>
                    <a:lnTo>
                      <a:pt x="578104" y="190373"/>
                    </a:lnTo>
                    <a:lnTo>
                      <a:pt x="548546" y="222573"/>
                    </a:lnTo>
                    <a:lnTo>
                      <a:pt x="534924" y="228600"/>
                    </a:lnTo>
                    <a:lnTo>
                      <a:pt x="537972" y="238251"/>
                    </a:lnTo>
                    <a:lnTo>
                      <a:pt x="583477" y="211195"/>
                    </a:lnTo>
                    <a:lnTo>
                      <a:pt x="609044" y="161305"/>
                    </a:lnTo>
                    <a:lnTo>
                      <a:pt x="613918" y="119253"/>
                    </a:lnTo>
                    <a:lnTo>
                      <a:pt x="612701" y="97414"/>
                    </a:lnTo>
                    <a:lnTo>
                      <a:pt x="602934" y="58691"/>
                    </a:lnTo>
                    <a:lnTo>
                      <a:pt x="570404" y="15319"/>
                    </a:lnTo>
                    <a:lnTo>
                      <a:pt x="555265" y="6260"/>
                    </a:lnTo>
                    <a:lnTo>
                      <a:pt x="537972" y="0"/>
                    </a:lnTo>
                    <a:close/>
                  </a:path>
                  <a:path w="614045" h="238760">
                    <a:moveTo>
                      <a:pt x="75946" y="0"/>
                    </a:moveTo>
                    <a:lnTo>
                      <a:pt x="30547" y="27164"/>
                    </a:lnTo>
                    <a:lnTo>
                      <a:pt x="4889" y="77231"/>
                    </a:lnTo>
                    <a:lnTo>
                      <a:pt x="0" y="119253"/>
                    </a:lnTo>
                    <a:lnTo>
                      <a:pt x="1216" y="141106"/>
                    </a:lnTo>
                    <a:lnTo>
                      <a:pt x="10983" y="179814"/>
                    </a:lnTo>
                    <a:lnTo>
                      <a:pt x="43465" y="222996"/>
                    </a:lnTo>
                    <a:lnTo>
                      <a:pt x="75946" y="238251"/>
                    </a:lnTo>
                    <a:lnTo>
                      <a:pt x="78994" y="228600"/>
                    </a:lnTo>
                    <a:lnTo>
                      <a:pt x="65371" y="222573"/>
                    </a:lnTo>
                    <a:lnTo>
                      <a:pt x="53641" y="214201"/>
                    </a:lnTo>
                    <a:lnTo>
                      <a:pt x="29646" y="175204"/>
                    </a:lnTo>
                    <a:lnTo>
                      <a:pt x="21717" y="117982"/>
                    </a:lnTo>
                    <a:lnTo>
                      <a:pt x="22598" y="97647"/>
                    </a:lnTo>
                    <a:lnTo>
                      <a:pt x="35814" y="47498"/>
                    </a:lnTo>
                    <a:lnTo>
                      <a:pt x="65585" y="15708"/>
                    </a:lnTo>
                    <a:lnTo>
                      <a:pt x="79375" y="9779"/>
                    </a:lnTo>
                    <a:lnTo>
                      <a:pt x="75946" y="0"/>
                    </a:lnTo>
                    <a:close/>
                  </a:path>
                </a:pathLst>
              </a:custGeom>
              <a:solidFill>
                <a:srgbClr val="000000"/>
              </a:solidFill>
            </p:spPr>
            <p:txBody>
              <a:bodyPr wrap="square" lIns="0" tIns="0" rIns="0" bIns="0" rtlCol="0"/>
              <a:lstStyle/>
              <a:p>
                <a:endParaRPr sz="2400"/>
              </a:p>
            </p:txBody>
          </p:sp>
          <p:pic>
            <p:nvPicPr>
              <p:cNvPr id="65" name="object 65"/>
              <p:cNvPicPr/>
              <p:nvPr/>
            </p:nvPicPr>
            <p:blipFill>
              <a:blip r:embed="rId27" cstate="print"/>
              <a:stretch>
                <a:fillRect/>
              </a:stretch>
            </p:blipFill>
            <p:spPr>
              <a:xfrm>
                <a:off x="4071620" y="2603499"/>
                <a:ext cx="233679" cy="154686"/>
              </a:xfrm>
              <a:prstGeom prst="rect">
                <a:avLst/>
              </a:prstGeom>
            </p:spPr>
          </p:pic>
          <p:pic>
            <p:nvPicPr>
              <p:cNvPr id="66" name="object 66"/>
              <p:cNvPicPr/>
              <p:nvPr/>
            </p:nvPicPr>
            <p:blipFill>
              <a:blip r:embed="rId28" cstate="print"/>
              <a:stretch>
                <a:fillRect/>
              </a:stretch>
            </p:blipFill>
            <p:spPr>
              <a:xfrm>
                <a:off x="4371594" y="2543936"/>
                <a:ext cx="113918" cy="181610"/>
              </a:xfrm>
              <a:prstGeom prst="rect">
                <a:avLst/>
              </a:prstGeom>
            </p:spPr>
          </p:pic>
          <p:pic>
            <p:nvPicPr>
              <p:cNvPr id="67" name="object 67"/>
              <p:cNvPicPr/>
              <p:nvPr/>
            </p:nvPicPr>
            <p:blipFill>
              <a:blip r:embed="rId29" cstate="print"/>
              <a:stretch>
                <a:fillRect/>
              </a:stretch>
            </p:blipFill>
            <p:spPr>
              <a:xfrm>
                <a:off x="3824669" y="2859712"/>
                <a:ext cx="131127" cy="562756"/>
              </a:xfrm>
              <a:prstGeom prst="rect">
                <a:avLst/>
              </a:prstGeom>
            </p:spPr>
          </p:pic>
          <p:pic>
            <p:nvPicPr>
              <p:cNvPr id="68" name="object 68"/>
              <p:cNvPicPr/>
              <p:nvPr/>
            </p:nvPicPr>
            <p:blipFill>
              <a:blip r:embed="rId30" cstate="print"/>
              <a:stretch>
                <a:fillRect/>
              </a:stretch>
            </p:blipFill>
            <p:spPr>
              <a:xfrm>
                <a:off x="3876389" y="3492373"/>
                <a:ext cx="1024080" cy="209930"/>
              </a:xfrm>
              <a:prstGeom prst="rect">
                <a:avLst/>
              </a:prstGeom>
            </p:spPr>
          </p:pic>
          <p:pic>
            <p:nvPicPr>
              <p:cNvPr id="69" name="object 69"/>
              <p:cNvPicPr/>
              <p:nvPr/>
            </p:nvPicPr>
            <p:blipFill>
              <a:blip r:embed="rId31" cstate="print"/>
              <a:stretch>
                <a:fillRect/>
              </a:stretch>
            </p:blipFill>
            <p:spPr>
              <a:xfrm>
                <a:off x="5010402" y="3482362"/>
                <a:ext cx="856107" cy="274574"/>
              </a:xfrm>
              <a:prstGeom prst="rect">
                <a:avLst/>
              </a:prstGeom>
            </p:spPr>
          </p:pic>
        </p:grpSp>
      </p:grpSp>
      <p:sp>
        <p:nvSpPr>
          <p:cNvPr id="72" name="Slide Number Placeholder 71">
            <a:extLst>
              <a:ext uri="{FF2B5EF4-FFF2-40B4-BE49-F238E27FC236}">
                <a16:creationId xmlns:a16="http://schemas.microsoft.com/office/drawing/2014/main" id="{36A82BC4-3BD1-2635-28D5-3C7E13B54D14}"/>
              </a:ext>
            </a:extLst>
          </p:cNvPr>
          <p:cNvSpPr>
            <a:spLocks noGrp="1"/>
          </p:cNvSpPr>
          <p:nvPr>
            <p:ph type="sldNum" sz="quarter" idx="12"/>
          </p:nvPr>
        </p:nvSpPr>
        <p:spPr/>
        <p:txBody>
          <a:bodyPr/>
          <a:lstStyle/>
          <a:p>
            <a:fld id="{233E71FE-A542-4040-BA29-68F56A442EAC}" type="slidenum">
              <a:rPr lang="en-PS" smtClean="0"/>
              <a:t>14</a:t>
            </a:fld>
            <a:endParaRPr lang="en-PS"/>
          </a:p>
        </p:txBody>
      </p:sp>
      <p:cxnSp>
        <p:nvCxnSpPr>
          <p:cNvPr id="79" name="Straight Connector 78">
            <a:extLst>
              <a:ext uri="{FF2B5EF4-FFF2-40B4-BE49-F238E27FC236}">
                <a16:creationId xmlns:a16="http://schemas.microsoft.com/office/drawing/2014/main" id="{E50A2524-6238-92D4-B2A1-B73076C71C20}"/>
              </a:ext>
            </a:extLst>
          </p:cNvPr>
          <p:cNvCxnSpPr/>
          <p:nvPr/>
        </p:nvCxnSpPr>
        <p:spPr>
          <a:xfrm>
            <a:off x="4764024" y="723900"/>
            <a:ext cx="82296" cy="5815012"/>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E537FB4-51D7-084A-B75B-A1F663ED6D90}"/>
              </a:ext>
            </a:extLst>
          </p:cNvPr>
          <p:cNvCxnSpPr>
            <a:cxnSpLocks/>
          </p:cNvCxnSpPr>
          <p:nvPr/>
        </p:nvCxnSpPr>
        <p:spPr>
          <a:xfrm flipV="1">
            <a:off x="695750" y="1417178"/>
            <a:ext cx="3139466" cy="166943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1D7472-D9AD-228C-9D13-19C90D22ABF6}"/>
              </a:ext>
            </a:extLst>
          </p:cNvPr>
          <p:cNvSpPr>
            <a:spLocks noGrp="1"/>
          </p:cNvSpPr>
          <p:nvPr>
            <p:ph type="sldNum" sz="quarter" idx="7"/>
          </p:nvPr>
        </p:nvSpPr>
        <p:spPr/>
        <p:txBody>
          <a:bodyPr/>
          <a:lstStyle/>
          <a:p>
            <a:fld id="{B6F15528-21DE-4FAA-801E-634DDDAF4B2B}" type="slidenum">
              <a:rPr lang="en-PS" smtClean="0"/>
              <a:t>15</a:t>
            </a:fld>
            <a:endParaRPr lang="en-PS"/>
          </a:p>
        </p:txBody>
      </p:sp>
      <p:sp>
        <p:nvSpPr>
          <p:cNvPr id="6" name="Title 5">
            <a:extLst>
              <a:ext uri="{FF2B5EF4-FFF2-40B4-BE49-F238E27FC236}">
                <a16:creationId xmlns:a16="http://schemas.microsoft.com/office/drawing/2014/main" id="{DC66CE6B-6DE7-DF92-F6E1-C90C9FF1F129}"/>
              </a:ext>
            </a:extLst>
          </p:cNvPr>
          <p:cNvSpPr>
            <a:spLocks noGrp="1"/>
          </p:cNvSpPr>
          <p:nvPr>
            <p:ph type="ctrTitle"/>
          </p:nvPr>
        </p:nvSpPr>
        <p:spPr>
          <a:xfrm>
            <a:off x="561172" y="1416040"/>
            <a:ext cx="10792628" cy="609398"/>
          </a:xfrm>
        </p:spPr>
        <p:txBody>
          <a:bodyPr/>
          <a:lstStyle/>
          <a:p>
            <a:r>
              <a:rPr lang="en-PS" sz="4400" dirty="0"/>
              <a:t>Linear regression with one variable</a:t>
            </a:r>
          </a:p>
        </p:txBody>
      </p:sp>
      <p:sp>
        <p:nvSpPr>
          <p:cNvPr id="8" name="Subtitle 7">
            <a:extLst>
              <a:ext uri="{FF2B5EF4-FFF2-40B4-BE49-F238E27FC236}">
                <a16:creationId xmlns:a16="http://schemas.microsoft.com/office/drawing/2014/main" id="{7EEF8238-B877-51B6-197E-DD92D3162286}"/>
              </a:ext>
            </a:extLst>
          </p:cNvPr>
          <p:cNvSpPr>
            <a:spLocks noGrp="1"/>
          </p:cNvSpPr>
          <p:nvPr>
            <p:ph type="subTitle" idx="4"/>
          </p:nvPr>
        </p:nvSpPr>
        <p:spPr>
          <a:xfrm>
            <a:off x="1688511" y="3337560"/>
            <a:ext cx="8269562" cy="729623"/>
          </a:xfrm>
        </p:spPr>
        <p:txBody>
          <a:bodyPr/>
          <a:lstStyle/>
          <a:p>
            <a:pPr marL="0" indent="0">
              <a:buNone/>
            </a:pPr>
            <a:r>
              <a:rPr lang="en-PS" dirty="0"/>
              <a:t>Intution of cost function </a:t>
            </a:r>
          </a:p>
        </p:txBody>
      </p:sp>
      <p:sp>
        <p:nvSpPr>
          <p:cNvPr id="9" name="TextBox 8">
            <a:extLst>
              <a:ext uri="{FF2B5EF4-FFF2-40B4-BE49-F238E27FC236}">
                <a16:creationId xmlns:a16="http://schemas.microsoft.com/office/drawing/2014/main" id="{FA1F93A2-A5A0-1078-0583-5FE005E413DD}"/>
              </a:ext>
            </a:extLst>
          </p:cNvPr>
          <p:cNvSpPr txBox="1"/>
          <p:nvPr/>
        </p:nvSpPr>
        <p:spPr>
          <a:xfrm>
            <a:off x="722376" y="5241905"/>
            <a:ext cx="10201832" cy="400110"/>
          </a:xfrm>
          <a:prstGeom prst="rect">
            <a:avLst/>
          </a:prstGeom>
          <a:noFill/>
        </p:spPr>
        <p:txBody>
          <a:bodyPr wrap="none" rtlCol="0">
            <a:spAutoFit/>
          </a:bodyPr>
          <a:lstStyle/>
          <a:p>
            <a:r>
              <a:rPr lang="en-PS" sz="2000" dirty="0"/>
              <a:t>This part will show how the cost function can be used to find the best parameters for the model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6981271" y="3945979"/>
            <a:ext cx="689187" cy="319532"/>
            <a:chOff x="5235955" y="2959480"/>
            <a:chExt cx="516890" cy="239649"/>
          </a:xfrm>
        </p:grpSpPr>
        <p:pic>
          <p:nvPicPr>
            <p:cNvPr id="4" name="object 4"/>
            <p:cNvPicPr/>
            <p:nvPr/>
          </p:nvPicPr>
          <p:blipFill>
            <a:blip r:embed="rId2" cstate="print"/>
            <a:stretch>
              <a:fillRect/>
            </a:stretch>
          </p:blipFill>
          <p:spPr>
            <a:xfrm>
              <a:off x="5235955" y="2979038"/>
              <a:ext cx="114173" cy="220091"/>
            </a:xfrm>
            <a:prstGeom prst="rect">
              <a:avLst/>
            </a:prstGeom>
          </p:spPr>
        </p:pic>
        <p:sp>
          <p:nvSpPr>
            <p:cNvPr id="5" name="object 5"/>
            <p:cNvSpPr/>
            <p:nvPr/>
          </p:nvSpPr>
          <p:spPr>
            <a:xfrm>
              <a:off x="5386450" y="2959480"/>
              <a:ext cx="366395" cy="238760"/>
            </a:xfrm>
            <a:custGeom>
              <a:avLst/>
              <a:gdLst/>
              <a:ahLst/>
              <a:cxnLst/>
              <a:rect l="l" t="t" r="r" b="b"/>
              <a:pathLst>
                <a:path w="366395" h="238760">
                  <a:moveTo>
                    <a:pt x="290449" y="0"/>
                  </a:moveTo>
                  <a:lnTo>
                    <a:pt x="287020" y="9651"/>
                  </a:lnTo>
                  <a:lnTo>
                    <a:pt x="300809" y="15654"/>
                  </a:lnTo>
                  <a:lnTo>
                    <a:pt x="312658" y="23955"/>
                  </a:lnTo>
                  <a:lnTo>
                    <a:pt x="336748" y="62404"/>
                  </a:lnTo>
                  <a:lnTo>
                    <a:pt x="344677" y="117982"/>
                  </a:lnTo>
                  <a:lnTo>
                    <a:pt x="343796" y="138955"/>
                  </a:lnTo>
                  <a:lnTo>
                    <a:pt x="330581" y="190373"/>
                  </a:lnTo>
                  <a:lnTo>
                    <a:pt x="300952" y="222573"/>
                  </a:lnTo>
                  <a:lnTo>
                    <a:pt x="287400" y="228600"/>
                  </a:lnTo>
                  <a:lnTo>
                    <a:pt x="290449" y="238251"/>
                  </a:lnTo>
                  <a:lnTo>
                    <a:pt x="335954" y="211195"/>
                  </a:lnTo>
                  <a:lnTo>
                    <a:pt x="361473" y="161258"/>
                  </a:lnTo>
                  <a:lnTo>
                    <a:pt x="366395" y="119252"/>
                  </a:lnTo>
                  <a:lnTo>
                    <a:pt x="365158" y="97397"/>
                  </a:lnTo>
                  <a:lnTo>
                    <a:pt x="355304" y="58638"/>
                  </a:lnTo>
                  <a:lnTo>
                    <a:pt x="322818" y="15319"/>
                  </a:lnTo>
                  <a:lnTo>
                    <a:pt x="307687" y="6260"/>
                  </a:lnTo>
                  <a:lnTo>
                    <a:pt x="290449" y="0"/>
                  </a:lnTo>
                  <a:close/>
                </a:path>
                <a:path w="366395" h="238760">
                  <a:moveTo>
                    <a:pt x="76073" y="0"/>
                  </a:moveTo>
                  <a:lnTo>
                    <a:pt x="30567" y="27164"/>
                  </a:lnTo>
                  <a:lnTo>
                    <a:pt x="4937" y="77184"/>
                  </a:lnTo>
                  <a:lnTo>
                    <a:pt x="0" y="119252"/>
                  </a:lnTo>
                  <a:lnTo>
                    <a:pt x="1236" y="141089"/>
                  </a:lnTo>
                  <a:lnTo>
                    <a:pt x="11090" y="179760"/>
                  </a:lnTo>
                  <a:lnTo>
                    <a:pt x="43497" y="222996"/>
                  </a:lnTo>
                  <a:lnTo>
                    <a:pt x="76073" y="238251"/>
                  </a:lnTo>
                  <a:lnTo>
                    <a:pt x="78994" y="228600"/>
                  </a:lnTo>
                  <a:lnTo>
                    <a:pt x="65444" y="222573"/>
                  </a:lnTo>
                  <a:lnTo>
                    <a:pt x="53752" y="214201"/>
                  </a:lnTo>
                  <a:lnTo>
                    <a:pt x="29753" y="175186"/>
                  </a:lnTo>
                  <a:lnTo>
                    <a:pt x="21716" y="117982"/>
                  </a:lnTo>
                  <a:lnTo>
                    <a:pt x="22617" y="97647"/>
                  </a:lnTo>
                  <a:lnTo>
                    <a:pt x="35940" y="47498"/>
                  </a:lnTo>
                  <a:lnTo>
                    <a:pt x="65659" y="15654"/>
                  </a:lnTo>
                  <a:lnTo>
                    <a:pt x="79375" y="9651"/>
                  </a:lnTo>
                  <a:lnTo>
                    <a:pt x="76073" y="0"/>
                  </a:lnTo>
                  <a:close/>
                </a:path>
              </a:pathLst>
            </a:custGeom>
            <a:solidFill>
              <a:srgbClr val="000000"/>
            </a:solidFill>
          </p:spPr>
          <p:txBody>
            <a:bodyPr wrap="square" lIns="0" tIns="0" rIns="0" bIns="0" rtlCol="0"/>
            <a:lstStyle/>
            <a:p>
              <a:endParaRPr sz="2400"/>
            </a:p>
          </p:txBody>
        </p:sp>
        <p:pic>
          <p:nvPicPr>
            <p:cNvPr id="6" name="object 6"/>
            <p:cNvPicPr/>
            <p:nvPr/>
          </p:nvPicPr>
          <p:blipFill>
            <a:blip r:embed="rId3" cstate="print"/>
            <a:stretch>
              <a:fillRect/>
            </a:stretch>
          </p:blipFill>
          <p:spPr>
            <a:xfrm>
              <a:off x="5475604" y="3030473"/>
              <a:ext cx="179450" cy="122046"/>
            </a:xfrm>
            <a:prstGeom prst="rect">
              <a:avLst/>
            </a:prstGeom>
          </p:spPr>
        </p:pic>
      </p:grpSp>
      <p:sp>
        <p:nvSpPr>
          <p:cNvPr id="8" name="object 8"/>
          <p:cNvSpPr/>
          <p:nvPr/>
        </p:nvSpPr>
        <p:spPr>
          <a:xfrm>
            <a:off x="7811855" y="4056890"/>
            <a:ext cx="206587" cy="92287"/>
          </a:xfrm>
          <a:custGeom>
            <a:avLst/>
            <a:gdLst/>
            <a:ahLst/>
            <a:cxnLst/>
            <a:rect l="l" t="t" r="r" b="b"/>
            <a:pathLst>
              <a:path w="154939" h="69214">
                <a:moveTo>
                  <a:pt x="154686" y="52070"/>
                </a:moveTo>
                <a:lnTo>
                  <a:pt x="0" y="52070"/>
                </a:lnTo>
                <a:lnTo>
                  <a:pt x="0" y="68834"/>
                </a:lnTo>
                <a:lnTo>
                  <a:pt x="154686" y="68834"/>
                </a:lnTo>
                <a:lnTo>
                  <a:pt x="154686" y="52070"/>
                </a:lnTo>
                <a:close/>
              </a:path>
              <a:path w="154939" h="69214">
                <a:moveTo>
                  <a:pt x="154686" y="0"/>
                </a:moveTo>
                <a:lnTo>
                  <a:pt x="0" y="0"/>
                </a:lnTo>
                <a:lnTo>
                  <a:pt x="0" y="16637"/>
                </a:lnTo>
                <a:lnTo>
                  <a:pt x="154686" y="16637"/>
                </a:lnTo>
                <a:lnTo>
                  <a:pt x="154686" y="0"/>
                </a:lnTo>
                <a:close/>
              </a:path>
            </a:pathLst>
          </a:custGeom>
          <a:solidFill>
            <a:srgbClr val="000000"/>
          </a:solidFill>
        </p:spPr>
        <p:txBody>
          <a:bodyPr wrap="square" lIns="0" tIns="0" rIns="0" bIns="0" rtlCol="0"/>
          <a:lstStyle/>
          <a:p>
            <a:endParaRPr sz="2400"/>
          </a:p>
        </p:txBody>
      </p:sp>
      <p:grpSp>
        <p:nvGrpSpPr>
          <p:cNvPr id="9" name="object 9"/>
          <p:cNvGrpSpPr/>
          <p:nvPr/>
        </p:nvGrpSpPr>
        <p:grpSpPr>
          <a:xfrm>
            <a:off x="8129694" y="3775458"/>
            <a:ext cx="2270761" cy="859367"/>
            <a:chOff x="6097270" y="2831592"/>
            <a:chExt cx="1703070" cy="644525"/>
          </a:xfrm>
        </p:grpSpPr>
        <p:sp>
          <p:nvSpPr>
            <p:cNvPr id="10" name="object 10"/>
            <p:cNvSpPr/>
            <p:nvPr/>
          </p:nvSpPr>
          <p:spPr>
            <a:xfrm>
              <a:off x="6097270" y="2831591"/>
              <a:ext cx="718820" cy="644525"/>
            </a:xfrm>
            <a:custGeom>
              <a:avLst/>
              <a:gdLst/>
              <a:ahLst/>
              <a:cxnLst/>
              <a:rect l="l" t="t" r="r" b="b"/>
              <a:pathLst>
                <a:path w="718820" h="644525">
                  <a:moveTo>
                    <a:pt x="361950" y="233172"/>
                  </a:moveTo>
                  <a:lnTo>
                    <a:pt x="0" y="233172"/>
                  </a:lnTo>
                  <a:lnTo>
                    <a:pt x="0" y="252222"/>
                  </a:lnTo>
                  <a:lnTo>
                    <a:pt x="361950" y="252222"/>
                  </a:lnTo>
                  <a:lnTo>
                    <a:pt x="361950" y="233172"/>
                  </a:lnTo>
                  <a:close/>
                </a:path>
                <a:path w="718820" h="644525">
                  <a:moveTo>
                    <a:pt x="467474" y="511175"/>
                  </a:moveTo>
                  <a:lnTo>
                    <a:pt x="448818" y="511175"/>
                  </a:lnTo>
                  <a:lnTo>
                    <a:pt x="444500" y="531241"/>
                  </a:lnTo>
                  <a:lnTo>
                    <a:pt x="462902" y="531241"/>
                  </a:lnTo>
                  <a:lnTo>
                    <a:pt x="467474" y="511175"/>
                  </a:lnTo>
                  <a:close/>
                </a:path>
                <a:path w="718820" h="644525">
                  <a:moveTo>
                    <a:pt x="471043" y="626618"/>
                  </a:moveTo>
                  <a:lnTo>
                    <a:pt x="464693" y="620395"/>
                  </a:lnTo>
                  <a:lnTo>
                    <a:pt x="461124" y="624205"/>
                  </a:lnTo>
                  <a:lnTo>
                    <a:pt x="459600" y="625729"/>
                  </a:lnTo>
                  <a:lnTo>
                    <a:pt x="449580" y="631952"/>
                  </a:lnTo>
                  <a:lnTo>
                    <a:pt x="446532" y="631952"/>
                  </a:lnTo>
                  <a:lnTo>
                    <a:pt x="445135" y="631444"/>
                  </a:lnTo>
                  <a:lnTo>
                    <a:pt x="444119" y="630428"/>
                  </a:lnTo>
                  <a:lnTo>
                    <a:pt x="443230" y="629285"/>
                  </a:lnTo>
                  <a:lnTo>
                    <a:pt x="442722" y="627634"/>
                  </a:lnTo>
                  <a:lnTo>
                    <a:pt x="442849" y="621538"/>
                  </a:lnTo>
                  <a:lnTo>
                    <a:pt x="443611" y="617220"/>
                  </a:lnTo>
                  <a:lnTo>
                    <a:pt x="444246" y="614299"/>
                  </a:lnTo>
                  <a:lnTo>
                    <a:pt x="445008" y="610616"/>
                  </a:lnTo>
                  <a:lnTo>
                    <a:pt x="458851" y="548767"/>
                  </a:lnTo>
                  <a:lnTo>
                    <a:pt x="454279" y="548767"/>
                  </a:lnTo>
                  <a:lnTo>
                    <a:pt x="427355" y="549783"/>
                  </a:lnTo>
                  <a:lnTo>
                    <a:pt x="426199" y="556006"/>
                  </a:lnTo>
                  <a:lnTo>
                    <a:pt x="430149" y="556133"/>
                  </a:lnTo>
                  <a:lnTo>
                    <a:pt x="433070" y="556768"/>
                  </a:lnTo>
                  <a:lnTo>
                    <a:pt x="436118" y="559054"/>
                  </a:lnTo>
                  <a:lnTo>
                    <a:pt x="437007" y="560832"/>
                  </a:lnTo>
                  <a:lnTo>
                    <a:pt x="437007" y="565912"/>
                  </a:lnTo>
                  <a:lnTo>
                    <a:pt x="436626" y="568833"/>
                  </a:lnTo>
                  <a:lnTo>
                    <a:pt x="436118" y="572135"/>
                  </a:lnTo>
                  <a:lnTo>
                    <a:pt x="435483" y="575691"/>
                  </a:lnTo>
                  <a:lnTo>
                    <a:pt x="434721" y="579247"/>
                  </a:lnTo>
                  <a:lnTo>
                    <a:pt x="433959" y="582930"/>
                  </a:lnTo>
                  <a:lnTo>
                    <a:pt x="432181" y="590550"/>
                  </a:lnTo>
                  <a:lnTo>
                    <a:pt x="431152" y="594487"/>
                  </a:lnTo>
                  <a:lnTo>
                    <a:pt x="430276" y="598424"/>
                  </a:lnTo>
                  <a:lnTo>
                    <a:pt x="425145" y="630174"/>
                  </a:lnTo>
                  <a:lnTo>
                    <a:pt x="425450" y="631952"/>
                  </a:lnTo>
                  <a:lnTo>
                    <a:pt x="426974" y="636270"/>
                  </a:lnTo>
                  <a:lnTo>
                    <a:pt x="427977" y="638048"/>
                  </a:lnTo>
                  <a:lnTo>
                    <a:pt x="429374" y="639572"/>
                  </a:lnTo>
                  <a:lnTo>
                    <a:pt x="430657" y="641096"/>
                  </a:lnTo>
                  <a:lnTo>
                    <a:pt x="432308" y="642239"/>
                  </a:lnTo>
                  <a:lnTo>
                    <a:pt x="436118" y="644017"/>
                  </a:lnTo>
                  <a:lnTo>
                    <a:pt x="438277" y="644398"/>
                  </a:lnTo>
                  <a:lnTo>
                    <a:pt x="443103" y="644398"/>
                  </a:lnTo>
                  <a:lnTo>
                    <a:pt x="465480" y="631952"/>
                  </a:lnTo>
                  <a:lnTo>
                    <a:pt x="471043" y="626618"/>
                  </a:lnTo>
                  <a:close/>
                </a:path>
                <a:path w="718820" h="644525">
                  <a:moveTo>
                    <a:pt x="608711" y="601472"/>
                  </a:moveTo>
                  <a:lnTo>
                    <a:pt x="501523" y="601472"/>
                  </a:lnTo>
                  <a:lnTo>
                    <a:pt x="501523" y="615696"/>
                  </a:lnTo>
                  <a:lnTo>
                    <a:pt x="608711" y="615696"/>
                  </a:lnTo>
                  <a:lnTo>
                    <a:pt x="608711" y="601472"/>
                  </a:lnTo>
                  <a:close/>
                </a:path>
                <a:path w="718820" h="644525">
                  <a:moveTo>
                    <a:pt x="608711" y="560959"/>
                  </a:moveTo>
                  <a:lnTo>
                    <a:pt x="501523" y="560959"/>
                  </a:lnTo>
                  <a:lnTo>
                    <a:pt x="501523" y="575183"/>
                  </a:lnTo>
                  <a:lnTo>
                    <a:pt x="608711" y="575183"/>
                  </a:lnTo>
                  <a:lnTo>
                    <a:pt x="608711" y="560959"/>
                  </a:lnTo>
                  <a:close/>
                </a:path>
                <a:path w="718820" h="644525">
                  <a:moveTo>
                    <a:pt x="718566" y="398907"/>
                  </a:moveTo>
                  <a:lnTo>
                    <a:pt x="700024" y="398907"/>
                  </a:lnTo>
                  <a:lnTo>
                    <a:pt x="697115" y="414959"/>
                  </a:lnTo>
                  <a:lnTo>
                    <a:pt x="693940" y="427888"/>
                  </a:lnTo>
                  <a:lnTo>
                    <a:pt x="690499" y="437680"/>
                  </a:lnTo>
                  <a:lnTo>
                    <a:pt x="686816" y="444373"/>
                  </a:lnTo>
                  <a:lnTo>
                    <a:pt x="681736" y="451104"/>
                  </a:lnTo>
                  <a:lnTo>
                    <a:pt x="674370" y="454533"/>
                  </a:lnTo>
                  <a:lnTo>
                    <a:pt x="446786" y="454533"/>
                  </a:lnTo>
                  <a:lnTo>
                    <a:pt x="608584" y="235077"/>
                  </a:lnTo>
                  <a:lnTo>
                    <a:pt x="608584" y="219837"/>
                  </a:lnTo>
                  <a:lnTo>
                    <a:pt x="458724" y="16383"/>
                  </a:lnTo>
                  <a:lnTo>
                    <a:pt x="656844" y="16383"/>
                  </a:lnTo>
                  <a:lnTo>
                    <a:pt x="687527" y="40462"/>
                  </a:lnTo>
                  <a:lnTo>
                    <a:pt x="695198" y="74295"/>
                  </a:lnTo>
                  <a:lnTo>
                    <a:pt x="711835" y="74295"/>
                  </a:lnTo>
                  <a:lnTo>
                    <a:pt x="711835" y="0"/>
                  </a:lnTo>
                  <a:lnTo>
                    <a:pt x="408559" y="0"/>
                  </a:lnTo>
                  <a:lnTo>
                    <a:pt x="408559" y="11938"/>
                  </a:lnTo>
                  <a:lnTo>
                    <a:pt x="579247" y="240030"/>
                  </a:lnTo>
                  <a:lnTo>
                    <a:pt x="403352" y="478536"/>
                  </a:lnTo>
                  <a:lnTo>
                    <a:pt x="403352" y="490982"/>
                  </a:lnTo>
                  <a:lnTo>
                    <a:pt x="712089" y="490982"/>
                  </a:lnTo>
                  <a:lnTo>
                    <a:pt x="718566" y="398907"/>
                  </a:lnTo>
                  <a:close/>
                </a:path>
              </a:pathLst>
            </a:custGeom>
            <a:solidFill>
              <a:srgbClr val="000000"/>
            </a:solidFill>
          </p:spPr>
          <p:txBody>
            <a:bodyPr wrap="square" lIns="0" tIns="0" rIns="0" bIns="0" rtlCol="0"/>
            <a:lstStyle/>
            <a:p>
              <a:endParaRPr sz="2400"/>
            </a:p>
          </p:txBody>
        </p:sp>
        <p:pic>
          <p:nvPicPr>
            <p:cNvPr id="11" name="object 11"/>
            <p:cNvPicPr/>
            <p:nvPr/>
          </p:nvPicPr>
          <p:blipFill>
            <a:blip r:embed="rId4" cstate="print"/>
            <a:stretch>
              <a:fillRect/>
            </a:stretch>
          </p:blipFill>
          <p:spPr>
            <a:xfrm>
              <a:off x="6742938" y="3354578"/>
              <a:ext cx="78993" cy="119761"/>
            </a:xfrm>
            <a:prstGeom prst="rect">
              <a:avLst/>
            </a:prstGeom>
          </p:spPr>
        </p:pic>
        <p:pic>
          <p:nvPicPr>
            <p:cNvPr id="12" name="object 12"/>
            <p:cNvPicPr/>
            <p:nvPr/>
          </p:nvPicPr>
          <p:blipFill>
            <a:blip r:embed="rId5" cstate="print"/>
            <a:stretch>
              <a:fillRect/>
            </a:stretch>
          </p:blipFill>
          <p:spPr>
            <a:xfrm>
              <a:off x="6862826" y="2969006"/>
              <a:ext cx="328929" cy="240156"/>
            </a:xfrm>
            <a:prstGeom prst="rect">
              <a:avLst/>
            </a:prstGeom>
          </p:spPr>
        </p:pic>
        <p:sp>
          <p:nvSpPr>
            <p:cNvPr id="13" name="object 13"/>
            <p:cNvSpPr/>
            <p:nvPr/>
          </p:nvSpPr>
          <p:spPr>
            <a:xfrm>
              <a:off x="7224782" y="2921762"/>
              <a:ext cx="575310" cy="311150"/>
            </a:xfrm>
            <a:custGeom>
              <a:avLst/>
              <a:gdLst/>
              <a:ahLst/>
              <a:cxnLst/>
              <a:rect l="l" t="t" r="r" b="b"/>
              <a:pathLst>
                <a:path w="575309" h="311150">
                  <a:moveTo>
                    <a:pt x="493516" y="0"/>
                  </a:moveTo>
                  <a:lnTo>
                    <a:pt x="490468" y="10287"/>
                  </a:lnTo>
                  <a:lnTo>
                    <a:pt x="504705" y="17672"/>
                  </a:lnTo>
                  <a:lnTo>
                    <a:pt x="517122" y="28416"/>
                  </a:lnTo>
                  <a:lnTo>
                    <a:pt x="543276" y="80456"/>
                  </a:lnTo>
                  <a:lnTo>
                    <a:pt x="551086" y="128133"/>
                  </a:lnTo>
                  <a:lnTo>
                    <a:pt x="552063" y="155448"/>
                  </a:lnTo>
                  <a:lnTo>
                    <a:pt x="551086" y="182669"/>
                  </a:lnTo>
                  <a:lnTo>
                    <a:pt x="543276" y="230207"/>
                  </a:lnTo>
                  <a:lnTo>
                    <a:pt x="527704" y="268047"/>
                  </a:lnTo>
                  <a:lnTo>
                    <a:pt x="490468" y="300355"/>
                  </a:lnTo>
                  <a:lnTo>
                    <a:pt x="493516" y="310642"/>
                  </a:lnTo>
                  <a:lnTo>
                    <a:pt x="528266" y="292163"/>
                  </a:lnTo>
                  <a:lnTo>
                    <a:pt x="553968" y="257301"/>
                  </a:lnTo>
                  <a:lnTo>
                    <a:pt x="569858" y="210216"/>
                  </a:lnTo>
                  <a:lnTo>
                    <a:pt x="575177" y="155320"/>
                  </a:lnTo>
                  <a:lnTo>
                    <a:pt x="573845" y="126813"/>
                  </a:lnTo>
                  <a:lnTo>
                    <a:pt x="563229" y="75846"/>
                  </a:lnTo>
                  <a:lnTo>
                    <a:pt x="542254" y="33861"/>
                  </a:lnTo>
                  <a:lnTo>
                    <a:pt x="512016" y="7191"/>
                  </a:lnTo>
                  <a:lnTo>
                    <a:pt x="493516" y="0"/>
                  </a:lnTo>
                  <a:close/>
                </a:path>
                <a:path w="575309" h="311150">
                  <a:moveTo>
                    <a:pt x="81655" y="0"/>
                  </a:moveTo>
                  <a:lnTo>
                    <a:pt x="46952" y="18478"/>
                  </a:lnTo>
                  <a:lnTo>
                    <a:pt x="21203" y="53339"/>
                  </a:lnTo>
                  <a:lnTo>
                    <a:pt x="5312" y="100330"/>
                  </a:lnTo>
                  <a:lnTo>
                    <a:pt x="0" y="155448"/>
                  </a:lnTo>
                  <a:lnTo>
                    <a:pt x="1325" y="183757"/>
                  </a:lnTo>
                  <a:lnTo>
                    <a:pt x="11941" y="234723"/>
                  </a:lnTo>
                  <a:lnTo>
                    <a:pt x="32970" y="276780"/>
                  </a:lnTo>
                  <a:lnTo>
                    <a:pt x="63172" y="303450"/>
                  </a:lnTo>
                  <a:lnTo>
                    <a:pt x="81655" y="310642"/>
                  </a:lnTo>
                  <a:lnTo>
                    <a:pt x="84830" y="300355"/>
                  </a:lnTo>
                  <a:lnTo>
                    <a:pt x="70518" y="292951"/>
                  </a:lnTo>
                  <a:lnTo>
                    <a:pt x="58064" y="282178"/>
                  </a:lnTo>
                  <a:lnTo>
                    <a:pt x="31894" y="230207"/>
                  </a:lnTo>
                  <a:lnTo>
                    <a:pt x="24084" y="182669"/>
                  </a:lnTo>
                  <a:lnTo>
                    <a:pt x="23112" y="155320"/>
                  </a:lnTo>
                  <a:lnTo>
                    <a:pt x="24084" y="128133"/>
                  </a:lnTo>
                  <a:lnTo>
                    <a:pt x="31894" y="80456"/>
                  </a:lnTo>
                  <a:lnTo>
                    <a:pt x="47468" y="42541"/>
                  </a:lnTo>
                  <a:lnTo>
                    <a:pt x="84830" y="10287"/>
                  </a:lnTo>
                  <a:lnTo>
                    <a:pt x="81655" y="0"/>
                  </a:lnTo>
                  <a:close/>
                </a:path>
              </a:pathLst>
            </a:custGeom>
            <a:solidFill>
              <a:srgbClr val="000000"/>
            </a:solidFill>
          </p:spPr>
          <p:txBody>
            <a:bodyPr wrap="square" lIns="0" tIns="0" rIns="0" bIns="0" rtlCol="0"/>
            <a:lstStyle/>
            <a:p>
              <a:endParaRPr sz="2400"/>
            </a:p>
          </p:txBody>
        </p:sp>
        <p:pic>
          <p:nvPicPr>
            <p:cNvPr id="14" name="object 14"/>
            <p:cNvPicPr/>
            <p:nvPr/>
          </p:nvPicPr>
          <p:blipFill>
            <a:blip r:embed="rId6" cstate="print"/>
            <a:stretch>
              <a:fillRect/>
            </a:stretch>
          </p:blipFill>
          <p:spPr>
            <a:xfrm>
              <a:off x="7320280" y="3028315"/>
              <a:ext cx="129286" cy="124206"/>
            </a:xfrm>
            <a:prstGeom prst="rect">
              <a:avLst/>
            </a:prstGeom>
          </p:spPr>
        </p:pic>
        <p:pic>
          <p:nvPicPr>
            <p:cNvPr id="15" name="object 15"/>
            <p:cNvPicPr/>
            <p:nvPr/>
          </p:nvPicPr>
          <p:blipFill>
            <a:blip r:embed="rId7" cstate="print"/>
            <a:stretch>
              <a:fillRect/>
            </a:stretch>
          </p:blipFill>
          <p:spPr>
            <a:xfrm>
              <a:off x="7485634" y="2911348"/>
              <a:ext cx="197993" cy="176402"/>
            </a:xfrm>
            <a:prstGeom prst="rect">
              <a:avLst/>
            </a:prstGeom>
          </p:spPr>
        </p:pic>
      </p:grpSp>
      <p:pic>
        <p:nvPicPr>
          <p:cNvPr id="16" name="object 16"/>
          <p:cNvPicPr/>
          <p:nvPr/>
        </p:nvPicPr>
        <p:blipFill>
          <a:blip r:embed="rId8" cstate="print"/>
          <a:stretch>
            <a:fillRect/>
          </a:stretch>
        </p:blipFill>
        <p:spPr>
          <a:xfrm>
            <a:off x="8299196" y="3715513"/>
            <a:ext cx="133265" cy="231140"/>
          </a:xfrm>
          <a:prstGeom prst="rect">
            <a:avLst/>
          </a:prstGeom>
        </p:spPr>
      </p:pic>
      <p:sp>
        <p:nvSpPr>
          <p:cNvPr id="17" name="object 17"/>
          <p:cNvSpPr/>
          <p:nvPr/>
        </p:nvSpPr>
        <p:spPr>
          <a:xfrm>
            <a:off x="8151370" y="4198113"/>
            <a:ext cx="452967" cy="234527"/>
          </a:xfrm>
          <a:custGeom>
            <a:avLst/>
            <a:gdLst/>
            <a:ahLst/>
            <a:cxnLst/>
            <a:rect l="l" t="t" r="r" b="b"/>
            <a:pathLst>
              <a:path w="339725" h="175895">
                <a:moveTo>
                  <a:pt x="319591" y="66040"/>
                </a:moveTo>
                <a:lnTo>
                  <a:pt x="290702" y="66040"/>
                </a:lnTo>
                <a:lnTo>
                  <a:pt x="293877" y="67310"/>
                </a:lnTo>
                <a:lnTo>
                  <a:pt x="297688" y="72390"/>
                </a:lnTo>
                <a:lnTo>
                  <a:pt x="298703" y="76581"/>
                </a:lnTo>
                <a:lnTo>
                  <a:pt x="298619" y="85725"/>
                </a:lnTo>
                <a:lnTo>
                  <a:pt x="298428" y="87884"/>
                </a:lnTo>
                <a:lnTo>
                  <a:pt x="297179" y="95250"/>
                </a:lnTo>
                <a:lnTo>
                  <a:pt x="295783" y="101092"/>
                </a:lnTo>
                <a:lnTo>
                  <a:pt x="293750" y="108966"/>
                </a:lnTo>
                <a:lnTo>
                  <a:pt x="288289" y="130683"/>
                </a:lnTo>
                <a:lnTo>
                  <a:pt x="285496" y="141224"/>
                </a:lnTo>
                <a:lnTo>
                  <a:pt x="284099" y="149225"/>
                </a:lnTo>
                <a:lnTo>
                  <a:pt x="284183" y="160909"/>
                </a:lnTo>
                <a:lnTo>
                  <a:pt x="285750" y="165608"/>
                </a:lnTo>
                <a:lnTo>
                  <a:pt x="292353" y="173482"/>
                </a:lnTo>
                <a:lnTo>
                  <a:pt x="296672" y="175387"/>
                </a:lnTo>
                <a:lnTo>
                  <a:pt x="308990" y="175387"/>
                </a:lnTo>
                <a:lnTo>
                  <a:pt x="315087" y="173609"/>
                </a:lnTo>
                <a:lnTo>
                  <a:pt x="320421" y="169926"/>
                </a:lnTo>
                <a:lnTo>
                  <a:pt x="325754" y="166370"/>
                </a:lnTo>
                <a:lnTo>
                  <a:pt x="331960" y="160909"/>
                </a:lnTo>
                <a:lnTo>
                  <a:pt x="309625" y="160909"/>
                </a:lnTo>
                <a:lnTo>
                  <a:pt x="307975" y="160147"/>
                </a:lnTo>
                <a:lnTo>
                  <a:pt x="306832" y="158623"/>
                </a:lnTo>
                <a:lnTo>
                  <a:pt x="305815" y="157226"/>
                </a:lnTo>
                <a:lnTo>
                  <a:pt x="305181" y="154686"/>
                </a:lnTo>
                <a:lnTo>
                  <a:pt x="305181" y="147574"/>
                </a:lnTo>
                <a:lnTo>
                  <a:pt x="306324" y="141224"/>
                </a:lnTo>
                <a:lnTo>
                  <a:pt x="308610" y="132080"/>
                </a:lnTo>
                <a:lnTo>
                  <a:pt x="319150" y="89408"/>
                </a:lnTo>
                <a:lnTo>
                  <a:pt x="320421" y="81915"/>
                </a:lnTo>
                <a:lnTo>
                  <a:pt x="320301" y="68214"/>
                </a:lnTo>
                <a:lnTo>
                  <a:pt x="319591" y="66040"/>
                </a:lnTo>
                <a:close/>
              </a:path>
              <a:path w="339725" h="175895">
                <a:moveTo>
                  <a:pt x="183261" y="65659"/>
                </a:moveTo>
                <a:lnTo>
                  <a:pt x="159258" y="65659"/>
                </a:lnTo>
                <a:lnTo>
                  <a:pt x="161036" y="66421"/>
                </a:lnTo>
                <a:lnTo>
                  <a:pt x="162051" y="67818"/>
                </a:lnTo>
                <a:lnTo>
                  <a:pt x="163195" y="69342"/>
                </a:lnTo>
                <a:lnTo>
                  <a:pt x="163542" y="70993"/>
                </a:lnTo>
                <a:lnTo>
                  <a:pt x="163575" y="80391"/>
                </a:lnTo>
                <a:lnTo>
                  <a:pt x="162813" y="85725"/>
                </a:lnTo>
                <a:lnTo>
                  <a:pt x="160850" y="93980"/>
                </a:lnTo>
                <a:lnTo>
                  <a:pt x="142621" y="173355"/>
                </a:lnTo>
                <a:lnTo>
                  <a:pt x="164337" y="173355"/>
                </a:lnTo>
                <a:lnTo>
                  <a:pt x="176392" y="118491"/>
                </a:lnTo>
                <a:lnTo>
                  <a:pt x="178053" y="111252"/>
                </a:lnTo>
                <a:lnTo>
                  <a:pt x="191522" y="85217"/>
                </a:lnTo>
                <a:lnTo>
                  <a:pt x="181863" y="85217"/>
                </a:lnTo>
                <a:lnTo>
                  <a:pt x="180466" y="84709"/>
                </a:lnTo>
                <a:lnTo>
                  <a:pt x="182372" y="79502"/>
                </a:lnTo>
                <a:lnTo>
                  <a:pt x="183237" y="74803"/>
                </a:lnTo>
                <a:lnTo>
                  <a:pt x="183261" y="65659"/>
                </a:lnTo>
                <a:close/>
              </a:path>
              <a:path w="339725" h="175895">
                <a:moveTo>
                  <a:pt x="251587" y="66040"/>
                </a:moveTo>
                <a:lnTo>
                  <a:pt x="221996" y="66040"/>
                </a:lnTo>
                <a:lnTo>
                  <a:pt x="225298" y="67310"/>
                </a:lnTo>
                <a:lnTo>
                  <a:pt x="229615" y="72390"/>
                </a:lnTo>
                <a:lnTo>
                  <a:pt x="230602" y="76581"/>
                </a:lnTo>
                <a:lnTo>
                  <a:pt x="230601" y="85725"/>
                </a:lnTo>
                <a:lnTo>
                  <a:pt x="230377" y="88518"/>
                </a:lnTo>
                <a:lnTo>
                  <a:pt x="229108" y="96012"/>
                </a:lnTo>
                <a:lnTo>
                  <a:pt x="211709" y="173355"/>
                </a:lnTo>
                <a:lnTo>
                  <a:pt x="233425" y="173355"/>
                </a:lnTo>
                <a:lnTo>
                  <a:pt x="244856" y="118491"/>
                </a:lnTo>
                <a:lnTo>
                  <a:pt x="262988" y="81534"/>
                </a:lnTo>
                <a:lnTo>
                  <a:pt x="252475" y="81534"/>
                </a:lnTo>
                <a:lnTo>
                  <a:pt x="252602" y="69342"/>
                </a:lnTo>
                <a:lnTo>
                  <a:pt x="251587" y="66040"/>
                </a:lnTo>
                <a:close/>
              </a:path>
              <a:path w="339725" h="175895">
                <a:moveTo>
                  <a:pt x="332104" y="146050"/>
                </a:moveTo>
                <a:lnTo>
                  <a:pt x="326898" y="151892"/>
                </a:lnTo>
                <a:lnTo>
                  <a:pt x="322961" y="155829"/>
                </a:lnTo>
                <a:lnTo>
                  <a:pt x="320039" y="157861"/>
                </a:lnTo>
                <a:lnTo>
                  <a:pt x="317246" y="159893"/>
                </a:lnTo>
                <a:lnTo>
                  <a:pt x="314578" y="160909"/>
                </a:lnTo>
                <a:lnTo>
                  <a:pt x="331960" y="160909"/>
                </a:lnTo>
                <a:lnTo>
                  <a:pt x="332223" y="160655"/>
                </a:lnTo>
                <a:lnTo>
                  <a:pt x="339216" y="153162"/>
                </a:lnTo>
                <a:lnTo>
                  <a:pt x="332104" y="146050"/>
                </a:lnTo>
                <a:close/>
              </a:path>
              <a:path w="339725" h="175895">
                <a:moveTo>
                  <a:pt x="236093" y="51308"/>
                </a:moveTo>
                <a:lnTo>
                  <a:pt x="220218" y="51308"/>
                </a:lnTo>
                <a:lnTo>
                  <a:pt x="212471" y="54102"/>
                </a:lnTo>
                <a:lnTo>
                  <a:pt x="181863" y="85217"/>
                </a:lnTo>
                <a:lnTo>
                  <a:pt x="191522" y="85217"/>
                </a:lnTo>
                <a:lnTo>
                  <a:pt x="198247" y="76835"/>
                </a:lnTo>
                <a:lnTo>
                  <a:pt x="202564" y="72643"/>
                </a:lnTo>
                <a:lnTo>
                  <a:pt x="210693" y="67310"/>
                </a:lnTo>
                <a:lnTo>
                  <a:pt x="214249" y="66040"/>
                </a:lnTo>
                <a:lnTo>
                  <a:pt x="251587" y="66040"/>
                </a:lnTo>
                <a:lnTo>
                  <a:pt x="250571" y="62738"/>
                </a:lnTo>
                <a:lnTo>
                  <a:pt x="242188" y="53593"/>
                </a:lnTo>
                <a:lnTo>
                  <a:pt x="236093" y="51308"/>
                </a:lnTo>
                <a:close/>
              </a:path>
              <a:path w="339725" h="175895">
                <a:moveTo>
                  <a:pt x="304038" y="51308"/>
                </a:moveTo>
                <a:lnTo>
                  <a:pt x="288671" y="51308"/>
                </a:lnTo>
                <a:lnTo>
                  <a:pt x="281177" y="53848"/>
                </a:lnTo>
                <a:lnTo>
                  <a:pt x="252475" y="81534"/>
                </a:lnTo>
                <a:lnTo>
                  <a:pt x="262988" y="81534"/>
                </a:lnTo>
                <a:lnTo>
                  <a:pt x="266826" y="76708"/>
                </a:lnTo>
                <a:lnTo>
                  <a:pt x="271018" y="72643"/>
                </a:lnTo>
                <a:lnTo>
                  <a:pt x="279146" y="67310"/>
                </a:lnTo>
                <a:lnTo>
                  <a:pt x="282828" y="66040"/>
                </a:lnTo>
                <a:lnTo>
                  <a:pt x="319591" y="66040"/>
                </a:lnTo>
                <a:lnTo>
                  <a:pt x="318388" y="62357"/>
                </a:lnTo>
                <a:lnTo>
                  <a:pt x="310007" y="53467"/>
                </a:lnTo>
                <a:lnTo>
                  <a:pt x="304038" y="51308"/>
                </a:lnTo>
                <a:close/>
              </a:path>
              <a:path w="339725" h="175895">
                <a:moveTo>
                  <a:pt x="171450" y="51181"/>
                </a:moveTo>
                <a:lnTo>
                  <a:pt x="159893" y="51181"/>
                </a:lnTo>
                <a:lnTo>
                  <a:pt x="154050" y="52959"/>
                </a:lnTo>
                <a:lnTo>
                  <a:pt x="129666" y="73406"/>
                </a:lnTo>
                <a:lnTo>
                  <a:pt x="136778" y="80391"/>
                </a:lnTo>
                <a:lnTo>
                  <a:pt x="141859" y="74803"/>
                </a:lnTo>
                <a:lnTo>
                  <a:pt x="145796" y="70993"/>
                </a:lnTo>
                <a:lnTo>
                  <a:pt x="151637" y="66675"/>
                </a:lnTo>
                <a:lnTo>
                  <a:pt x="154304" y="65659"/>
                </a:lnTo>
                <a:lnTo>
                  <a:pt x="183261" y="65659"/>
                </a:lnTo>
                <a:lnTo>
                  <a:pt x="183261" y="64389"/>
                </a:lnTo>
                <a:lnTo>
                  <a:pt x="181737" y="59817"/>
                </a:lnTo>
                <a:lnTo>
                  <a:pt x="175640" y="52959"/>
                </a:lnTo>
                <a:lnTo>
                  <a:pt x="171450" y="51181"/>
                </a:lnTo>
                <a:close/>
              </a:path>
              <a:path w="339725" h="175895">
                <a:moveTo>
                  <a:pt x="92580" y="11557"/>
                </a:moveTo>
                <a:lnTo>
                  <a:pt x="56896" y="11557"/>
                </a:lnTo>
                <a:lnTo>
                  <a:pt x="62102" y="12827"/>
                </a:lnTo>
                <a:lnTo>
                  <a:pt x="66294" y="15621"/>
                </a:lnTo>
                <a:lnTo>
                  <a:pt x="70358" y="18415"/>
                </a:lnTo>
                <a:lnTo>
                  <a:pt x="73406" y="22225"/>
                </a:lnTo>
                <a:lnTo>
                  <a:pt x="77470" y="31877"/>
                </a:lnTo>
                <a:lnTo>
                  <a:pt x="78486" y="37338"/>
                </a:lnTo>
                <a:lnTo>
                  <a:pt x="78384" y="48387"/>
                </a:lnTo>
                <a:lnTo>
                  <a:pt x="57800" y="88106"/>
                </a:lnTo>
                <a:lnTo>
                  <a:pt x="40512" y="107823"/>
                </a:lnTo>
                <a:lnTo>
                  <a:pt x="32607" y="116849"/>
                </a:lnTo>
                <a:lnTo>
                  <a:pt x="6350" y="154003"/>
                </a:lnTo>
                <a:lnTo>
                  <a:pt x="0" y="167386"/>
                </a:lnTo>
                <a:lnTo>
                  <a:pt x="0" y="173355"/>
                </a:lnTo>
                <a:lnTo>
                  <a:pt x="103377" y="173355"/>
                </a:lnTo>
                <a:lnTo>
                  <a:pt x="104558" y="153289"/>
                </a:lnTo>
                <a:lnTo>
                  <a:pt x="24637" y="153289"/>
                </a:lnTo>
                <a:lnTo>
                  <a:pt x="30972" y="143456"/>
                </a:lnTo>
                <a:lnTo>
                  <a:pt x="38925" y="132826"/>
                </a:lnTo>
                <a:lnTo>
                  <a:pt x="48498" y="121410"/>
                </a:lnTo>
                <a:lnTo>
                  <a:pt x="59689" y="109220"/>
                </a:lnTo>
                <a:lnTo>
                  <a:pt x="71707" y="96281"/>
                </a:lnTo>
                <a:lnTo>
                  <a:pt x="79628" y="87630"/>
                </a:lnTo>
                <a:lnTo>
                  <a:pt x="97789" y="63118"/>
                </a:lnTo>
                <a:lnTo>
                  <a:pt x="99695" y="59563"/>
                </a:lnTo>
                <a:lnTo>
                  <a:pt x="100964" y="55880"/>
                </a:lnTo>
                <a:lnTo>
                  <a:pt x="101853" y="52070"/>
                </a:lnTo>
                <a:lnTo>
                  <a:pt x="102743" y="48387"/>
                </a:lnTo>
                <a:lnTo>
                  <a:pt x="103250" y="44323"/>
                </a:lnTo>
                <a:lnTo>
                  <a:pt x="103250" y="39878"/>
                </a:lnTo>
                <a:lnTo>
                  <a:pt x="102492" y="30733"/>
                </a:lnTo>
                <a:lnTo>
                  <a:pt x="100234" y="22732"/>
                </a:lnTo>
                <a:lnTo>
                  <a:pt x="96500" y="15875"/>
                </a:lnTo>
                <a:lnTo>
                  <a:pt x="92580" y="11557"/>
                </a:lnTo>
                <a:close/>
              </a:path>
              <a:path w="339725" h="175895">
                <a:moveTo>
                  <a:pt x="105537" y="136652"/>
                </a:moveTo>
                <a:lnTo>
                  <a:pt x="94741" y="136652"/>
                </a:lnTo>
                <a:lnTo>
                  <a:pt x="93472" y="140589"/>
                </a:lnTo>
                <a:lnTo>
                  <a:pt x="92328" y="143510"/>
                </a:lnTo>
                <a:lnTo>
                  <a:pt x="76073" y="153289"/>
                </a:lnTo>
                <a:lnTo>
                  <a:pt x="104558" y="153289"/>
                </a:lnTo>
                <a:lnTo>
                  <a:pt x="105537" y="136652"/>
                </a:lnTo>
                <a:close/>
              </a:path>
              <a:path w="339725" h="175895">
                <a:moveTo>
                  <a:pt x="56007" y="0"/>
                </a:moveTo>
                <a:lnTo>
                  <a:pt x="49022" y="0"/>
                </a:lnTo>
                <a:lnTo>
                  <a:pt x="41021" y="1016"/>
                </a:lnTo>
                <a:lnTo>
                  <a:pt x="3810" y="13462"/>
                </a:lnTo>
                <a:lnTo>
                  <a:pt x="3810" y="37592"/>
                </a:lnTo>
                <a:lnTo>
                  <a:pt x="18923" y="37592"/>
                </a:lnTo>
                <a:lnTo>
                  <a:pt x="23971" y="26183"/>
                </a:lnTo>
                <a:lnTo>
                  <a:pt x="30924" y="18049"/>
                </a:lnTo>
                <a:lnTo>
                  <a:pt x="39782" y="13178"/>
                </a:lnTo>
                <a:lnTo>
                  <a:pt x="50546" y="11557"/>
                </a:lnTo>
                <a:lnTo>
                  <a:pt x="92580" y="11557"/>
                </a:lnTo>
                <a:lnTo>
                  <a:pt x="91312" y="10160"/>
                </a:lnTo>
                <a:lnTo>
                  <a:pt x="84617" y="5679"/>
                </a:lnTo>
                <a:lnTo>
                  <a:pt x="76517" y="2508"/>
                </a:lnTo>
                <a:lnTo>
                  <a:pt x="66988" y="623"/>
                </a:lnTo>
                <a:lnTo>
                  <a:pt x="56007" y="0"/>
                </a:lnTo>
                <a:close/>
              </a:path>
            </a:pathLst>
          </a:custGeom>
          <a:solidFill>
            <a:srgbClr val="000000"/>
          </a:solidFill>
        </p:spPr>
        <p:txBody>
          <a:bodyPr wrap="square" lIns="0" tIns="0" rIns="0" bIns="0" rtlCol="0"/>
          <a:lstStyle/>
          <a:p>
            <a:endParaRPr sz="2400"/>
          </a:p>
        </p:txBody>
      </p:sp>
      <p:pic>
        <p:nvPicPr>
          <p:cNvPr id="18" name="object 18"/>
          <p:cNvPicPr/>
          <p:nvPr/>
        </p:nvPicPr>
        <p:blipFill>
          <a:blip r:embed="rId9" cstate="print"/>
          <a:stretch>
            <a:fillRect/>
          </a:stretch>
        </p:blipFill>
        <p:spPr>
          <a:xfrm>
            <a:off x="8769775" y="3553291"/>
            <a:ext cx="228092" cy="128863"/>
          </a:xfrm>
          <a:prstGeom prst="rect">
            <a:avLst/>
          </a:prstGeom>
        </p:spPr>
      </p:pic>
      <p:sp>
        <p:nvSpPr>
          <p:cNvPr id="19" name="object 19"/>
          <p:cNvSpPr/>
          <p:nvPr/>
        </p:nvSpPr>
        <p:spPr>
          <a:xfrm>
            <a:off x="10593156" y="4091518"/>
            <a:ext cx="206587" cy="22860"/>
          </a:xfrm>
          <a:custGeom>
            <a:avLst/>
            <a:gdLst/>
            <a:ahLst/>
            <a:cxnLst/>
            <a:rect l="l" t="t" r="r" b="b"/>
            <a:pathLst>
              <a:path w="154940"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sz="2400"/>
          </a:p>
        </p:txBody>
      </p:sp>
      <p:grpSp>
        <p:nvGrpSpPr>
          <p:cNvPr id="20" name="object 20"/>
          <p:cNvGrpSpPr/>
          <p:nvPr/>
        </p:nvGrpSpPr>
        <p:grpSpPr>
          <a:xfrm>
            <a:off x="10962980" y="3881798"/>
            <a:ext cx="796713" cy="394548"/>
            <a:chOff x="8222233" y="2911348"/>
            <a:chExt cx="597535" cy="295910"/>
          </a:xfrm>
        </p:grpSpPr>
        <p:pic>
          <p:nvPicPr>
            <p:cNvPr id="21" name="object 21"/>
            <p:cNvPicPr/>
            <p:nvPr/>
          </p:nvPicPr>
          <p:blipFill>
            <a:blip r:embed="rId10" cstate="print"/>
            <a:stretch>
              <a:fillRect/>
            </a:stretch>
          </p:blipFill>
          <p:spPr>
            <a:xfrm>
              <a:off x="8222233" y="3028442"/>
              <a:ext cx="139319" cy="176783"/>
            </a:xfrm>
            <a:prstGeom prst="rect">
              <a:avLst/>
            </a:prstGeom>
          </p:spPr>
        </p:pic>
        <p:pic>
          <p:nvPicPr>
            <p:cNvPr id="22" name="object 22"/>
            <p:cNvPicPr/>
            <p:nvPr/>
          </p:nvPicPr>
          <p:blipFill>
            <a:blip r:embed="rId7" cstate="print"/>
            <a:stretch>
              <a:fillRect/>
            </a:stretch>
          </p:blipFill>
          <p:spPr>
            <a:xfrm>
              <a:off x="8400033" y="2911348"/>
              <a:ext cx="197993" cy="176402"/>
            </a:xfrm>
            <a:prstGeom prst="rect">
              <a:avLst/>
            </a:prstGeom>
          </p:spPr>
        </p:pic>
        <p:pic>
          <p:nvPicPr>
            <p:cNvPr id="23" name="object 23"/>
            <p:cNvPicPr/>
            <p:nvPr/>
          </p:nvPicPr>
          <p:blipFill>
            <a:blip r:embed="rId11" cstate="print"/>
            <a:stretch>
              <a:fillRect/>
            </a:stretch>
          </p:blipFill>
          <p:spPr>
            <a:xfrm>
              <a:off x="8626220" y="2969006"/>
              <a:ext cx="79375" cy="238251"/>
            </a:xfrm>
            <a:prstGeom prst="rect">
              <a:avLst/>
            </a:prstGeom>
          </p:spPr>
        </p:pic>
        <p:pic>
          <p:nvPicPr>
            <p:cNvPr id="24" name="object 24"/>
            <p:cNvPicPr/>
            <p:nvPr/>
          </p:nvPicPr>
          <p:blipFill>
            <a:blip r:embed="rId12" cstate="print"/>
            <a:stretch>
              <a:fillRect/>
            </a:stretch>
          </p:blipFill>
          <p:spPr>
            <a:xfrm>
              <a:off x="8738869" y="2934843"/>
              <a:ext cx="80518" cy="120395"/>
            </a:xfrm>
            <a:prstGeom prst="rect">
              <a:avLst/>
            </a:prstGeom>
          </p:spPr>
        </p:pic>
      </p:grpSp>
      <p:sp>
        <p:nvSpPr>
          <p:cNvPr id="25" name="object 25"/>
          <p:cNvSpPr txBox="1">
            <a:spLocks noGrp="1"/>
          </p:cNvSpPr>
          <p:nvPr>
            <p:ph type="title"/>
          </p:nvPr>
        </p:nvSpPr>
        <p:spPr>
          <a:xfrm>
            <a:off x="411481" y="489104"/>
            <a:ext cx="1465580" cy="461152"/>
          </a:xfrm>
          <a:prstGeom prst="rect">
            <a:avLst/>
          </a:prstGeom>
        </p:spPr>
        <p:txBody>
          <a:bodyPr vert="horz" wrap="square" lIns="0" tIns="17780" rIns="0" bIns="0" rtlCol="0" anchor="ctr">
            <a:spAutoFit/>
          </a:bodyPr>
          <a:lstStyle/>
          <a:p>
            <a:pPr marL="16933">
              <a:spcBef>
                <a:spcPts val="140"/>
              </a:spcBef>
            </a:pPr>
            <a:r>
              <a:rPr sz="3200" spc="-15" dirty="0"/>
              <a:t>model:</a:t>
            </a:r>
            <a:endParaRPr sz="3200"/>
          </a:p>
        </p:txBody>
      </p:sp>
      <p:sp>
        <p:nvSpPr>
          <p:cNvPr id="26" name="object 26"/>
          <p:cNvSpPr txBox="1"/>
          <p:nvPr/>
        </p:nvSpPr>
        <p:spPr>
          <a:xfrm>
            <a:off x="924140" y="1167892"/>
            <a:ext cx="648545" cy="432599"/>
          </a:xfrm>
          <a:prstGeom prst="rect">
            <a:avLst/>
          </a:prstGeom>
        </p:spPr>
        <p:txBody>
          <a:bodyPr vert="horz" wrap="square" lIns="0" tIns="22015" rIns="0" bIns="0" rtlCol="0">
            <a:spAutoFit/>
          </a:bodyPr>
          <a:lstStyle/>
          <a:p>
            <a:pPr marL="50797">
              <a:spcBef>
                <a:spcPts val="175"/>
              </a:spcBef>
            </a:pPr>
            <a:r>
              <a:rPr sz="4000" spc="160" baseline="12500" dirty="0">
                <a:latin typeface="Cambria Math"/>
                <a:cs typeface="Cambria Math"/>
              </a:rPr>
              <a:t>ƒ</a:t>
            </a:r>
            <a:r>
              <a:rPr sz="2000" spc="107" dirty="0">
                <a:latin typeface="Cambria Math"/>
                <a:cs typeface="Cambria Math"/>
              </a:rPr>
              <a:t>w,𝑏</a:t>
            </a:r>
            <a:endParaRPr sz="2000" dirty="0">
              <a:latin typeface="Cambria Math"/>
              <a:cs typeface="Cambria Math"/>
            </a:endParaRPr>
          </a:p>
        </p:txBody>
      </p:sp>
      <p:sp>
        <p:nvSpPr>
          <p:cNvPr id="27" name="object 27"/>
          <p:cNvSpPr/>
          <p:nvPr/>
        </p:nvSpPr>
        <p:spPr>
          <a:xfrm>
            <a:off x="1575445" y="1195155"/>
            <a:ext cx="412327" cy="318347"/>
          </a:xfrm>
          <a:custGeom>
            <a:avLst/>
            <a:gdLst/>
            <a:ahLst/>
            <a:cxnLst/>
            <a:rect l="l" t="t" r="r" b="b"/>
            <a:pathLst>
              <a:path w="309244" h="238759">
                <a:moveTo>
                  <a:pt x="233197" y="0"/>
                </a:moveTo>
                <a:lnTo>
                  <a:pt x="229768" y="9651"/>
                </a:lnTo>
                <a:lnTo>
                  <a:pt x="243575" y="15652"/>
                </a:lnTo>
                <a:lnTo>
                  <a:pt x="255454" y="23939"/>
                </a:lnTo>
                <a:lnTo>
                  <a:pt x="279496" y="62349"/>
                </a:lnTo>
                <a:lnTo>
                  <a:pt x="287426" y="117856"/>
                </a:lnTo>
                <a:lnTo>
                  <a:pt x="286545" y="138884"/>
                </a:lnTo>
                <a:lnTo>
                  <a:pt x="273329" y="190373"/>
                </a:lnTo>
                <a:lnTo>
                  <a:pt x="243772" y="222573"/>
                </a:lnTo>
                <a:lnTo>
                  <a:pt x="230149" y="228600"/>
                </a:lnTo>
                <a:lnTo>
                  <a:pt x="233197" y="238251"/>
                </a:lnTo>
                <a:lnTo>
                  <a:pt x="278703" y="211195"/>
                </a:lnTo>
                <a:lnTo>
                  <a:pt x="304269" y="161242"/>
                </a:lnTo>
                <a:lnTo>
                  <a:pt x="309143" y="119125"/>
                </a:lnTo>
                <a:lnTo>
                  <a:pt x="307926" y="97289"/>
                </a:lnTo>
                <a:lnTo>
                  <a:pt x="298159" y="58618"/>
                </a:lnTo>
                <a:lnTo>
                  <a:pt x="265630" y="15271"/>
                </a:lnTo>
                <a:lnTo>
                  <a:pt x="250491" y="6242"/>
                </a:lnTo>
                <a:lnTo>
                  <a:pt x="233197" y="0"/>
                </a:lnTo>
                <a:close/>
              </a:path>
              <a:path w="309244" h="238759">
                <a:moveTo>
                  <a:pt x="75971" y="0"/>
                </a:moveTo>
                <a:lnTo>
                  <a:pt x="30538" y="27110"/>
                </a:lnTo>
                <a:lnTo>
                  <a:pt x="4908" y="77120"/>
                </a:lnTo>
                <a:lnTo>
                  <a:pt x="0" y="119125"/>
                </a:lnTo>
                <a:lnTo>
                  <a:pt x="1223" y="141035"/>
                </a:lnTo>
                <a:lnTo>
                  <a:pt x="11015" y="179758"/>
                </a:lnTo>
                <a:lnTo>
                  <a:pt x="43472" y="222996"/>
                </a:lnTo>
                <a:lnTo>
                  <a:pt x="75971" y="238251"/>
                </a:lnTo>
                <a:lnTo>
                  <a:pt x="78981" y="228600"/>
                </a:lnTo>
                <a:lnTo>
                  <a:pt x="65405" y="222573"/>
                </a:lnTo>
                <a:lnTo>
                  <a:pt x="53692" y="214201"/>
                </a:lnTo>
                <a:lnTo>
                  <a:pt x="29667" y="175131"/>
                </a:lnTo>
                <a:lnTo>
                  <a:pt x="21717" y="117856"/>
                </a:lnTo>
                <a:lnTo>
                  <a:pt x="22600" y="97591"/>
                </a:lnTo>
                <a:lnTo>
                  <a:pt x="35852" y="47371"/>
                </a:lnTo>
                <a:lnTo>
                  <a:pt x="65620" y="15652"/>
                </a:lnTo>
                <a:lnTo>
                  <a:pt x="79362" y="9651"/>
                </a:lnTo>
                <a:lnTo>
                  <a:pt x="75971" y="0"/>
                </a:lnTo>
                <a:close/>
              </a:path>
            </a:pathLst>
          </a:custGeom>
          <a:solidFill>
            <a:srgbClr val="000000"/>
          </a:solidFill>
        </p:spPr>
        <p:txBody>
          <a:bodyPr wrap="square" lIns="0" tIns="0" rIns="0" bIns="0" rtlCol="0"/>
          <a:lstStyle/>
          <a:p>
            <a:endParaRPr sz="2400"/>
          </a:p>
        </p:txBody>
      </p:sp>
      <p:sp>
        <p:nvSpPr>
          <p:cNvPr id="28" name="object 28"/>
          <p:cNvSpPr txBox="1"/>
          <p:nvPr/>
        </p:nvSpPr>
        <p:spPr>
          <a:xfrm>
            <a:off x="1669626" y="1091694"/>
            <a:ext cx="1833881" cy="432663"/>
          </a:xfrm>
          <a:prstGeom prst="rect">
            <a:avLst/>
          </a:prstGeom>
        </p:spPr>
        <p:txBody>
          <a:bodyPr vert="horz" wrap="square" lIns="0" tIns="22015" rIns="0" bIns="0" rtlCol="0">
            <a:spAutoFit/>
          </a:bodyPr>
          <a:lstStyle/>
          <a:p>
            <a:pPr marL="16933">
              <a:spcBef>
                <a:spcPts val="175"/>
              </a:spcBef>
              <a:tabLst>
                <a:tab pos="436012" algn="l"/>
              </a:tabLst>
            </a:pPr>
            <a:r>
              <a:rPr sz="2667" spc="20" dirty="0">
                <a:latin typeface="Cambria Math"/>
                <a:cs typeface="Cambria Math"/>
              </a:rPr>
              <a:t>𝑥	</a:t>
            </a:r>
            <a:r>
              <a:rPr sz="2667" spc="27" dirty="0">
                <a:latin typeface="Cambria Math"/>
                <a:cs typeface="Cambria Math"/>
              </a:rPr>
              <a:t>=</a:t>
            </a:r>
            <a:r>
              <a:rPr sz="2667" spc="53" dirty="0">
                <a:latin typeface="Cambria Math"/>
                <a:cs typeface="Cambria Math"/>
              </a:rPr>
              <a:t> </a:t>
            </a:r>
            <a:r>
              <a:rPr sz="2667" spc="20" dirty="0">
                <a:latin typeface="Cambria Math"/>
                <a:cs typeface="Cambria Math"/>
              </a:rPr>
              <a:t>𝑤𝑥</a:t>
            </a:r>
            <a:r>
              <a:rPr sz="2667" spc="33" dirty="0">
                <a:latin typeface="Cambria Math"/>
                <a:cs typeface="Cambria Math"/>
              </a:rPr>
              <a:t> </a:t>
            </a:r>
            <a:r>
              <a:rPr sz="2667" spc="27" dirty="0">
                <a:latin typeface="Cambria Math"/>
                <a:cs typeface="Cambria Math"/>
              </a:rPr>
              <a:t>+</a:t>
            </a:r>
            <a:r>
              <a:rPr sz="2667" spc="-41" dirty="0">
                <a:latin typeface="Cambria Math"/>
                <a:cs typeface="Cambria Math"/>
              </a:rPr>
              <a:t> </a:t>
            </a:r>
            <a:r>
              <a:rPr sz="2667" spc="20" dirty="0">
                <a:latin typeface="Cambria Math"/>
                <a:cs typeface="Cambria Math"/>
              </a:rPr>
              <a:t>𝑏</a:t>
            </a:r>
            <a:endParaRPr sz="2667">
              <a:latin typeface="Cambria Math"/>
              <a:cs typeface="Cambria Math"/>
            </a:endParaRPr>
          </a:p>
        </p:txBody>
      </p:sp>
      <p:sp>
        <p:nvSpPr>
          <p:cNvPr id="29" name="object 29"/>
          <p:cNvSpPr txBox="1"/>
          <p:nvPr/>
        </p:nvSpPr>
        <p:spPr>
          <a:xfrm>
            <a:off x="411480" y="1644349"/>
            <a:ext cx="2870201" cy="1893747"/>
          </a:xfrm>
          <a:prstGeom prst="rect">
            <a:avLst/>
          </a:prstGeom>
        </p:spPr>
        <p:txBody>
          <a:bodyPr vert="horz" wrap="square" lIns="0" tIns="150708" rIns="0" bIns="0" rtlCol="0">
            <a:spAutoFit/>
          </a:bodyPr>
          <a:lstStyle/>
          <a:p>
            <a:pPr marL="16933">
              <a:spcBef>
                <a:spcPts val="1188"/>
              </a:spcBef>
            </a:pPr>
            <a:r>
              <a:rPr sz="3200" dirty="0">
                <a:latin typeface="Verdana"/>
                <a:cs typeface="Verdana"/>
              </a:rPr>
              <a:t>parameters:</a:t>
            </a:r>
            <a:endParaRPr sz="3200">
              <a:latin typeface="Verdana"/>
              <a:cs typeface="Verdana"/>
            </a:endParaRPr>
          </a:p>
          <a:p>
            <a:pPr marL="563005">
              <a:spcBef>
                <a:spcPts val="921"/>
              </a:spcBef>
            </a:pPr>
            <a:r>
              <a:rPr sz="2667" spc="27" dirty="0">
                <a:latin typeface="Cambria Math"/>
                <a:cs typeface="Cambria Math"/>
              </a:rPr>
              <a:t>𝑤,</a:t>
            </a:r>
            <a:r>
              <a:rPr sz="2667" spc="-140" dirty="0">
                <a:latin typeface="Cambria Math"/>
                <a:cs typeface="Cambria Math"/>
              </a:rPr>
              <a:t> </a:t>
            </a:r>
            <a:r>
              <a:rPr sz="2667" spc="41" dirty="0">
                <a:latin typeface="Cambria Math"/>
                <a:cs typeface="Cambria Math"/>
              </a:rPr>
              <a:t>𝑏</a:t>
            </a:r>
            <a:endParaRPr sz="2667">
              <a:latin typeface="Cambria Math"/>
              <a:cs typeface="Cambria Math"/>
            </a:endParaRPr>
          </a:p>
          <a:p>
            <a:pPr marL="47411">
              <a:spcBef>
                <a:spcPts val="1775"/>
              </a:spcBef>
            </a:pPr>
            <a:r>
              <a:rPr sz="3200" dirty="0">
                <a:latin typeface="Verdana"/>
                <a:cs typeface="Verdana"/>
              </a:rPr>
              <a:t>cost</a:t>
            </a:r>
            <a:r>
              <a:rPr sz="3200" spc="-73" dirty="0">
                <a:latin typeface="Verdana"/>
                <a:cs typeface="Verdana"/>
              </a:rPr>
              <a:t> </a:t>
            </a:r>
            <a:r>
              <a:rPr sz="3200" spc="-7" dirty="0">
                <a:latin typeface="Verdana"/>
                <a:cs typeface="Verdana"/>
              </a:rPr>
              <a:t>function:</a:t>
            </a:r>
            <a:endParaRPr sz="3200">
              <a:latin typeface="Verdana"/>
              <a:cs typeface="Verdana"/>
            </a:endParaRPr>
          </a:p>
        </p:txBody>
      </p:sp>
      <p:grpSp>
        <p:nvGrpSpPr>
          <p:cNvPr id="30" name="object 30"/>
          <p:cNvGrpSpPr/>
          <p:nvPr/>
        </p:nvGrpSpPr>
        <p:grpSpPr>
          <a:xfrm>
            <a:off x="942985" y="3945975"/>
            <a:ext cx="1006687" cy="320039"/>
            <a:chOff x="707237" y="2959480"/>
            <a:chExt cx="755015" cy="240029"/>
          </a:xfrm>
        </p:grpSpPr>
        <p:pic>
          <p:nvPicPr>
            <p:cNvPr id="31" name="object 31"/>
            <p:cNvPicPr/>
            <p:nvPr/>
          </p:nvPicPr>
          <p:blipFill>
            <a:blip r:embed="rId13" cstate="print"/>
            <a:stretch>
              <a:fillRect/>
            </a:stretch>
          </p:blipFill>
          <p:spPr>
            <a:xfrm>
              <a:off x="707237" y="2979038"/>
              <a:ext cx="114147" cy="220091"/>
            </a:xfrm>
            <a:prstGeom prst="rect">
              <a:avLst/>
            </a:prstGeom>
          </p:spPr>
        </p:pic>
        <p:sp>
          <p:nvSpPr>
            <p:cNvPr id="32" name="object 32"/>
            <p:cNvSpPr/>
            <p:nvPr/>
          </p:nvSpPr>
          <p:spPr>
            <a:xfrm>
              <a:off x="857732" y="2959480"/>
              <a:ext cx="604520" cy="238760"/>
            </a:xfrm>
            <a:custGeom>
              <a:avLst/>
              <a:gdLst/>
              <a:ahLst/>
              <a:cxnLst/>
              <a:rect l="l" t="t" r="r" b="b"/>
              <a:pathLst>
                <a:path w="604519" h="238760">
                  <a:moveTo>
                    <a:pt x="528472" y="0"/>
                  </a:moveTo>
                  <a:lnTo>
                    <a:pt x="525043" y="9651"/>
                  </a:lnTo>
                  <a:lnTo>
                    <a:pt x="538850" y="15654"/>
                  </a:lnTo>
                  <a:lnTo>
                    <a:pt x="550729" y="23955"/>
                  </a:lnTo>
                  <a:lnTo>
                    <a:pt x="574771" y="62404"/>
                  </a:lnTo>
                  <a:lnTo>
                    <a:pt x="582701" y="117982"/>
                  </a:lnTo>
                  <a:lnTo>
                    <a:pt x="581820" y="138955"/>
                  </a:lnTo>
                  <a:lnTo>
                    <a:pt x="568604" y="190373"/>
                  </a:lnTo>
                  <a:lnTo>
                    <a:pt x="539047" y="222573"/>
                  </a:lnTo>
                  <a:lnTo>
                    <a:pt x="525424" y="228600"/>
                  </a:lnTo>
                  <a:lnTo>
                    <a:pt x="528472" y="238251"/>
                  </a:lnTo>
                  <a:lnTo>
                    <a:pt x="573978" y="211195"/>
                  </a:lnTo>
                  <a:lnTo>
                    <a:pt x="599544" y="161258"/>
                  </a:lnTo>
                  <a:lnTo>
                    <a:pt x="604418" y="119252"/>
                  </a:lnTo>
                  <a:lnTo>
                    <a:pt x="603201" y="97397"/>
                  </a:lnTo>
                  <a:lnTo>
                    <a:pt x="593434" y="58638"/>
                  </a:lnTo>
                  <a:lnTo>
                    <a:pt x="560905" y="15319"/>
                  </a:lnTo>
                  <a:lnTo>
                    <a:pt x="545766" y="6260"/>
                  </a:lnTo>
                  <a:lnTo>
                    <a:pt x="528472" y="0"/>
                  </a:lnTo>
                  <a:close/>
                </a:path>
                <a:path w="604519" h="238760">
                  <a:moveTo>
                    <a:pt x="75971" y="0"/>
                  </a:moveTo>
                  <a:lnTo>
                    <a:pt x="30538" y="27164"/>
                  </a:lnTo>
                  <a:lnTo>
                    <a:pt x="4908" y="77184"/>
                  </a:lnTo>
                  <a:lnTo>
                    <a:pt x="0" y="119252"/>
                  </a:lnTo>
                  <a:lnTo>
                    <a:pt x="1223" y="141089"/>
                  </a:lnTo>
                  <a:lnTo>
                    <a:pt x="11015" y="179760"/>
                  </a:lnTo>
                  <a:lnTo>
                    <a:pt x="43472" y="222996"/>
                  </a:lnTo>
                  <a:lnTo>
                    <a:pt x="75971" y="238251"/>
                  </a:lnTo>
                  <a:lnTo>
                    <a:pt x="78981" y="228600"/>
                  </a:lnTo>
                  <a:lnTo>
                    <a:pt x="65405" y="222573"/>
                  </a:lnTo>
                  <a:lnTo>
                    <a:pt x="53692" y="214201"/>
                  </a:lnTo>
                  <a:lnTo>
                    <a:pt x="29667" y="175186"/>
                  </a:lnTo>
                  <a:lnTo>
                    <a:pt x="21717" y="117982"/>
                  </a:lnTo>
                  <a:lnTo>
                    <a:pt x="22600" y="97647"/>
                  </a:lnTo>
                  <a:lnTo>
                    <a:pt x="35852" y="47498"/>
                  </a:lnTo>
                  <a:lnTo>
                    <a:pt x="65620" y="15654"/>
                  </a:lnTo>
                  <a:lnTo>
                    <a:pt x="79362" y="9651"/>
                  </a:lnTo>
                  <a:lnTo>
                    <a:pt x="75971" y="0"/>
                  </a:lnTo>
                  <a:close/>
                </a:path>
              </a:pathLst>
            </a:custGeom>
            <a:solidFill>
              <a:srgbClr val="000000"/>
            </a:solidFill>
          </p:spPr>
          <p:txBody>
            <a:bodyPr wrap="square" lIns="0" tIns="0" rIns="0" bIns="0" rtlCol="0"/>
            <a:lstStyle/>
            <a:p>
              <a:endParaRPr sz="2400"/>
            </a:p>
          </p:txBody>
        </p:sp>
        <p:pic>
          <p:nvPicPr>
            <p:cNvPr id="33" name="object 33"/>
            <p:cNvPicPr/>
            <p:nvPr/>
          </p:nvPicPr>
          <p:blipFill>
            <a:blip r:embed="rId14" cstate="print"/>
            <a:stretch>
              <a:fillRect/>
            </a:stretch>
          </p:blipFill>
          <p:spPr>
            <a:xfrm>
              <a:off x="946810" y="3030473"/>
              <a:ext cx="224154" cy="154686"/>
            </a:xfrm>
            <a:prstGeom prst="rect">
              <a:avLst/>
            </a:prstGeom>
          </p:spPr>
        </p:pic>
        <p:pic>
          <p:nvPicPr>
            <p:cNvPr id="34" name="object 34"/>
            <p:cNvPicPr/>
            <p:nvPr/>
          </p:nvPicPr>
          <p:blipFill>
            <a:blip r:embed="rId15" cstate="print"/>
            <a:stretch>
              <a:fillRect/>
            </a:stretch>
          </p:blipFill>
          <p:spPr>
            <a:xfrm>
              <a:off x="1237195" y="2970910"/>
              <a:ext cx="113957" cy="181609"/>
            </a:xfrm>
            <a:prstGeom prst="rect">
              <a:avLst/>
            </a:prstGeom>
          </p:spPr>
        </p:pic>
      </p:grpSp>
      <p:sp>
        <p:nvSpPr>
          <p:cNvPr id="35" name="object 35"/>
          <p:cNvSpPr/>
          <p:nvPr/>
        </p:nvSpPr>
        <p:spPr>
          <a:xfrm>
            <a:off x="2090929" y="4056890"/>
            <a:ext cx="206587" cy="92287"/>
          </a:xfrm>
          <a:custGeom>
            <a:avLst/>
            <a:gdLst/>
            <a:ahLst/>
            <a:cxnLst/>
            <a:rect l="l" t="t" r="r" b="b"/>
            <a:pathLst>
              <a:path w="154939" h="69214">
                <a:moveTo>
                  <a:pt x="154686" y="52070"/>
                </a:moveTo>
                <a:lnTo>
                  <a:pt x="0" y="52070"/>
                </a:lnTo>
                <a:lnTo>
                  <a:pt x="0" y="68834"/>
                </a:lnTo>
                <a:lnTo>
                  <a:pt x="154686" y="68834"/>
                </a:lnTo>
                <a:lnTo>
                  <a:pt x="154686" y="52070"/>
                </a:lnTo>
                <a:close/>
              </a:path>
              <a:path w="154939" h="69214">
                <a:moveTo>
                  <a:pt x="154686" y="0"/>
                </a:moveTo>
                <a:lnTo>
                  <a:pt x="0" y="0"/>
                </a:lnTo>
                <a:lnTo>
                  <a:pt x="0" y="16637"/>
                </a:lnTo>
                <a:lnTo>
                  <a:pt x="154686" y="16637"/>
                </a:lnTo>
                <a:lnTo>
                  <a:pt x="154686" y="0"/>
                </a:lnTo>
                <a:close/>
              </a:path>
            </a:pathLst>
          </a:custGeom>
          <a:solidFill>
            <a:srgbClr val="000000"/>
          </a:solidFill>
        </p:spPr>
        <p:txBody>
          <a:bodyPr wrap="square" lIns="0" tIns="0" rIns="0" bIns="0" rtlCol="0"/>
          <a:lstStyle/>
          <a:p>
            <a:endParaRPr sz="2400"/>
          </a:p>
        </p:txBody>
      </p:sp>
      <p:grpSp>
        <p:nvGrpSpPr>
          <p:cNvPr id="36" name="object 36"/>
          <p:cNvGrpSpPr/>
          <p:nvPr/>
        </p:nvGrpSpPr>
        <p:grpSpPr>
          <a:xfrm>
            <a:off x="2408937" y="3775458"/>
            <a:ext cx="1647615" cy="859367"/>
            <a:chOff x="1806701" y="2831592"/>
            <a:chExt cx="1235710" cy="644525"/>
          </a:xfrm>
        </p:grpSpPr>
        <p:sp>
          <p:nvSpPr>
            <p:cNvPr id="37" name="object 37"/>
            <p:cNvSpPr/>
            <p:nvPr/>
          </p:nvSpPr>
          <p:spPr>
            <a:xfrm>
              <a:off x="1806702" y="2831591"/>
              <a:ext cx="718820" cy="644525"/>
            </a:xfrm>
            <a:custGeom>
              <a:avLst/>
              <a:gdLst/>
              <a:ahLst/>
              <a:cxnLst/>
              <a:rect l="l" t="t" r="r" b="b"/>
              <a:pathLst>
                <a:path w="718819" h="644525">
                  <a:moveTo>
                    <a:pt x="361950" y="233172"/>
                  </a:moveTo>
                  <a:lnTo>
                    <a:pt x="0" y="233172"/>
                  </a:lnTo>
                  <a:lnTo>
                    <a:pt x="0" y="252222"/>
                  </a:lnTo>
                  <a:lnTo>
                    <a:pt x="361950" y="252222"/>
                  </a:lnTo>
                  <a:lnTo>
                    <a:pt x="361950" y="233172"/>
                  </a:lnTo>
                  <a:close/>
                </a:path>
                <a:path w="718819" h="644525">
                  <a:moveTo>
                    <a:pt x="467360" y="511175"/>
                  </a:moveTo>
                  <a:lnTo>
                    <a:pt x="448818" y="511175"/>
                  </a:lnTo>
                  <a:lnTo>
                    <a:pt x="444373" y="531241"/>
                  </a:lnTo>
                  <a:lnTo>
                    <a:pt x="462788" y="531241"/>
                  </a:lnTo>
                  <a:lnTo>
                    <a:pt x="467360" y="511175"/>
                  </a:lnTo>
                  <a:close/>
                </a:path>
                <a:path w="718819" h="644525">
                  <a:moveTo>
                    <a:pt x="470916" y="626618"/>
                  </a:moveTo>
                  <a:lnTo>
                    <a:pt x="464566" y="620395"/>
                  </a:lnTo>
                  <a:lnTo>
                    <a:pt x="462661" y="622554"/>
                  </a:lnTo>
                  <a:lnTo>
                    <a:pt x="459486" y="625729"/>
                  </a:lnTo>
                  <a:lnTo>
                    <a:pt x="457962" y="627126"/>
                  </a:lnTo>
                  <a:lnTo>
                    <a:pt x="456692" y="628396"/>
                  </a:lnTo>
                  <a:lnTo>
                    <a:pt x="455295" y="629285"/>
                  </a:lnTo>
                  <a:lnTo>
                    <a:pt x="454025" y="630174"/>
                  </a:lnTo>
                  <a:lnTo>
                    <a:pt x="452882" y="630936"/>
                  </a:lnTo>
                  <a:lnTo>
                    <a:pt x="451739" y="631317"/>
                  </a:lnTo>
                  <a:lnTo>
                    <a:pt x="450723" y="631698"/>
                  </a:lnTo>
                  <a:lnTo>
                    <a:pt x="449580" y="631952"/>
                  </a:lnTo>
                  <a:lnTo>
                    <a:pt x="446532" y="631952"/>
                  </a:lnTo>
                  <a:lnTo>
                    <a:pt x="445008" y="631444"/>
                  </a:lnTo>
                  <a:lnTo>
                    <a:pt x="443103" y="629285"/>
                  </a:lnTo>
                  <a:lnTo>
                    <a:pt x="442722" y="627634"/>
                  </a:lnTo>
                  <a:lnTo>
                    <a:pt x="442849" y="621538"/>
                  </a:lnTo>
                  <a:lnTo>
                    <a:pt x="443230" y="619379"/>
                  </a:lnTo>
                  <a:lnTo>
                    <a:pt x="443484" y="617220"/>
                  </a:lnTo>
                  <a:lnTo>
                    <a:pt x="444119" y="614299"/>
                  </a:lnTo>
                  <a:lnTo>
                    <a:pt x="445008" y="610616"/>
                  </a:lnTo>
                  <a:lnTo>
                    <a:pt x="458724" y="548767"/>
                  </a:lnTo>
                  <a:lnTo>
                    <a:pt x="454152" y="548767"/>
                  </a:lnTo>
                  <a:lnTo>
                    <a:pt x="427228" y="549783"/>
                  </a:lnTo>
                  <a:lnTo>
                    <a:pt x="426085" y="556006"/>
                  </a:lnTo>
                  <a:lnTo>
                    <a:pt x="430149" y="556133"/>
                  </a:lnTo>
                  <a:lnTo>
                    <a:pt x="432943" y="556768"/>
                  </a:lnTo>
                  <a:lnTo>
                    <a:pt x="434467" y="557911"/>
                  </a:lnTo>
                  <a:lnTo>
                    <a:pt x="436118" y="559054"/>
                  </a:lnTo>
                  <a:lnTo>
                    <a:pt x="437007" y="560832"/>
                  </a:lnTo>
                  <a:lnTo>
                    <a:pt x="437134" y="563245"/>
                  </a:lnTo>
                  <a:lnTo>
                    <a:pt x="437134" y="564896"/>
                  </a:lnTo>
                  <a:lnTo>
                    <a:pt x="436880" y="565912"/>
                  </a:lnTo>
                  <a:lnTo>
                    <a:pt x="436626" y="568833"/>
                  </a:lnTo>
                  <a:lnTo>
                    <a:pt x="436118" y="572135"/>
                  </a:lnTo>
                  <a:lnTo>
                    <a:pt x="434594" y="579247"/>
                  </a:lnTo>
                  <a:lnTo>
                    <a:pt x="433832" y="582930"/>
                  </a:lnTo>
                  <a:lnTo>
                    <a:pt x="432054" y="590550"/>
                  </a:lnTo>
                  <a:lnTo>
                    <a:pt x="431165" y="594487"/>
                  </a:lnTo>
                  <a:lnTo>
                    <a:pt x="430149" y="598424"/>
                  </a:lnTo>
                  <a:lnTo>
                    <a:pt x="425018" y="630174"/>
                  </a:lnTo>
                  <a:lnTo>
                    <a:pt x="425323" y="631952"/>
                  </a:lnTo>
                  <a:lnTo>
                    <a:pt x="434213" y="643128"/>
                  </a:lnTo>
                  <a:lnTo>
                    <a:pt x="435991" y="644017"/>
                  </a:lnTo>
                  <a:lnTo>
                    <a:pt x="438150" y="644398"/>
                  </a:lnTo>
                  <a:lnTo>
                    <a:pt x="443103" y="644398"/>
                  </a:lnTo>
                  <a:lnTo>
                    <a:pt x="445516" y="644144"/>
                  </a:lnTo>
                  <a:lnTo>
                    <a:pt x="447675" y="643509"/>
                  </a:lnTo>
                  <a:lnTo>
                    <a:pt x="449961" y="642874"/>
                  </a:lnTo>
                  <a:lnTo>
                    <a:pt x="465480" y="631952"/>
                  </a:lnTo>
                  <a:lnTo>
                    <a:pt x="467741" y="629793"/>
                  </a:lnTo>
                  <a:lnTo>
                    <a:pt x="470916" y="626618"/>
                  </a:lnTo>
                  <a:close/>
                </a:path>
                <a:path w="718819" h="644525">
                  <a:moveTo>
                    <a:pt x="608584" y="601472"/>
                  </a:moveTo>
                  <a:lnTo>
                    <a:pt x="501523" y="601472"/>
                  </a:lnTo>
                  <a:lnTo>
                    <a:pt x="501523" y="615696"/>
                  </a:lnTo>
                  <a:lnTo>
                    <a:pt x="608584" y="615696"/>
                  </a:lnTo>
                  <a:lnTo>
                    <a:pt x="608584" y="601472"/>
                  </a:lnTo>
                  <a:close/>
                </a:path>
                <a:path w="718819" h="644525">
                  <a:moveTo>
                    <a:pt x="608584" y="560959"/>
                  </a:moveTo>
                  <a:lnTo>
                    <a:pt x="501523" y="560959"/>
                  </a:lnTo>
                  <a:lnTo>
                    <a:pt x="501523" y="575183"/>
                  </a:lnTo>
                  <a:lnTo>
                    <a:pt x="608584" y="575183"/>
                  </a:lnTo>
                  <a:lnTo>
                    <a:pt x="608584" y="560959"/>
                  </a:lnTo>
                  <a:close/>
                </a:path>
                <a:path w="718819" h="644525">
                  <a:moveTo>
                    <a:pt x="718439" y="398907"/>
                  </a:moveTo>
                  <a:lnTo>
                    <a:pt x="699897" y="398907"/>
                  </a:lnTo>
                  <a:lnTo>
                    <a:pt x="696988" y="414959"/>
                  </a:lnTo>
                  <a:lnTo>
                    <a:pt x="693813" y="427888"/>
                  </a:lnTo>
                  <a:lnTo>
                    <a:pt x="690372" y="437680"/>
                  </a:lnTo>
                  <a:lnTo>
                    <a:pt x="686689" y="444373"/>
                  </a:lnTo>
                  <a:lnTo>
                    <a:pt x="681609" y="451104"/>
                  </a:lnTo>
                  <a:lnTo>
                    <a:pt x="674243" y="454533"/>
                  </a:lnTo>
                  <a:lnTo>
                    <a:pt x="446786" y="454533"/>
                  </a:lnTo>
                  <a:lnTo>
                    <a:pt x="608457" y="235077"/>
                  </a:lnTo>
                  <a:lnTo>
                    <a:pt x="608457" y="219837"/>
                  </a:lnTo>
                  <a:lnTo>
                    <a:pt x="458724" y="16383"/>
                  </a:lnTo>
                  <a:lnTo>
                    <a:pt x="656844" y="16383"/>
                  </a:lnTo>
                  <a:lnTo>
                    <a:pt x="687451" y="40462"/>
                  </a:lnTo>
                  <a:lnTo>
                    <a:pt x="695071" y="74295"/>
                  </a:lnTo>
                  <a:lnTo>
                    <a:pt x="711708" y="74295"/>
                  </a:lnTo>
                  <a:lnTo>
                    <a:pt x="711708" y="0"/>
                  </a:lnTo>
                  <a:lnTo>
                    <a:pt x="408432" y="0"/>
                  </a:lnTo>
                  <a:lnTo>
                    <a:pt x="408432" y="11938"/>
                  </a:lnTo>
                  <a:lnTo>
                    <a:pt x="579247" y="240030"/>
                  </a:lnTo>
                  <a:lnTo>
                    <a:pt x="403225" y="478536"/>
                  </a:lnTo>
                  <a:lnTo>
                    <a:pt x="403225" y="490982"/>
                  </a:lnTo>
                  <a:lnTo>
                    <a:pt x="712089" y="490982"/>
                  </a:lnTo>
                  <a:lnTo>
                    <a:pt x="718439" y="398907"/>
                  </a:lnTo>
                  <a:close/>
                </a:path>
              </a:pathLst>
            </a:custGeom>
            <a:solidFill>
              <a:srgbClr val="000000"/>
            </a:solidFill>
          </p:spPr>
          <p:txBody>
            <a:bodyPr wrap="square" lIns="0" tIns="0" rIns="0" bIns="0" rtlCol="0"/>
            <a:lstStyle/>
            <a:p>
              <a:endParaRPr sz="2400"/>
            </a:p>
          </p:txBody>
        </p:sp>
        <p:pic>
          <p:nvPicPr>
            <p:cNvPr id="38" name="object 38"/>
            <p:cNvPicPr/>
            <p:nvPr/>
          </p:nvPicPr>
          <p:blipFill>
            <a:blip r:embed="rId16" cstate="print"/>
            <a:stretch>
              <a:fillRect/>
            </a:stretch>
          </p:blipFill>
          <p:spPr>
            <a:xfrm>
              <a:off x="2452369" y="3354578"/>
              <a:ext cx="78867" cy="119761"/>
            </a:xfrm>
            <a:prstGeom prst="rect">
              <a:avLst/>
            </a:prstGeom>
          </p:spPr>
        </p:pic>
        <p:pic>
          <p:nvPicPr>
            <p:cNvPr id="39" name="object 39"/>
            <p:cNvPicPr/>
            <p:nvPr/>
          </p:nvPicPr>
          <p:blipFill>
            <a:blip r:embed="rId17" cstate="print"/>
            <a:stretch>
              <a:fillRect/>
            </a:stretch>
          </p:blipFill>
          <p:spPr>
            <a:xfrm>
              <a:off x="2562732" y="2969006"/>
              <a:ext cx="479552" cy="264287"/>
            </a:xfrm>
            <a:prstGeom prst="rect">
              <a:avLst/>
            </a:prstGeom>
          </p:spPr>
        </p:pic>
      </p:grpSp>
      <p:pic>
        <p:nvPicPr>
          <p:cNvPr id="40" name="object 40"/>
          <p:cNvPicPr/>
          <p:nvPr/>
        </p:nvPicPr>
        <p:blipFill>
          <a:blip r:embed="rId18" cstate="print"/>
          <a:stretch>
            <a:fillRect/>
          </a:stretch>
        </p:blipFill>
        <p:spPr>
          <a:xfrm>
            <a:off x="2578440" y="3715513"/>
            <a:ext cx="133264" cy="231140"/>
          </a:xfrm>
          <a:prstGeom prst="rect">
            <a:avLst/>
          </a:prstGeom>
        </p:spPr>
      </p:pic>
      <p:sp>
        <p:nvSpPr>
          <p:cNvPr id="41" name="object 41"/>
          <p:cNvSpPr/>
          <p:nvPr/>
        </p:nvSpPr>
        <p:spPr>
          <a:xfrm>
            <a:off x="2430442" y="4198113"/>
            <a:ext cx="452967" cy="234527"/>
          </a:xfrm>
          <a:custGeom>
            <a:avLst/>
            <a:gdLst/>
            <a:ahLst/>
            <a:cxnLst/>
            <a:rect l="l" t="t" r="r" b="b"/>
            <a:pathLst>
              <a:path w="339725" h="175895">
                <a:moveTo>
                  <a:pt x="319591" y="66040"/>
                </a:moveTo>
                <a:lnTo>
                  <a:pt x="290830" y="66040"/>
                </a:lnTo>
                <a:lnTo>
                  <a:pt x="293877" y="67310"/>
                </a:lnTo>
                <a:lnTo>
                  <a:pt x="296005" y="69977"/>
                </a:lnTo>
                <a:lnTo>
                  <a:pt x="297814" y="72390"/>
                </a:lnTo>
                <a:lnTo>
                  <a:pt x="298704" y="76581"/>
                </a:lnTo>
                <a:lnTo>
                  <a:pt x="298619" y="85725"/>
                </a:lnTo>
                <a:lnTo>
                  <a:pt x="298428" y="87884"/>
                </a:lnTo>
                <a:lnTo>
                  <a:pt x="297180" y="95250"/>
                </a:lnTo>
                <a:lnTo>
                  <a:pt x="295910" y="101092"/>
                </a:lnTo>
                <a:lnTo>
                  <a:pt x="288289" y="130683"/>
                </a:lnTo>
                <a:lnTo>
                  <a:pt x="285623" y="141224"/>
                </a:lnTo>
                <a:lnTo>
                  <a:pt x="284225" y="149225"/>
                </a:lnTo>
                <a:lnTo>
                  <a:pt x="284310" y="160909"/>
                </a:lnTo>
                <a:lnTo>
                  <a:pt x="285876" y="165608"/>
                </a:lnTo>
                <a:lnTo>
                  <a:pt x="289051" y="169545"/>
                </a:lnTo>
                <a:lnTo>
                  <a:pt x="292354" y="173482"/>
                </a:lnTo>
                <a:lnTo>
                  <a:pt x="296671" y="175387"/>
                </a:lnTo>
                <a:lnTo>
                  <a:pt x="308991" y="175387"/>
                </a:lnTo>
                <a:lnTo>
                  <a:pt x="315087" y="173609"/>
                </a:lnTo>
                <a:lnTo>
                  <a:pt x="320420" y="169926"/>
                </a:lnTo>
                <a:lnTo>
                  <a:pt x="325881" y="166370"/>
                </a:lnTo>
                <a:lnTo>
                  <a:pt x="331963" y="160909"/>
                </a:lnTo>
                <a:lnTo>
                  <a:pt x="309752" y="160909"/>
                </a:lnTo>
                <a:lnTo>
                  <a:pt x="307975" y="160147"/>
                </a:lnTo>
                <a:lnTo>
                  <a:pt x="306958" y="158623"/>
                </a:lnTo>
                <a:lnTo>
                  <a:pt x="305816" y="157226"/>
                </a:lnTo>
                <a:lnTo>
                  <a:pt x="305307" y="154686"/>
                </a:lnTo>
                <a:lnTo>
                  <a:pt x="305307" y="147574"/>
                </a:lnTo>
                <a:lnTo>
                  <a:pt x="306450" y="141224"/>
                </a:lnTo>
                <a:lnTo>
                  <a:pt x="308737" y="132080"/>
                </a:lnTo>
                <a:lnTo>
                  <a:pt x="319277" y="89408"/>
                </a:lnTo>
                <a:lnTo>
                  <a:pt x="320304" y="82677"/>
                </a:lnTo>
                <a:lnTo>
                  <a:pt x="320301" y="68214"/>
                </a:lnTo>
                <a:lnTo>
                  <a:pt x="319591" y="66040"/>
                </a:lnTo>
                <a:close/>
              </a:path>
              <a:path w="339725" h="175895">
                <a:moveTo>
                  <a:pt x="183387" y="65659"/>
                </a:moveTo>
                <a:lnTo>
                  <a:pt x="159385" y="65659"/>
                </a:lnTo>
                <a:lnTo>
                  <a:pt x="161036" y="66421"/>
                </a:lnTo>
                <a:lnTo>
                  <a:pt x="162179" y="67818"/>
                </a:lnTo>
                <a:lnTo>
                  <a:pt x="163194" y="69342"/>
                </a:lnTo>
                <a:lnTo>
                  <a:pt x="163542" y="70993"/>
                </a:lnTo>
                <a:lnTo>
                  <a:pt x="163594" y="80264"/>
                </a:lnTo>
                <a:lnTo>
                  <a:pt x="162813" y="85725"/>
                </a:lnTo>
                <a:lnTo>
                  <a:pt x="160977" y="93980"/>
                </a:lnTo>
                <a:lnTo>
                  <a:pt x="142620" y="173355"/>
                </a:lnTo>
                <a:lnTo>
                  <a:pt x="164337" y="173355"/>
                </a:lnTo>
                <a:lnTo>
                  <a:pt x="176392" y="118491"/>
                </a:lnTo>
                <a:lnTo>
                  <a:pt x="178054" y="111252"/>
                </a:lnTo>
                <a:lnTo>
                  <a:pt x="180212" y="104775"/>
                </a:lnTo>
                <a:lnTo>
                  <a:pt x="182880" y="99441"/>
                </a:lnTo>
                <a:lnTo>
                  <a:pt x="185419" y="93980"/>
                </a:lnTo>
                <a:lnTo>
                  <a:pt x="189102" y="88392"/>
                </a:lnTo>
                <a:lnTo>
                  <a:pt x="191643" y="85217"/>
                </a:lnTo>
                <a:lnTo>
                  <a:pt x="181991" y="85217"/>
                </a:lnTo>
                <a:lnTo>
                  <a:pt x="180467" y="84709"/>
                </a:lnTo>
                <a:lnTo>
                  <a:pt x="182371" y="79502"/>
                </a:lnTo>
                <a:lnTo>
                  <a:pt x="183361" y="74803"/>
                </a:lnTo>
                <a:lnTo>
                  <a:pt x="183387" y="65659"/>
                </a:lnTo>
                <a:close/>
              </a:path>
              <a:path w="339725" h="175895">
                <a:moveTo>
                  <a:pt x="251650" y="66040"/>
                </a:moveTo>
                <a:lnTo>
                  <a:pt x="221995" y="66040"/>
                </a:lnTo>
                <a:lnTo>
                  <a:pt x="225298" y="67310"/>
                </a:lnTo>
                <a:lnTo>
                  <a:pt x="229616" y="72390"/>
                </a:lnTo>
                <a:lnTo>
                  <a:pt x="230602" y="76581"/>
                </a:lnTo>
                <a:lnTo>
                  <a:pt x="230601" y="85725"/>
                </a:lnTo>
                <a:lnTo>
                  <a:pt x="230377" y="88518"/>
                </a:lnTo>
                <a:lnTo>
                  <a:pt x="229107" y="96012"/>
                </a:lnTo>
                <a:lnTo>
                  <a:pt x="227964" y="101727"/>
                </a:lnTo>
                <a:lnTo>
                  <a:pt x="211708" y="173355"/>
                </a:lnTo>
                <a:lnTo>
                  <a:pt x="233425" y="173355"/>
                </a:lnTo>
                <a:lnTo>
                  <a:pt x="244856" y="118491"/>
                </a:lnTo>
                <a:lnTo>
                  <a:pt x="263115" y="81534"/>
                </a:lnTo>
                <a:lnTo>
                  <a:pt x="252602" y="81534"/>
                </a:lnTo>
                <a:lnTo>
                  <a:pt x="252704" y="80391"/>
                </a:lnTo>
                <a:lnTo>
                  <a:pt x="252730" y="69342"/>
                </a:lnTo>
                <a:lnTo>
                  <a:pt x="251650" y="66040"/>
                </a:lnTo>
                <a:close/>
              </a:path>
              <a:path w="339725" h="175895">
                <a:moveTo>
                  <a:pt x="332105" y="146050"/>
                </a:moveTo>
                <a:lnTo>
                  <a:pt x="327025" y="151892"/>
                </a:lnTo>
                <a:lnTo>
                  <a:pt x="322961" y="155829"/>
                </a:lnTo>
                <a:lnTo>
                  <a:pt x="320039" y="157861"/>
                </a:lnTo>
                <a:lnTo>
                  <a:pt x="317245" y="159893"/>
                </a:lnTo>
                <a:lnTo>
                  <a:pt x="314579" y="160909"/>
                </a:lnTo>
                <a:lnTo>
                  <a:pt x="331963" y="160909"/>
                </a:lnTo>
                <a:lnTo>
                  <a:pt x="332225" y="160655"/>
                </a:lnTo>
                <a:lnTo>
                  <a:pt x="339344" y="153162"/>
                </a:lnTo>
                <a:lnTo>
                  <a:pt x="332105" y="146050"/>
                </a:lnTo>
                <a:close/>
              </a:path>
              <a:path w="339725" h="175895">
                <a:moveTo>
                  <a:pt x="236093" y="51308"/>
                </a:moveTo>
                <a:lnTo>
                  <a:pt x="220218" y="51308"/>
                </a:lnTo>
                <a:lnTo>
                  <a:pt x="212598" y="54102"/>
                </a:lnTo>
                <a:lnTo>
                  <a:pt x="181991" y="85217"/>
                </a:lnTo>
                <a:lnTo>
                  <a:pt x="191643" y="85217"/>
                </a:lnTo>
                <a:lnTo>
                  <a:pt x="193675" y="82677"/>
                </a:lnTo>
                <a:lnTo>
                  <a:pt x="198246" y="76835"/>
                </a:lnTo>
                <a:lnTo>
                  <a:pt x="202564" y="72643"/>
                </a:lnTo>
                <a:lnTo>
                  <a:pt x="210693" y="67310"/>
                </a:lnTo>
                <a:lnTo>
                  <a:pt x="214375" y="66040"/>
                </a:lnTo>
                <a:lnTo>
                  <a:pt x="251650" y="66040"/>
                </a:lnTo>
                <a:lnTo>
                  <a:pt x="250570" y="62738"/>
                </a:lnTo>
                <a:lnTo>
                  <a:pt x="242188" y="53593"/>
                </a:lnTo>
                <a:lnTo>
                  <a:pt x="236093" y="51308"/>
                </a:lnTo>
                <a:close/>
              </a:path>
              <a:path w="339725" h="175895">
                <a:moveTo>
                  <a:pt x="304038" y="51308"/>
                </a:moveTo>
                <a:lnTo>
                  <a:pt x="288670" y="51308"/>
                </a:lnTo>
                <a:lnTo>
                  <a:pt x="281177" y="53848"/>
                </a:lnTo>
                <a:lnTo>
                  <a:pt x="252602" y="81534"/>
                </a:lnTo>
                <a:lnTo>
                  <a:pt x="263115" y="81534"/>
                </a:lnTo>
                <a:lnTo>
                  <a:pt x="266954" y="76708"/>
                </a:lnTo>
                <a:lnTo>
                  <a:pt x="271144" y="72643"/>
                </a:lnTo>
                <a:lnTo>
                  <a:pt x="275208" y="69977"/>
                </a:lnTo>
                <a:lnTo>
                  <a:pt x="279145" y="67310"/>
                </a:lnTo>
                <a:lnTo>
                  <a:pt x="282956" y="66040"/>
                </a:lnTo>
                <a:lnTo>
                  <a:pt x="319591" y="66040"/>
                </a:lnTo>
                <a:lnTo>
                  <a:pt x="318388" y="62357"/>
                </a:lnTo>
                <a:lnTo>
                  <a:pt x="310006" y="53467"/>
                </a:lnTo>
                <a:lnTo>
                  <a:pt x="304038" y="51308"/>
                </a:lnTo>
                <a:close/>
              </a:path>
              <a:path w="339725" h="175895">
                <a:moveTo>
                  <a:pt x="171576" y="51181"/>
                </a:moveTo>
                <a:lnTo>
                  <a:pt x="159893" y="51181"/>
                </a:lnTo>
                <a:lnTo>
                  <a:pt x="154050" y="52959"/>
                </a:lnTo>
                <a:lnTo>
                  <a:pt x="143382" y="60071"/>
                </a:lnTo>
                <a:lnTo>
                  <a:pt x="137160" y="65659"/>
                </a:lnTo>
                <a:lnTo>
                  <a:pt x="129793" y="73406"/>
                </a:lnTo>
                <a:lnTo>
                  <a:pt x="136906" y="80391"/>
                </a:lnTo>
                <a:lnTo>
                  <a:pt x="141858" y="74803"/>
                </a:lnTo>
                <a:lnTo>
                  <a:pt x="145923" y="70993"/>
                </a:lnTo>
                <a:lnTo>
                  <a:pt x="148717" y="68834"/>
                </a:lnTo>
                <a:lnTo>
                  <a:pt x="151637" y="66675"/>
                </a:lnTo>
                <a:lnTo>
                  <a:pt x="154431" y="65659"/>
                </a:lnTo>
                <a:lnTo>
                  <a:pt x="183387" y="65659"/>
                </a:lnTo>
                <a:lnTo>
                  <a:pt x="183387" y="64389"/>
                </a:lnTo>
                <a:lnTo>
                  <a:pt x="181863" y="59817"/>
                </a:lnTo>
                <a:lnTo>
                  <a:pt x="175768" y="52959"/>
                </a:lnTo>
                <a:lnTo>
                  <a:pt x="171576" y="51181"/>
                </a:lnTo>
                <a:close/>
              </a:path>
              <a:path w="339725" h="175895">
                <a:moveTo>
                  <a:pt x="92594" y="11557"/>
                </a:moveTo>
                <a:lnTo>
                  <a:pt x="56895" y="11557"/>
                </a:lnTo>
                <a:lnTo>
                  <a:pt x="62102" y="12827"/>
                </a:lnTo>
                <a:lnTo>
                  <a:pt x="70485" y="18415"/>
                </a:lnTo>
                <a:lnTo>
                  <a:pt x="73532" y="22225"/>
                </a:lnTo>
                <a:lnTo>
                  <a:pt x="75564" y="27051"/>
                </a:lnTo>
                <a:lnTo>
                  <a:pt x="77469" y="31877"/>
                </a:lnTo>
                <a:lnTo>
                  <a:pt x="78486" y="37338"/>
                </a:lnTo>
                <a:lnTo>
                  <a:pt x="78384" y="48387"/>
                </a:lnTo>
                <a:lnTo>
                  <a:pt x="77977" y="51435"/>
                </a:lnTo>
                <a:lnTo>
                  <a:pt x="76962" y="55372"/>
                </a:lnTo>
                <a:lnTo>
                  <a:pt x="76073" y="59309"/>
                </a:lnTo>
                <a:lnTo>
                  <a:pt x="74421" y="63373"/>
                </a:lnTo>
                <a:lnTo>
                  <a:pt x="72008" y="67818"/>
                </a:lnTo>
                <a:lnTo>
                  <a:pt x="69723" y="72263"/>
                </a:lnTo>
                <a:lnTo>
                  <a:pt x="40639" y="107823"/>
                </a:lnTo>
                <a:lnTo>
                  <a:pt x="32660" y="116849"/>
                </a:lnTo>
                <a:lnTo>
                  <a:pt x="6397" y="154003"/>
                </a:lnTo>
                <a:lnTo>
                  <a:pt x="0" y="167386"/>
                </a:lnTo>
                <a:lnTo>
                  <a:pt x="0" y="173355"/>
                </a:lnTo>
                <a:lnTo>
                  <a:pt x="103377" y="173355"/>
                </a:lnTo>
                <a:lnTo>
                  <a:pt x="104558" y="153289"/>
                </a:lnTo>
                <a:lnTo>
                  <a:pt x="24637" y="153289"/>
                </a:lnTo>
                <a:lnTo>
                  <a:pt x="31043" y="143456"/>
                </a:lnTo>
                <a:lnTo>
                  <a:pt x="39020" y="132826"/>
                </a:lnTo>
                <a:lnTo>
                  <a:pt x="48569" y="121410"/>
                </a:lnTo>
                <a:lnTo>
                  <a:pt x="59689" y="109220"/>
                </a:lnTo>
                <a:lnTo>
                  <a:pt x="71754" y="96281"/>
                </a:lnTo>
                <a:lnTo>
                  <a:pt x="76227" y="91414"/>
                </a:lnTo>
                <a:lnTo>
                  <a:pt x="79629" y="87630"/>
                </a:lnTo>
                <a:lnTo>
                  <a:pt x="83566" y="83312"/>
                </a:lnTo>
                <a:lnTo>
                  <a:pt x="86994" y="79121"/>
                </a:lnTo>
                <a:lnTo>
                  <a:pt x="93344" y="70739"/>
                </a:lnTo>
                <a:lnTo>
                  <a:pt x="95885" y="66802"/>
                </a:lnTo>
                <a:lnTo>
                  <a:pt x="97789" y="63118"/>
                </a:lnTo>
                <a:lnTo>
                  <a:pt x="99694" y="59563"/>
                </a:lnTo>
                <a:lnTo>
                  <a:pt x="101092" y="55880"/>
                </a:lnTo>
                <a:lnTo>
                  <a:pt x="101981" y="52070"/>
                </a:lnTo>
                <a:lnTo>
                  <a:pt x="102869" y="48387"/>
                </a:lnTo>
                <a:lnTo>
                  <a:pt x="103250" y="44323"/>
                </a:lnTo>
                <a:lnTo>
                  <a:pt x="103250" y="39878"/>
                </a:lnTo>
                <a:lnTo>
                  <a:pt x="102510" y="30733"/>
                </a:lnTo>
                <a:lnTo>
                  <a:pt x="100282" y="22732"/>
                </a:lnTo>
                <a:lnTo>
                  <a:pt x="96553" y="15875"/>
                </a:lnTo>
                <a:lnTo>
                  <a:pt x="92594" y="11557"/>
                </a:lnTo>
                <a:close/>
              </a:path>
              <a:path w="339725" h="175895">
                <a:moveTo>
                  <a:pt x="105537" y="136652"/>
                </a:moveTo>
                <a:lnTo>
                  <a:pt x="94868" y="136652"/>
                </a:lnTo>
                <a:lnTo>
                  <a:pt x="92456" y="143510"/>
                </a:lnTo>
                <a:lnTo>
                  <a:pt x="90677" y="147320"/>
                </a:lnTo>
                <a:lnTo>
                  <a:pt x="89407" y="148844"/>
                </a:lnTo>
                <a:lnTo>
                  <a:pt x="87883" y="149987"/>
                </a:lnTo>
                <a:lnTo>
                  <a:pt x="86487" y="151130"/>
                </a:lnTo>
                <a:lnTo>
                  <a:pt x="84455" y="152019"/>
                </a:lnTo>
                <a:lnTo>
                  <a:pt x="79375" y="153035"/>
                </a:lnTo>
                <a:lnTo>
                  <a:pt x="76073" y="153289"/>
                </a:lnTo>
                <a:lnTo>
                  <a:pt x="104558" y="153289"/>
                </a:lnTo>
                <a:lnTo>
                  <a:pt x="105537" y="136652"/>
                </a:lnTo>
                <a:close/>
              </a:path>
              <a:path w="339725" h="175895">
                <a:moveTo>
                  <a:pt x="56006" y="0"/>
                </a:moveTo>
                <a:lnTo>
                  <a:pt x="49021" y="0"/>
                </a:lnTo>
                <a:lnTo>
                  <a:pt x="41020" y="1016"/>
                </a:lnTo>
                <a:lnTo>
                  <a:pt x="3810" y="13462"/>
                </a:lnTo>
                <a:lnTo>
                  <a:pt x="3810" y="37592"/>
                </a:lnTo>
                <a:lnTo>
                  <a:pt x="19050" y="37592"/>
                </a:lnTo>
                <a:lnTo>
                  <a:pt x="24044" y="26183"/>
                </a:lnTo>
                <a:lnTo>
                  <a:pt x="31003" y="18049"/>
                </a:lnTo>
                <a:lnTo>
                  <a:pt x="39891" y="13178"/>
                </a:lnTo>
                <a:lnTo>
                  <a:pt x="50673" y="11557"/>
                </a:lnTo>
                <a:lnTo>
                  <a:pt x="92594" y="11557"/>
                </a:lnTo>
                <a:lnTo>
                  <a:pt x="91312" y="10160"/>
                </a:lnTo>
                <a:lnTo>
                  <a:pt x="84671" y="5679"/>
                </a:lnTo>
                <a:lnTo>
                  <a:pt x="76565" y="2508"/>
                </a:lnTo>
                <a:lnTo>
                  <a:pt x="67006" y="623"/>
                </a:lnTo>
                <a:lnTo>
                  <a:pt x="56006" y="0"/>
                </a:lnTo>
                <a:close/>
              </a:path>
            </a:pathLst>
          </a:custGeom>
          <a:solidFill>
            <a:srgbClr val="000000"/>
          </a:solidFill>
        </p:spPr>
        <p:txBody>
          <a:bodyPr wrap="square" lIns="0" tIns="0" rIns="0" bIns="0" rtlCol="0"/>
          <a:lstStyle/>
          <a:p>
            <a:endParaRPr sz="2400"/>
          </a:p>
        </p:txBody>
      </p:sp>
      <p:pic>
        <p:nvPicPr>
          <p:cNvPr id="42" name="object 42"/>
          <p:cNvPicPr/>
          <p:nvPr/>
        </p:nvPicPr>
        <p:blipFill>
          <a:blip r:embed="rId19" cstate="print"/>
          <a:stretch>
            <a:fillRect/>
          </a:stretch>
        </p:blipFill>
        <p:spPr>
          <a:xfrm>
            <a:off x="3049017" y="3553291"/>
            <a:ext cx="227924" cy="128863"/>
          </a:xfrm>
          <a:prstGeom prst="rect">
            <a:avLst/>
          </a:prstGeom>
        </p:spPr>
      </p:pic>
      <p:grpSp>
        <p:nvGrpSpPr>
          <p:cNvPr id="43" name="object 43"/>
          <p:cNvGrpSpPr/>
          <p:nvPr/>
        </p:nvGrpSpPr>
        <p:grpSpPr>
          <a:xfrm>
            <a:off x="4128185" y="3881798"/>
            <a:ext cx="767081" cy="428415"/>
            <a:chOff x="3096138" y="2911348"/>
            <a:chExt cx="575310" cy="321310"/>
          </a:xfrm>
        </p:grpSpPr>
        <p:sp>
          <p:nvSpPr>
            <p:cNvPr id="44" name="object 44"/>
            <p:cNvSpPr/>
            <p:nvPr/>
          </p:nvSpPr>
          <p:spPr>
            <a:xfrm>
              <a:off x="3096138" y="2921762"/>
              <a:ext cx="575310" cy="311150"/>
            </a:xfrm>
            <a:custGeom>
              <a:avLst/>
              <a:gdLst/>
              <a:ahLst/>
              <a:cxnLst/>
              <a:rect l="l" t="t" r="r" b="b"/>
              <a:pathLst>
                <a:path w="575310" h="311150">
                  <a:moveTo>
                    <a:pt x="493516" y="0"/>
                  </a:moveTo>
                  <a:lnTo>
                    <a:pt x="490341" y="10287"/>
                  </a:lnTo>
                  <a:lnTo>
                    <a:pt x="504632" y="17672"/>
                  </a:lnTo>
                  <a:lnTo>
                    <a:pt x="517042" y="28416"/>
                  </a:lnTo>
                  <a:lnTo>
                    <a:pt x="543222" y="80456"/>
                  </a:lnTo>
                  <a:lnTo>
                    <a:pt x="551084" y="128133"/>
                  </a:lnTo>
                  <a:lnTo>
                    <a:pt x="552063" y="155448"/>
                  </a:lnTo>
                  <a:lnTo>
                    <a:pt x="551084" y="182669"/>
                  </a:lnTo>
                  <a:lnTo>
                    <a:pt x="543222" y="230207"/>
                  </a:lnTo>
                  <a:lnTo>
                    <a:pt x="527595" y="268047"/>
                  </a:lnTo>
                  <a:lnTo>
                    <a:pt x="490341" y="300355"/>
                  </a:lnTo>
                  <a:lnTo>
                    <a:pt x="493516" y="310642"/>
                  </a:lnTo>
                  <a:lnTo>
                    <a:pt x="528155" y="292163"/>
                  </a:lnTo>
                  <a:lnTo>
                    <a:pt x="553841" y="257301"/>
                  </a:lnTo>
                  <a:lnTo>
                    <a:pt x="569779" y="210216"/>
                  </a:lnTo>
                  <a:lnTo>
                    <a:pt x="575050" y="155320"/>
                  </a:lnTo>
                  <a:lnTo>
                    <a:pt x="573736" y="126813"/>
                  </a:lnTo>
                  <a:lnTo>
                    <a:pt x="563155" y="75846"/>
                  </a:lnTo>
                  <a:lnTo>
                    <a:pt x="542129" y="33861"/>
                  </a:lnTo>
                  <a:lnTo>
                    <a:pt x="511943" y="7191"/>
                  </a:lnTo>
                  <a:lnTo>
                    <a:pt x="493516" y="0"/>
                  </a:lnTo>
                  <a:close/>
                </a:path>
                <a:path w="575310" h="311150">
                  <a:moveTo>
                    <a:pt x="81528" y="0"/>
                  </a:moveTo>
                  <a:lnTo>
                    <a:pt x="46888" y="18478"/>
                  </a:lnTo>
                  <a:lnTo>
                    <a:pt x="21203" y="53339"/>
                  </a:lnTo>
                  <a:lnTo>
                    <a:pt x="5264" y="100330"/>
                  </a:lnTo>
                  <a:lnTo>
                    <a:pt x="0" y="155448"/>
                  </a:lnTo>
                  <a:lnTo>
                    <a:pt x="1307" y="183757"/>
                  </a:lnTo>
                  <a:lnTo>
                    <a:pt x="11888" y="234723"/>
                  </a:lnTo>
                  <a:lnTo>
                    <a:pt x="32914" y="276780"/>
                  </a:lnTo>
                  <a:lnTo>
                    <a:pt x="63101" y="303450"/>
                  </a:lnTo>
                  <a:lnTo>
                    <a:pt x="81528" y="310642"/>
                  </a:lnTo>
                  <a:lnTo>
                    <a:pt x="84703" y="300355"/>
                  </a:lnTo>
                  <a:lnTo>
                    <a:pt x="70465" y="292951"/>
                  </a:lnTo>
                  <a:lnTo>
                    <a:pt x="58049" y="282178"/>
                  </a:lnTo>
                  <a:lnTo>
                    <a:pt x="31894" y="230207"/>
                  </a:lnTo>
                  <a:lnTo>
                    <a:pt x="24084" y="182669"/>
                  </a:lnTo>
                  <a:lnTo>
                    <a:pt x="23112" y="155320"/>
                  </a:lnTo>
                  <a:lnTo>
                    <a:pt x="24084" y="128133"/>
                  </a:lnTo>
                  <a:lnTo>
                    <a:pt x="31894" y="80456"/>
                  </a:lnTo>
                  <a:lnTo>
                    <a:pt x="47466" y="42541"/>
                  </a:lnTo>
                  <a:lnTo>
                    <a:pt x="84703" y="10287"/>
                  </a:lnTo>
                  <a:lnTo>
                    <a:pt x="81528" y="0"/>
                  </a:lnTo>
                  <a:close/>
                </a:path>
              </a:pathLst>
            </a:custGeom>
            <a:solidFill>
              <a:srgbClr val="000000"/>
            </a:solidFill>
          </p:spPr>
          <p:txBody>
            <a:bodyPr wrap="square" lIns="0" tIns="0" rIns="0" bIns="0" rtlCol="0"/>
            <a:lstStyle/>
            <a:p>
              <a:endParaRPr sz="2400"/>
            </a:p>
          </p:txBody>
        </p:sp>
        <p:pic>
          <p:nvPicPr>
            <p:cNvPr id="45" name="object 45"/>
            <p:cNvPicPr/>
            <p:nvPr/>
          </p:nvPicPr>
          <p:blipFill>
            <a:blip r:embed="rId20" cstate="print"/>
            <a:stretch>
              <a:fillRect/>
            </a:stretch>
          </p:blipFill>
          <p:spPr>
            <a:xfrm>
              <a:off x="3191510" y="3028315"/>
              <a:ext cx="129412" cy="124206"/>
            </a:xfrm>
            <a:prstGeom prst="rect">
              <a:avLst/>
            </a:prstGeom>
          </p:spPr>
        </p:pic>
        <p:pic>
          <p:nvPicPr>
            <p:cNvPr id="46" name="object 46"/>
            <p:cNvPicPr/>
            <p:nvPr/>
          </p:nvPicPr>
          <p:blipFill>
            <a:blip r:embed="rId21" cstate="print"/>
            <a:stretch>
              <a:fillRect/>
            </a:stretch>
          </p:blipFill>
          <p:spPr>
            <a:xfrm>
              <a:off x="3356991" y="2911348"/>
              <a:ext cx="197993" cy="176402"/>
            </a:xfrm>
            <a:prstGeom prst="rect">
              <a:avLst/>
            </a:prstGeom>
          </p:spPr>
        </p:pic>
      </p:grpSp>
      <p:sp>
        <p:nvSpPr>
          <p:cNvPr id="47" name="object 47"/>
          <p:cNvSpPr/>
          <p:nvPr/>
        </p:nvSpPr>
        <p:spPr>
          <a:xfrm>
            <a:off x="5088129" y="4091518"/>
            <a:ext cx="206587" cy="22860"/>
          </a:xfrm>
          <a:custGeom>
            <a:avLst/>
            <a:gdLst/>
            <a:ahLst/>
            <a:cxnLst/>
            <a:rect l="l" t="t" r="r" b="b"/>
            <a:pathLst>
              <a:path w="154939" h="17144">
                <a:moveTo>
                  <a:pt x="154711" y="0"/>
                </a:moveTo>
                <a:lnTo>
                  <a:pt x="0" y="0"/>
                </a:lnTo>
                <a:lnTo>
                  <a:pt x="0" y="16701"/>
                </a:lnTo>
                <a:lnTo>
                  <a:pt x="154711" y="16701"/>
                </a:lnTo>
                <a:lnTo>
                  <a:pt x="154711" y="0"/>
                </a:lnTo>
                <a:close/>
              </a:path>
            </a:pathLst>
          </a:custGeom>
          <a:solidFill>
            <a:srgbClr val="000000"/>
          </a:solidFill>
        </p:spPr>
        <p:txBody>
          <a:bodyPr wrap="square" lIns="0" tIns="0" rIns="0" bIns="0" rtlCol="0"/>
          <a:lstStyle/>
          <a:p>
            <a:endParaRPr sz="2400"/>
          </a:p>
        </p:txBody>
      </p:sp>
      <p:grpSp>
        <p:nvGrpSpPr>
          <p:cNvPr id="48" name="object 48"/>
          <p:cNvGrpSpPr/>
          <p:nvPr/>
        </p:nvGrpSpPr>
        <p:grpSpPr>
          <a:xfrm>
            <a:off x="5470823" y="3881804"/>
            <a:ext cx="783508" cy="394546"/>
            <a:chOff x="4103115" y="2911348"/>
            <a:chExt cx="587630" cy="295909"/>
          </a:xfrm>
        </p:grpSpPr>
        <p:pic>
          <p:nvPicPr>
            <p:cNvPr id="49" name="object 49"/>
            <p:cNvPicPr/>
            <p:nvPr/>
          </p:nvPicPr>
          <p:blipFill>
            <a:blip r:embed="rId22" cstate="print"/>
            <a:stretch>
              <a:fillRect/>
            </a:stretch>
          </p:blipFill>
          <p:spPr>
            <a:xfrm>
              <a:off x="4103115" y="3028442"/>
              <a:ext cx="139192" cy="176783"/>
            </a:xfrm>
            <a:prstGeom prst="rect">
              <a:avLst/>
            </a:prstGeom>
          </p:spPr>
        </p:pic>
        <p:pic>
          <p:nvPicPr>
            <p:cNvPr id="50" name="object 50"/>
            <p:cNvPicPr/>
            <p:nvPr/>
          </p:nvPicPr>
          <p:blipFill>
            <a:blip r:embed="rId21" cstate="print"/>
            <a:stretch>
              <a:fillRect/>
            </a:stretch>
          </p:blipFill>
          <p:spPr>
            <a:xfrm>
              <a:off x="4271390" y="2911348"/>
              <a:ext cx="197993" cy="176402"/>
            </a:xfrm>
            <a:prstGeom prst="rect">
              <a:avLst/>
            </a:prstGeom>
          </p:spPr>
        </p:pic>
        <p:pic>
          <p:nvPicPr>
            <p:cNvPr id="51" name="object 51"/>
            <p:cNvPicPr/>
            <p:nvPr/>
          </p:nvPicPr>
          <p:blipFill>
            <a:blip r:embed="rId23" cstate="print"/>
            <a:stretch>
              <a:fillRect/>
            </a:stretch>
          </p:blipFill>
          <p:spPr>
            <a:xfrm>
              <a:off x="4497451" y="2969006"/>
              <a:ext cx="79375" cy="238251"/>
            </a:xfrm>
            <a:prstGeom prst="rect">
              <a:avLst/>
            </a:prstGeom>
          </p:spPr>
        </p:pic>
        <p:pic>
          <p:nvPicPr>
            <p:cNvPr id="52" name="object 52"/>
            <p:cNvPicPr/>
            <p:nvPr/>
          </p:nvPicPr>
          <p:blipFill>
            <a:blip r:embed="rId24" cstate="print"/>
            <a:stretch>
              <a:fillRect/>
            </a:stretch>
          </p:blipFill>
          <p:spPr>
            <a:xfrm>
              <a:off x="4610100" y="2934843"/>
              <a:ext cx="80645" cy="120395"/>
            </a:xfrm>
            <a:prstGeom prst="rect">
              <a:avLst/>
            </a:prstGeom>
          </p:spPr>
        </p:pic>
      </p:grpSp>
      <p:sp>
        <p:nvSpPr>
          <p:cNvPr id="54" name="object 54"/>
          <p:cNvSpPr/>
          <p:nvPr/>
        </p:nvSpPr>
        <p:spPr>
          <a:xfrm>
            <a:off x="2540678" y="5124872"/>
            <a:ext cx="818727" cy="318347"/>
          </a:xfrm>
          <a:custGeom>
            <a:avLst/>
            <a:gdLst/>
            <a:ahLst/>
            <a:cxnLst/>
            <a:rect l="l" t="t" r="r" b="b"/>
            <a:pathLst>
              <a:path w="614044" h="238760">
                <a:moveTo>
                  <a:pt x="537972" y="0"/>
                </a:moveTo>
                <a:lnTo>
                  <a:pt x="534543" y="9652"/>
                </a:lnTo>
                <a:lnTo>
                  <a:pt x="548350" y="15652"/>
                </a:lnTo>
                <a:lnTo>
                  <a:pt x="560228" y="23937"/>
                </a:lnTo>
                <a:lnTo>
                  <a:pt x="584271" y="62288"/>
                </a:lnTo>
                <a:lnTo>
                  <a:pt x="592201" y="117868"/>
                </a:lnTo>
                <a:lnTo>
                  <a:pt x="591319" y="138878"/>
                </a:lnTo>
                <a:lnTo>
                  <a:pt x="578104" y="190322"/>
                </a:lnTo>
                <a:lnTo>
                  <a:pt x="548546" y="222483"/>
                </a:lnTo>
                <a:lnTo>
                  <a:pt x="534924" y="228498"/>
                </a:lnTo>
                <a:lnTo>
                  <a:pt x="537972" y="238163"/>
                </a:lnTo>
                <a:lnTo>
                  <a:pt x="583477" y="211122"/>
                </a:lnTo>
                <a:lnTo>
                  <a:pt x="609044" y="161205"/>
                </a:lnTo>
                <a:lnTo>
                  <a:pt x="613918" y="119126"/>
                </a:lnTo>
                <a:lnTo>
                  <a:pt x="612701" y="97285"/>
                </a:lnTo>
                <a:lnTo>
                  <a:pt x="602934" y="58575"/>
                </a:lnTo>
                <a:lnTo>
                  <a:pt x="570404" y="15214"/>
                </a:lnTo>
                <a:lnTo>
                  <a:pt x="555265" y="6188"/>
                </a:lnTo>
                <a:lnTo>
                  <a:pt x="537972" y="0"/>
                </a:lnTo>
                <a:close/>
              </a:path>
              <a:path w="614044" h="238760">
                <a:moveTo>
                  <a:pt x="75946" y="0"/>
                </a:moveTo>
                <a:lnTo>
                  <a:pt x="30547" y="27060"/>
                </a:lnTo>
                <a:lnTo>
                  <a:pt x="4889" y="77101"/>
                </a:lnTo>
                <a:lnTo>
                  <a:pt x="0" y="119126"/>
                </a:lnTo>
                <a:lnTo>
                  <a:pt x="1216" y="141009"/>
                </a:lnTo>
                <a:lnTo>
                  <a:pt x="10983" y="179713"/>
                </a:lnTo>
                <a:lnTo>
                  <a:pt x="43465" y="222924"/>
                </a:lnTo>
                <a:lnTo>
                  <a:pt x="75946" y="238163"/>
                </a:lnTo>
                <a:lnTo>
                  <a:pt x="78993" y="228498"/>
                </a:lnTo>
                <a:lnTo>
                  <a:pt x="65371" y="222483"/>
                </a:lnTo>
                <a:lnTo>
                  <a:pt x="53641" y="214115"/>
                </a:lnTo>
                <a:lnTo>
                  <a:pt x="29646" y="175106"/>
                </a:lnTo>
                <a:lnTo>
                  <a:pt x="21717" y="117868"/>
                </a:lnTo>
                <a:lnTo>
                  <a:pt x="22598" y="97544"/>
                </a:lnTo>
                <a:lnTo>
                  <a:pt x="35814" y="47358"/>
                </a:lnTo>
                <a:lnTo>
                  <a:pt x="65585" y="15652"/>
                </a:lnTo>
                <a:lnTo>
                  <a:pt x="79375" y="9652"/>
                </a:lnTo>
                <a:lnTo>
                  <a:pt x="75946" y="0"/>
                </a:lnTo>
                <a:close/>
              </a:path>
            </a:pathLst>
          </a:custGeom>
          <a:solidFill>
            <a:srgbClr val="000000"/>
          </a:solidFill>
        </p:spPr>
        <p:txBody>
          <a:bodyPr wrap="square" lIns="0" tIns="0" rIns="0" bIns="0" rtlCol="0"/>
          <a:lstStyle/>
          <a:p>
            <a:endParaRPr sz="2400"/>
          </a:p>
        </p:txBody>
      </p:sp>
      <p:sp>
        <p:nvSpPr>
          <p:cNvPr id="55" name="object 55"/>
          <p:cNvSpPr txBox="1"/>
          <p:nvPr/>
        </p:nvSpPr>
        <p:spPr>
          <a:xfrm>
            <a:off x="462804" y="4614084"/>
            <a:ext cx="2973735" cy="1102610"/>
          </a:xfrm>
          <a:prstGeom prst="rect">
            <a:avLst/>
          </a:prstGeom>
        </p:spPr>
        <p:txBody>
          <a:bodyPr vert="horz" wrap="square" lIns="0" tIns="17780" rIns="0" bIns="0" rtlCol="0">
            <a:spAutoFit/>
          </a:bodyPr>
          <a:lstStyle/>
          <a:p>
            <a:pPr marL="16933">
              <a:lnSpc>
                <a:spcPts val="3775"/>
              </a:lnSpc>
              <a:spcBef>
                <a:spcPts val="140"/>
              </a:spcBef>
            </a:pPr>
            <a:r>
              <a:rPr sz="3200" spc="-15" dirty="0">
                <a:latin typeface="Verdana"/>
                <a:cs typeface="Verdana"/>
              </a:rPr>
              <a:t>goal:</a:t>
            </a:r>
            <a:endParaRPr sz="3200" dirty="0">
              <a:latin typeface="Verdana"/>
              <a:cs typeface="Verdana"/>
            </a:endParaRPr>
          </a:p>
          <a:p>
            <a:pPr marL="531680">
              <a:lnSpc>
                <a:spcPts val="2673"/>
              </a:lnSpc>
            </a:pPr>
            <a:r>
              <a:rPr sz="2667" spc="-27" dirty="0">
                <a:latin typeface="Cambria Math"/>
                <a:cs typeface="Cambria Math"/>
              </a:rPr>
              <a:t>m</a:t>
            </a:r>
            <a:r>
              <a:rPr sz="2667" spc="47" dirty="0">
                <a:latin typeface="Cambria Math"/>
                <a:cs typeface="Cambria Math"/>
              </a:rPr>
              <a:t>i</a:t>
            </a:r>
            <a:r>
              <a:rPr sz="2667" spc="7" dirty="0">
                <a:latin typeface="Cambria Math"/>
                <a:cs typeface="Cambria Math"/>
              </a:rPr>
              <a:t>n</a:t>
            </a:r>
            <a:r>
              <a:rPr sz="2667" spc="47" dirty="0">
                <a:latin typeface="Cambria Math"/>
                <a:cs typeface="Cambria Math"/>
              </a:rPr>
              <a:t>i</a:t>
            </a:r>
            <a:r>
              <a:rPr sz="2667" spc="-33" dirty="0">
                <a:latin typeface="Cambria Math"/>
                <a:cs typeface="Cambria Math"/>
              </a:rPr>
              <a:t>mi</a:t>
            </a:r>
            <a:r>
              <a:rPr sz="2667" spc="-20" dirty="0">
                <a:latin typeface="Cambria Math"/>
                <a:cs typeface="Cambria Math"/>
              </a:rPr>
              <a:t>z</a:t>
            </a:r>
            <a:r>
              <a:rPr sz="2667" spc="15" dirty="0">
                <a:latin typeface="Cambria Math"/>
                <a:cs typeface="Cambria Math"/>
              </a:rPr>
              <a:t>e</a:t>
            </a:r>
            <a:r>
              <a:rPr sz="2667" spc="-193" dirty="0">
                <a:latin typeface="Cambria Math"/>
                <a:cs typeface="Cambria Math"/>
              </a:rPr>
              <a:t> </a:t>
            </a:r>
            <a:r>
              <a:rPr sz="2667" spc="33" dirty="0">
                <a:latin typeface="Cambria Math"/>
                <a:cs typeface="Cambria Math"/>
              </a:rPr>
              <a:t>𝐽</a:t>
            </a:r>
            <a:r>
              <a:rPr sz="2667" dirty="0">
                <a:latin typeface="Cambria Math"/>
                <a:cs typeface="Cambria Math"/>
              </a:rPr>
              <a:t> </a:t>
            </a:r>
            <a:r>
              <a:rPr sz="2667" spc="-107" dirty="0">
                <a:latin typeface="Cambria Math"/>
                <a:cs typeface="Cambria Math"/>
              </a:rPr>
              <a:t> </a:t>
            </a:r>
            <a:r>
              <a:rPr sz="2667" spc="133" dirty="0">
                <a:latin typeface="Cambria Math"/>
                <a:cs typeface="Cambria Math"/>
              </a:rPr>
              <a:t>𝑤</a:t>
            </a:r>
            <a:r>
              <a:rPr sz="2667" spc="7" dirty="0">
                <a:latin typeface="Cambria Math"/>
                <a:cs typeface="Cambria Math"/>
              </a:rPr>
              <a:t>,</a:t>
            </a:r>
            <a:r>
              <a:rPr sz="2667" spc="-140" dirty="0">
                <a:latin typeface="Cambria Math"/>
                <a:cs typeface="Cambria Math"/>
              </a:rPr>
              <a:t> </a:t>
            </a:r>
            <a:r>
              <a:rPr sz="2667" spc="33" dirty="0">
                <a:latin typeface="Cambria Math"/>
                <a:cs typeface="Cambria Math"/>
              </a:rPr>
              <a:t>𝑏</a:t>
            </a:r>
            <a:endParaRPr sz="2667" dirty="0">
              <a:latin typeface="Cambria Math"/>
              <a:cs typeface="Cambria Math"/>
            </a:endParaRPr>
          </a:p>
          <a:p>
            <a:pPr marR="397066" algn="ctr">
              <a:lnSpc>
                <a:spcPts val="1935"/>
              </a:lnSpc>
            </a:pPr>
            <a:r>
              <a:rPr sz="2000" spc="80" dirty="0">
                <a:latin typeface="Cambria Math"/>
                <a:cs typeface="Cambria Math"/>
              </a:rPr>
              <a:t>w,𝑏</a:t>
            </a:r>
            <a:endParaRPr sz="2000" dirty="0">
              <a:latin typeface="Cambria Math"/>
              <a:cs typeface="Cambria Math"/>
            </a:endParaRPr>
          </a:p>
        </p:txBody>
      </p:sp>
      <p:grpSp>
        <p:nvGrpSpPr>
          <p:cNvPr id="56" name="object 56"/>
          <p:cNvGrpSpPr/>
          <p:nvPr/>
        </p:nvGrpSpPr>
        <p:grpSpPr>
          <a:xfrm>
            <a:off x="3962402" y="1587330"/>
            <a:ext cx="1804247" cy="1542628"/>
            <a:chOff x="2971800" y="1190497"/>
            <a:chExt cx="1353185" cy="1156970"/>
          </a:xfrm>
        </p:grpSpPr>
        <p:sp>
          <p:nvSpPr>
            <p:cNvPr id="57" name="object 57"/>
            <p:cNvSpPr/>
            <p:nvPr/>
          </p:nvSpPr>
          <p:spPr>
            <a:xfrm>
              <a:off x="2990850" y="1190497"/>
              <a:ext cx="1156970" cy="1156970"/>
            </a:xfrm>
            <a:custGeom>
              <a:avLst/>
              <a:gdLst/>
              <a:ahLst/>
              <a:cxnLst/>
              <a:rect l="l" t="t" r="r" b="b"/>
              <a:pathLst>
                <a:path w="1156970" h="1156970">
                  <a:moveTo>
                    <a:pt x="1156843" y="1038352"/>
                  </a:moveTo>
                  <a:lnTo>
                    <a:pt x="1124178" y="1019302"/>
                  </a:lnTo>
                  <a:lnTo>
                    <a:pt x="1014222" y="955167"/>
                  </a:lnTo>
                  <a:lnTo>
                    <a:pt x="1007097" y="952779"/>
                  </a:lnTo>
                  <a:lnTo>
                    <a:pt x="999820" y="953262"/>
                  </a:lnTo>
                  <a:lnTo>
                    <a:pt x="993228" y="956424"/>
                  </a:lnTo>
                  <a:lnTo>
                    <a:pt x="988187" y="962025"/>
                  </a:lnTo>
                  <a:lnTo>
                    <a:pt x="985786" y="969225"/>
                  </a:lnTo>
                  <a:lnTo>
                    <a:pt x="986269" y="976541"/>
                  </a:lnTo>
                  <a:lnTo>
                    <a:pt x="989431" y="983145"/>
                  </a:lnTo>
                  <a:lnTo>
                    <a:pt x="995045" y="988187"/>
                  </a:lnTo>
                  <a:lnTo>
                    <a:pt x="1048372" y="1019302"/>
                  </a:lnTo>
                  <a:lnTo>
                    <a:pt x="161925" y="1019302"/>
                  </a:lnTo>
                  <a:lnTo>
                    <a:pt x="161925" y="108470"/>
                  </a:lnTo>
                  <a:lnTo>
                    <a:pt x="193040" y="161798"/>
                  </a:lnTo>
                  <a:lnTo>
                    <a:pt x="198081" y="167411"/>
                  </a:lnTo>
                  <a:lnTo>
                    <a:pt x="204685" y="170561"/>
                  </a:lnTo>
                  <a:lnTo>
                    <a:pt x="212001" y="171056"/>
                  </a:lnTo>
                  <a:lnTo>
                    <a:pt x="219202" y="168656"/>
                  </a:lnTo>
                  <a:lnTo>
                    <a:pt x="224802" y="163614"/>
                  </a:lnTo>
                  <a:lnTo>
                    <a:pt x="227965" y="157010"/>
                  </a:lnTo>
                  <a:lnTo>
                    <a:pt x="228447" y="149694"/>
                  </a:lnTo>
                  <a:lnTo>
                    <a:pt x="226060" y="142494"/>
                  </a:lnTo>
                  <a:lnTo>
                    <a:pt x="164960" y="37846"/>
                  </a:lnTo>
                  <a:lnTo>
                    <a:pt x="142875" y="0"/>
                  </a:lnTo>
                  <a:lnTo>
                    <a:pt x="59690" y="142494"/>
                  </a:lnTo>
                  <a:lnTo>
                    <a:pt x="57289" y="149694"/>
                  </a:lnTo>
                  <a:lnTo>
                    <a:pt x="57785" y="157010"/>
                  </a:lnTo>
                  <a:lnTo>
                    <a:pt x="60934" y="163614"/>
                  </a:lnTo>
                  <a:lnTo>
                    <a:pt x="66548" y="168656"/>
                  </a:lnTo>
                  <a:lnTo>
                    <a:pt x="73736" y="171056"/>
                  </a:lnTo>
                  <a:lnTo>
                    <a:pt x="81051" y="170561"/>
                  </a:lnTo>
                  <a:lnTo>
                    <a:pt x="87655" y="167411"/>
                  </a:lnTo>
                  <a:lnTo>
                    <a:pt x="92710" y="161798"/>
                  </a:lnTo>
                  <a:lnTo>
                    <a:pt x="123825" y="108470"/>
                  </a:lnTo>
                  <a:lnTo>
                    <a:pt x="123825" y="1019302"/>
                  </a:lnTo>
                  <a:lnTo>
                    <a:pt x="0" y="1019302"/>
                  </a:lnTo>
                  <a:lnTo>
                    <a:pt x="0" y="1057402"/>
                  </a:lnTo>
                  <a:lnTo>
                    <a:pt x="123825" y="1057402"/>
                  </a:lnTo>
                  <a:lnTo>
                    <a:pt x="123825" y="1156843"/>
                  </a:lnTo>
                  <a:lnTo>
                    <a:pt x="161925" y="1156843"/>
                  </a:lnTo>
                  <a:lnTo>
                    <a:pt x="161925" y="1057402"/>
                  </a:lnTo>
                  <a:lnTo>
                    <a:pt x="1048372" y="1057402"/>
                  </a:lnTo>
                  <a:lnTo>
                    <a:pt x="995045" y="1088517"/>
                  </a:lnTo>
                  <a:lnTo>
                    <a:pt x="989431" y="1093571"/>
                  </a:lnTo>
                  <a:lnTo>
                    <a:pt x="986269" y="1100175"/>
                  </a:lnTo>
                  <a:lnTo>
                    <a:pt x="985786" y="1107490"/>
                  </a:lnTo>
                  <a:lnTo>
                    <a:pt x="988187" y="1114679"/>
                  </a:lnTo>
                  <a:lnTo>
                    <a:pt x="993228" y="1120292"/>
                  </a:lnTo>
                  <a:lnTo>
                    <a:pt x="999820" y="1123442"/>
                  </a:lnTo>
                  <a:lnTo>
                    <a:pt x="1007097" y="1123937"/>
                  </a:lnTo>
                  <a:lnTo>
                    <a:pt x="1014222" y="1121537"/>
                  </a:lnTo>
                  <a:lnTo>
                    <a:pt x="1124178" y="1057402"/>
                  </a:lnTo>
                  <a:lnTo>
                    <a:pt x="1156843" y="1038352"/>
                  </a:lnTo>
                  <a:close/>
                </a:path>
              </a:pathLst>
            </a:custGeom>
            <a:solidFill>
              <a:srgbClr val="000000"/>
            </a:solidFill>
          </p:spPr>
          <p:txBody>
            <a:bodyPr wrap="square" lIns="0" tIns="0" rIns="0" bIns="0" rtlCol="0"/>
            <a:lstStyle/>
            <a:p>
              <a:endParaRPr sz="2400"/>
            </a:p>
          </p:txBody>
        </p:sp>
        <p:sp>
          <p:nvSpPr>
            <p:cNvPr id="58" name="object 58"/>
            <p:cNvSpPr/>
            <p:nvPr/>
          </p:nvSpPr>
          <p:spPr>
            <a:xfrm>
              <a:off x="2990850" y="1533524"/>
              <a:ext cx="1033780" cy="419734"/>
            </a:xfrm>
            <a:custGeom>
              <a:avLst/>
              <a:gdLst/>
              <a:ahLst/>
              <a:cxnLst/>
              <a:rect l="l" t="t" r="r" b="b"/>
              <a:pathLst>
                <a:path w="1033779" h="419735">
                  <a:moveTo>
                    <a:pt x="0" y="419226"/>
                  </a:moveTo>
                  <a:lnTo>
                    <a:pt x="1033779" y="0"/>
                  </a:lnTo>
                </a:path>
              </a:pathLst>
            </a:custGeom>
            <a:ln w="38100">
              <a:solidFill>
                <a:srgbClr val="0096FF"/>
              </a:solidFill>
            </a:ln>
          </p:spPr>
          <p:txBody>
            <a:bodyPr wrap="square" lIns="0" tIns="0" rIns="0" bIns="0" rtlCol="0"/>
            <a:lstStyle/>
            <a:p>
              <a:endParaRPr sz="2400"/>
            </a:p>
          </p:txBody>
        </p:sp>
        <p:pic>
          <p:nvPicPr>
            <p:cNvPr id="59" name="object 59"/>
            <p:cNvPicPr/>
            <p:nvPr/>
          </p:nvPicPr>
          <p:blipFill>
            <a:blip r:embed="rId25" cstate="print"/>
            <a:stretch>
              <a:fillRect/>
            </a:stretch>
          </p:blipFill>
          <p:spPr>
            <a:xfrm>
              <a:off x="4160900" y="1479676"/>
              <a:ext cx="164048" cy="289813"/>
            </a:xfrm>
            <a:prstGeom prst="rect">
              <a:avLst/>
            </a:prstGeom>
          </p:spPr>
        </p:pic>
      </p:grpSp>
      <p:sp>
        <p:nvSpPr>
          <p:cNvPr id="60" name="object 60"/>
          <p:cNvSpPr/>
          <p:nvPr/>
        </p:nvSpPr>
        <p:spPr>
          <a:xfrm>
            <a:off x="6750135" y="438235"/>
            <a:ext cx="0" cy="5341620"/>
          </a:xfrm>
          <a:custGeom>
            <a:avLst/>
            <a:gdLst/>
            <a:ahLst/>
            <a:cxnLst/>
            <a:rect l="l" t="t" r="r" b="b"/>
            <a:pathLst>
              <a:path h="4006215">
                <a:moveTo>
                  <a:pt x="0" y="0"/>
                </a:moveTo>
                <a:lnTo>
                  <a:pt x="0" y="4005821"/>
                </a:lnTo>
              </a:path>
            </a:pathLst>
          </a:custGeom>
          <a:ln w="25400">
            <a:solidFill>
              <a:srgbClr val="7F7F7F"/>
            </a:solidFill>
          </a:ln>
        </p:spPr>
        <p:txBody>
          <a:bodyPr wrap="square" lIns="0" tIns="0" rIns="0" bIns="0" rtlCol="0"/>
          <a:lstStyle/>
          <a:p>
            <a:endParaRPr sz="2400"/>
          </a:p>
        </p:txBody>
      </p:sp>
      <p:sp>
        <p:nvSpPr>
          <p:cNvPr id="61" name="object 61"/>
          <p:cNvSpPr/>
          <p:nvPr/>
        </p:nvSpPr>
        <p:spPr>
          <a:xfrm>
            <a:off x="7723973" y="1177036"/>
            <a:ext cx="412327" cy="318347"/>
          </a:xfrm>
          <a:custGeom>
            <a:avLst/>
            <a:gdLst/>
            <a:ahLst/>
            <a:cxnLst/>
            <a:rect l="l" t="t" r="r" b="b"/>
            <a:pathLst>
              <a:path w="309245" h="238759">
                <a:moveTo>
                  <a:pt x="233172" y="0"/>
                </a:moveTo>
                <a:lnTo>
                  <a:pt x="229743" y="9778"/>
                </a:lnTo>
                <a:lnTo>
                  <a:pt x="243532" y="15708"/>
                </a:lnTo>
                <a:lnTo>
                  <a:pt x="255381" y="23971"/>
                </a:lnTo>
                <a:lnTo>
                  <a:pt x="279471" y="62404"/>
                </a:lnTo>
                <a:lnTo>
                  <a:pt x="287400" y="117983"/>
                </a:lnTo>
                <a:lnTo>
                  <a:pt x="286519" y="139009"/>
                </a:lnTo>
                <a:lnTo>
                  <a:pt x="273304" y="190373"/>
                </a:lnTo>
                <a:lnTo>
                  <a:pt x="243693" y="222573"/>
                </a:lnTo>
                <a:lnTo>
                  <a:pt x="230124" y="228600"/>
                </a:lnTo>
                <a:lnTo>
                  <a:pt x="233172" y="238251"/>
                </a:lnTo>
                <a:lnTo>
                  <a:pt x="278677" y="211195"/>
                </a:lnTo>
                <a:lnTo>
                  <a:pt x="304244" y="161305"/>
                </a:lnTo>
                <a:lnTo>
                  <a:pt x="309118" y="119252"/>
                </a:lnTo>
                <a:lnTo>
                  <a:pt x="307881" y="97414"/>
                </a:lnTo>
                <a:lnTo>
                  <a:pt x="298027" y="58691"/>
                </a:lnTo>
                <a:lnTo>
                  <a:pt x="265541" y="15319"/>
                </a:lnTo>
                <a:lnTo>
                  <a:pt x="250410" y="6260"/>
                </a:lnTo>
                <a:lnTo>
                  <a:pt x="233172" y="0"/>
                </a:lnTo>
                <a:close/>
              </a:path>
              <a:path w="309245" h="238759">
                <a:moveTo>
                  <a:pt x="75946" y="0"/>
                </a:moveTo>
                <a:lnTo>
                  <a:pt x="30440" y="27164"/>
                </a:lnTo>
                <a:lnTo>
                  <a:pt x="4873" y="77231"/>
                </a:lnTo>
                <a:lnTo>
                  <a:pt x="0" y="119252"/>
                </a:lnTo>
                <a:lnTo>
                  <a:pt x="1216" y="141106"/>
                </a:lnTo>
                <a:lnTo>
                  <a:pt x="10983" y="179814"/>
                </a:lnTo>
                <a:lnTo>
                  <a:pt x="43465" y="222996"/>
                </a:lnTo>
                <a:lnTo>
                  <a:pt x="75946" y="238251"/>
                </a:lnTo>
                <a:lnTo>
                  <a:pt x="78867" y="228600"/>
                </a:lnTo>
                <a:lnTo>
                  <a:pt x="65317" y="222573"/>
                </a:lnTo>
                <a:lnTo>
                  <a:pt x="53625" y="214201"/>
                </a:lnTo>
                <a:lnTo>
                  <a:pt x="29646" y="175204"/>
                </a:lnTo>
                <a:lnTo>
                  <a:pt x="21717" y="117983"/>
                </a:lnTo>
                <a:lnTo>
                  <a:pt x="22598" y="97647"/>
                </a:lnTo>
                <a:lnTo>
                  <a:pt x="35813" y="47498"/>
                </a:lnTo>
                <a:lnTo>
                  <a:pt x="65532" y="15708"/>
                </a:lnTo>
                <a:lnTo>
                  <a:pt x="79248" y="9778"/>
                </a:lnTo>
                <a:lnTo>
                  <a:pt x="75946" y="0"/>
                </a:lnTo>
                <a:close/>
              </a:path>
            </a:pathLst>
          </a:custGeom>
          <a:solidFill>
            <a:srgbClr val="000000"/>
          </a:solidFill>
        </p:spPr>
        <p:txBody>
          <a:bodyPr wrap="square" lIns="0" tIns="0" rIns="0" bIns="0" rtlCol="0"/>
          <a:lstStyle/>
          <a:p>
            <a:endParaRPr sz="2400"/>
          </a:p>
        </p:txBody>
      </p:sp>
      <p:sp>
        <p:nvSpPr>
          <p:cNvPr id="62" name="object 62"/>
          <p:cNvSpPr txBox="1"/>
          <p:nvPr/>
        </p:nvSpPr>
        <p:spPr>
          <a:xfrm>
            <a:off x="7300808" y="355611"/>
            <a:ext cx="2968415" cy="1167050"/>
          </a:xfrm>
          <a:prstGeom prst="rect">
            <a:avLst/>
          </a:prstGeom>
        </p:spPr>
        <p:txBody>
          <a:bodyPr vert="horz" wrap="square" lIns="0" tIns="147319" rIns="0" bIns="0" rtlCol="0">
            <a:spAutoFit/>
          </a:bodyPr>
          <a:lstStyle/>
          <a:p>
            <a:pPr marL="957532">
              <a:spcBef>
                <a:spcPts val="1159"/>
              </a:spcBef>
            </a:pPr>
            <a:r>
              <a:rPr sz="3200" spc="7" dirty="0">
                <a:latin typeface="Verdana"/>
                <a:cs typeface="Verdana"/>
              </a:rPr>
              <a:t>simplified</a:t>
            </a:r>
            <a:endParaRPr sz="3200" dirty="0">
              <a:latin typeface="Verdana"/>
              <a:cs typeface="Verdana"/>
            </a:endParaRPr>
          </a:p>
          <a:p>
            <a:pPr marL="67730">
              <a:spcBef>
                <a:spcPts val="907"/>
              </a:spcBef>
              <a:tabLst>
                <a:tab pos="982085" algn="l"/>
              </a:tabLst>
            </a:pPr>
            <a:r>
              <a:rPr sz="2667" spc="140" dirty="0">
                <a:latin typeface="Cambria Math"/>
                <a:cs typeface="Cambria Math"/>
              </a:rPr>
              <a:t>ƒ</a:t>
            </a:r>
            <a:r>
              <a:rPr sz="3001" spc="209" baseline="-16666" dirty="0">
                <a:latin typeface="Cambria Math"/>
                <a:cs typeface="Cambria Math"/>
              </a:rPr>
              <a:t>w</a:t>
            </a:r>
            <a:r>
              <a:rPr sz="3001" spc="1071" baseline="-16666" dirty="0">
                <a:latin typeface="Cambria Math"/>
                <a:cs typeface="Cambria Math"/>
              </a:rPr>
              <a:t> </a:t>
            </a:r>
            <a:r>
              <a:rPr sz="2667" spc="20" dirty="0">
                <a:latin typeface="Cambria Math"/>
                <a:cs typeface="Cambria Math"/>
              </a:rPr>
              <a:t>𝑥	</a:t>
            </a:r>
            <a:r>
              <a:rPr sz="2667" spc="27" dirty="0">
                <a:latin typeface="Cambria Math"/>
                <a:cs typeface="Cambria Math"/>
              </a:rPr>
              <a:t>=</a:t>
            </a:r>
            <a:r>
              <a:rPr sz="2667" spc="41" dirty="0">
                <a:latin typeface="Cambria Math"/>
                <a:cs typeface="Cambria Math"/>
              </a:rPr>
              <a:t> </a:t>
            </a:r>
            <a:r>
              <a:rPr sz="2667" spc="20" dirty="0">
                <a:latin typeface="Cambria Math"/>
                <a:cs typeface="Cambria Math"/>
              </a:rPr>
              <a:t>𝑤𝑥</a:t>
            </a:r>
            <a:endParaRPr sz="2667" dirty="0">
              <a:latin typeface="Cambria Math"/>
              <a:cs typeface="Cambria Math"/>
            </a:endParaRPr>
          </a:p>
        </p:txBody>
      </p:sp>
      <p:pic>
        <p:nvPicPr>
          <p:cNvPr id="64" name="object 64"/>
          <p:cNvPicPr/>
          <p:nvPr/>
        </p:nvPicPr>
        <p:blipFill>
          <a:blip r:embed="rId26" cstate="print"/>
          <a:stretch>
            <a:fillRect/>
          </a:stretch>
        </p:blipFill>
        <p:spPr>
          <a:xfrm>
            <a:off x="8642579" y="5123687"/>
            <a:ext cx="763380" cy="386384"/>
          </a:xfrm>
          <a:prstGeom prst="rect">
            <a:avLst/>
          </a:prstGeom>
        </p:spPr>
      </p:pic>
      <p:sp>
        <p:nvSpPr>
          <p:cNvPr id="65" name="object 65"/>
          <p:cNvSpPr txBox="1"/>
          <p:nvPr/>
        </p:nvSpPr>
        <p:spPr>
          <a:xfrm>
            <a:off x="7341448" y="5027505"/>
            <a:ext cx="1965961" cy="619573"/>
          </a:xfrm>
          <a:prstGeom prst="rect">
            <a:avLst/>
          </a:prstGeom>
        </p:spPr>
        <p:txBody>
          <a:bodyPr vert="horz" wrap="square" lIns="0" tIns="22015" rIns="0" bIns="0" rtlCol="0">
            <a:spAutoFit/>
          </a:bodyPr>
          <a:lstStyle/>
          <a:p>
            <a:pPr marL="16933">
              <a:lnSpc>
                <a:spcPts val="2735"/>
              </a:lnSpc>
              <a:spcBef>
                <a:spcPts val="175"/>
              </a:spcBef>
            </a:pPr>
            <a:r>
              <a:rPr sz="2667" spc="-20" dirty="0">
                <a:latin typeface="Cambria Math"/>
                <a:cs typeface="Cambria Math"/>
              </a:rPr>
              <a:t>m</a:t>
            </a:r>
            <a:r>
              <a:rPr sz="2667" spc="47" dirty="0">
                <a:latin typeface="Cambria Math"/>
                <a:cs typeface="Cambria Math"/>
              </a:rPr>
              <a:t>i</a:t>
            </a:r>
            <a:r>
              <a:rPr sz="2667" spc="7" dirty="0">
                <a:latin typeface="Cambria Math"/>
                <a:cs typeface="Cambria Math"/>
              </a:rPr>
              <a:t>n</a:t>
            </a:r>
            <a:r>
              <a:rPr sz="2667" spc="47" dirty="0">
                <a:latin typeface="Cambria Math"/>
                <a:cs typeface="Cambria Math"/>
              </a:rPr>
              <a:t>i</a:t>
            </a:r>
            <a:r>
              <a:rPr sz="2667" spc="-33" dirty="0">
                <a:latin typeface="Cambria Math"/>
                <a:cs typeface="Cambria Math"/>
              </a:rPr>
              <a:t>mi</a:t>
            </a:r>
            <a:r>
              <a:rPr sz="2667" spc="-20" dirty="0">
                <a:latin typeface="Cambria Math"/>
                <a:cs typeface="Cambria Math"/>
              </a:rPr>
              <a:t>z</a:t>
            </a:r>
            <a:r>
              <a:rPr sz="2667" spc="15" dirty="0">
                <a:latin typeface="Cambria Math"/>
                <a:cs typeface="Cambria Math"/>
              </a:rPr>
              <a:t>e</a:t>
            </a:r>
            <a:r>
              <a:rPr sz="2667" spc="-201" dirty="0">
                <a:latin typeface="Cambria Math"/>
                <a:cs typeface="Cambria Math"/>
              </a:rPr>
              <a:t> </a:t>
            </a:r>
            <a:r>
              <a:rPr sz="2667" spc="41" dirty="0">
                <a:latin typeface="Cambria Math"/>
                <a:cs typeface="Cambria Math"/>
              </a:rPr>
              <a:t>𝐽</a:t>
            </a:r>
            <a:r>
              <a:rPr sz="2667" dirty="0">
                <a:latin typeface="Cambria Math"/>
                <a:cs typeface="Cambria Math"/>
              </a:rPr>
              <a:t> </a:t>
            </a:r>
            <a:r>
              <a:rPr sz="2667" spc="-107" dirty="0">
                <a:latin typeface="Cambria Math"/>
                <a:cs typeface="Cambria Math"/>
              </a:rPr>
              <a:t> </a:t>
            </a:r>
            <a:r>
              <a:rPr sz="2667" spc="41" dirty="0">
                <a:latin typeface="Cambria Math"/>
                <a:cs typeface="Cambria Math"/>
              </a:rPr>
              <a:t>𝑤</a:t>
            </a:r>
            <a:endParaRPr sz="2667" dirty="0">
              <a:latin typeface="Cambria Math"/>
              <a:cs typeface="Cambria Math"/>
            </a:endParaRPr>
          </a:p>
          <a:p>
            <a:pPr marL="588404">
              <a:lnSpc>
                <a:spcPts val="1935"/>
              </a:lnSpc>
            </a:pPr>
            <a:r>
              <a:rPr sz="2000" spc="87" dirty="0">
                <a:latin typeface="Cambria Math"/>
                <a:cs typeface="Cambria Math"/>
              </a:rPr>
              <a:t>w</a:t>
            </a:r>
            <a:endParaRPr sz="2000" dirty="0">
              <a:latin typeface="Cambria Math"/>
              <a:cs typeface="Cambria Math"/>
            </a:endParaRPr>
          </a:p>
        </p:txBody>
      </p:sp>
      <p:pic>
        <p:nvPicPr>
          <p:cNvPr id="66" name="object 66"/>
          <p:cNvPicPr/>
          <p:nvPr/>
        </p:nvPicPr>
        <p:blipFill>
          <a:blip r:embed="rId27" cstate="print"/>
          <a:stretch>
            <a:fillRect/>
          </a:stretch>
        </p:blipFill>
        <p:spPr>
          <a:xfrm>
            <a:off x="10568362" y="4724402"/>
            <a:ext cx="596124" cy="507525"/>
          </a:xfrm>
          <a:prstGeom prst="rect">
            <a:avLst/>
          </a:prstGeom>
        </p:spPr>
      </p:pic>
      <p:pic>
        <p:nvPicPr>
          <p:cNvPr id="67" name="object 67"/>
          <p:cNvPicPr/>
          <p:nvPr/>
        </p:nvPicPr>
        <p:blipFill>
          <a:blip r:embed="rId28" cstate="print"/>
          <a:stretch>
            <a:fillRect/>
          </a:stretch>
        </p:blipFill>
        <p:spPr>
          <a:xfrm>
            <a:off x="9891777" y="1214460"/>
            <a:ext cx="262297" cy="338667"/>
          </a:xfrm>
          <a:prstGeom prst="rect">
            <a:avLst/>
          </a:prstGeom>
        </p:spPr>
      </p:pic>
      <p:sp>
        <p:nvSpPr>
          <p:cNvPr id="68" name="object 68"/>
          <p:cNvSpPr/>
          <p:nvPr/>
        </p:nvSpPr>
        <p:spPr>
          <a:xfrm>
            <a:off x="10255673" y="1355851"/>
            <a:ext cx="196427" cy="160020"/>
          </a:xfrm>
          <a:custGeom>
            <a:avLst/>
            <a:gdLst/>
            <a:ahLst/>
            <a:cxnLst/>
            <a:rect l="l" t="t" r="r" b="b"/>
            <a:pathLst>
              <a:path w="147320" h="120015">
                <a:moveTo>
                  <a:pt x="146304" y="5969"/>
                </a:moveTo>
                <a:lnTo>
                  <a:pt x="142443" y="1905"/>
                </a:lnTo>
                <a:lnTo>
                  <a:pt x="141478" y="889"/>
                </a:lnTo>
                <a:lnTo>
                  <a:pt x="135382" y="762"/>
                </a:lnTo>
                <a:lnTo>
                  <a:pt x="135001" y="635"/>
                </a:lnTo>
                <a:lnTo>
                  <a:pt x="134023" y="635"/>
                </a:lnTo>
                <a:lnTo>
                  <a:pt x="132715" y="0"/>
                </a:lnTo>
                <a:lnTo>
                  <a:pt x="128905" y="0"/>
                </a:lnTo>
                <a:lnTo>
                  <a:pt x="127342" y="812"/>
                </a:lnTo>
                <a:lnTo>
                  <a:pt x="79883" y="6604"/>
                </a:lnTo>
                <a:lnTo>
                  <a:pt x="80010" y="6604"/>
                </a:lnTo>
                <a:lnTo>
                  <a:pt x="66675" y="8001"/>
                </a:lnTo>
                <a:lnTo>
                  <a:pt x="66548" y="8001"/>
                </a:lnTo>
                <a:lnTo>
                  <a:pt x="39878" y="11303"/>
                </a:lnTo>
                <a:lnTo>
                  <a:pt x="40005" y="11303"/>
                </a:lnTo>
                <a:lnTo>
                  <a:pt x="15773" y="13944"/>
                </a:lnTo>
                <a:lnTo>
                  <a:pt x="5842" y="13716"/>
                </a:lnTo>
                <a:lnTo>
                  <a:pt x="889" y="18161"/>
                </a:lnTo>
                <a:lnTo>
                  <a:pt x="127" y="29845"/>
                </a:lnTo>
                <a:lnTo>
                  <a:pt x="4445" y="35052"/>
                </a:lnTo>
                <a:lnTo>
                  <a:pt x="10160" y="35687"/>
                </a:lnTo>
                <a:lnTo>
                  <a:pt x="15621" y="36195"/>
                </a:lnTo>
                <a:lnTo>
                  <a:pt x="17780" y="36195"/>
                </a:lnTo>
                <a:lnTo>
                  <a:pt x="42291" y="33909"/>
                </a:lnTo>
                <a:lnTo>
                  <a:pt x="42672" y="33909"/>
                </a:lnTo>
                <a:lnTo>
                  <a:pt x="69342" y="30607"/>
                </a:lnTo>
                <a:lnTo>
                  <a:pt x="69088" y="30734"/>
                </a:lnTo>
                <a:lnTo>
                  <a:pt x="70192" y="30607"/>
                </a:lnTo>
                <a:lnTo>
                  <a:pt x="82423" y="29210"/>
                </a:lnTo>
                <a:lnTo>
                  <a:pt x="82550" y="29210"/>
                </a:lnTo>
                <a:lnTo>
                  <a:pt x="129362" y="23622"/>
                </a:lnTo>
                <a:lnTo>
                  <a:pt x="129667" y="23622"/>
                </a:lnTo>
                <a:lnTo>
                  <a:pt x="131953" y="23622"/>
                </a:lnTo>
                <a:lnTo>
                  <a:pt x="135382" y="23622"/>
                </a:lnTo>
                <a:lnTo>
                  <a:pt x="141478" y="23368"/>
                </a:lnTo>
                <a:lnTo>
                  <a:pt x="142798" y="21971"/>
                </a:lnTo>
                <a:lnTo>
                  <a:pt x="146304" y="18288"/>
                </a:lnTo>
                <a:lnTo>
                  <a:pt x="146304" y="13970"/>
                </a:lnTo>
                <a:lnTo>
                  <a:pt x="146304" y="5969"/>
                </a:lnTo>
                <a:close/>
              </a:path>
              <a:path w="147320" h="120015">
                <a:moveTo>
                  <a:pt x="147320" y="83820"/>
                </a:moveTo>
                <a:lnTo>
                  <a:pt x="146431" y="79756"/>
                </a:lnTo>
                <a:lnTo>
                  <a:pt x="143764" y="76962"/>
                </a:lnTo>
                <a:lnTo>
                  <a:pt x="141097" y="74041"/>
                </a:lnTo>
                <a:lnTo>
                  <a:pt x="137160" y="72898"/>
                </a:lnTo>
                <a:lnTo>
                  <a:pt x="108204" y="79502"/>
                </a:lnTo>
                <a:lnTo>
                  <a:pt x="108331" y="79502"/>
                </a:lnTo>
                <a:lnTo>
                  <a:pt x="82804" y="84836"/>
                </a:lnTo>
                <a:lnTo>
                  <a:pt x="82677" y="84836"/>
                </a:lnTo>
                <a:lnTo>
                  <a:pt x="69342" y="87757"/>
                </a:lnTo>
                <a:lnTo>
                  <a:pt x="69469" y="87757"/>
                </a:lnTo>
                <a:lnTo>
                  <a:pt x="40640" y="93853"/>
                </a:lnTo>
                <a:lnTo>
                  <a:pt x="41148" y="93853"/>
                </a:lnTo>
                <a:lnTo>
                  <a:pt x="16713" y="97866"/>
                </a:lnTo>
                <a:lnTo>
                  <a:pt x="13081" y="97409"/>
                </a:lnTo>
                <a:lnTo>
                  <a:pt x="7239" y="96520"/>
                </a:lnTo>
                <a:lnTo>
                  <a:pt x="1778" y="100711"/>
                </a:lnTo>
                <a:lnTo>
                  <a:pt x="0" y="112522"/>
                </a:lnTo>
                <a:lnTo>
                  <a:pt x="4191" y="117983"/>
                </a:lnTo>
                <a:lnTo>
                  <a:pt x="10033" y="118745"/>
                </a:lnTo>
                <a:lnTo>
                  <a:pt x="15113" y="119507"/>
                </a:lnTo>
                <a:lnTo>
                  <a:pt x="18415" y="119507"/>
                </a:lnTo>
                <a:lnTo>
                  <a:pt x="44704" y="115189"/>
                </a:lnTo>
                <a:lnTo>
                  <a:pt x="45085" y="115062"/>
                </a:lnTo>
                <a:lnTo>
                  <a:pt x="73914" y="108966"/>
                </a:lnTo>
                <a:lnTo>
                  <a:pt x="74041" y="108966"/>
                </a:lnTo>
                <a:lnTo>
                  <a:pt x="87249" y="106045"/>
                </a:lnTo>
                <a:lnTo>
                  <a:pt x="112776" y="100711"/>
                </a:lnTo>
                <a:lnTo>
                  <a:pt x="113030" y="100711"/>
                </a:lnTo>
                <a:lnTo>
                  <a:pt x="123952" y="98171"/>
                </a:lnTo>
                <a:lnTo>
                  <a:pt x="138176" y="94869"/>
                </a:lnTo>
                <a:lnTo>
                  <a:pt x="141986" y="94107"/>
                </a:lnTo>
                <a:lnTo>
                  <a:pt x="145034" y="91186"/>
                </a:lnTo>
                <a:lnTo>
                  <a:pt x="147320" y="83820"/>
                </a:lnTo>
                <a:close/>
              </a:path>
            </a:pathLst>
          </a:custGeom>
          <a:solidFill>
            <a:srgbClr val="0096FF"/>
          </a:solidFill>
        </p:spPr>
        <p:txBody>
          <a:bodyPr wrap="square" lIns="0" tIns="0" rIns="0" bIns="0" rtlCol="0"/>
          <a:lstStyle/>
          <a:p>
            <a:endParaRPr sz="2400"/>
          </a:p>
        </p:txBody>
      </p:sp>
      <p:pic>
        <p:nvPicPr>
          <p:cNvPr id="69" name="object 69"/>
          <p:cNvPicPr/>
          <p:nvPr/>
        </p:nvPicPr>
        <p:blipFill>
          <a:blip r:embed="rId29" cstate="print"/>
          <a:stretch>
            <a:fillRect/>
          </a:stretch>
        </p:blipFill>
        <p:spPr>
          <a:xfrm>
            <a:off x="10558105" y="1206839"/>
            <a:ext cx="318855" cy="429429"/>
          </a:xfrm>
          <a:prstGeom prst="rect">
            <a:avLst/>
          </a:prstGeom>
        </p:spPr>
      </p:pic>
      <p:grpSp>
        <p:nvGrpSpPr>
          <p:cNvPr id="70" name="object 70"/>
          <p:cNvGrpSpPr/>
          <p:nvPr/>
        </p:nvGrpSpPr>
        <p:grpSpPr>
          <a:xfrm>
            <a:off x="8578307" y="1504018"/>
            <a:ext cx="2920170" cy="3705947"/>
            <a:chOff x="6433730" y="1128013"/>
            <a:chExt cx="2190127" cy="2779459"/>
          </a:xfrm>
        </p:grpSpPr>
        <p:pic>
          <p:nvPicPr>
            <p:cNvPr id="71" name="object 71"/>
            <p:cNvPicPr/>
            <p:nvPr/>
          </p:nvPicPr>
          <p:blipFill>
            <a:blip r:embed="rId30" cstate="print"/>
            <a:stretch>
              <a:fillRect/>
            </a:stretch>
          </p:blipFill>
          <p:spPr>
            <a:xfrm>
              <a:off x="7408671" y="3408934"/>
              <a:ext cx="449325" cy="498538"/>
            </a:xfrm>
            <a:prstGeom prst="rect">
              <a:avLst/>
            </a:prstGeom>
          </p:spPr>
        </p:pic>
        <p:pic>
          <p:nvPicPr>
            <p:cNvPr id="73" name="object 73"/>
            <p:cNvPicPr/>
            <p:nvPr/>
          </p:nvPicPr>
          <p:blipFill>
            <a:blip r:embed="rId31" cstate="print"/>
            <a:stretch>
              <a:fillRect/>
            </a:stretch>
          </p:blipFill>
          <p:spPr>
            <a:xfrm>
              <a:off x="7210424" y="1495297"/>
              <a:ext cx="1413433" cy="1283462"/>
            </a:xfrm>
            <a:prstGeom prst="rect">
              <a:avLst/>
            </a:prstGeom>
          </p:spPr>
        </p:pic>
        <p:pic>
          <p:nvPicPr>
            <p:cNvPr id="75" name="object 75"/>
            <p:cNvPicPr/>
            <p:nvPr/>
          </p:nvPicPr>
          <p:blipFill>
            <a:blip r:embed="rId32" cstate="print"/>
            <a:stretch>
              <a:fillRect/>
            </a:stretch>
          </p:blipFill>
          <p:spPr>
            <a:xfrm>
              <a:off x="6433730" y="1128013"/>
              <a:ext cx="438873" cy="38100"/>
            </a:xfrm>
            <a:prstGeom prst="rect">
              <a:avLst/>
            </a:prstGeom>
          </p:spPr>
        </p:pic>
        <p:pic>
          <p:nvPicPr>
            <p:cNvPr id="76" name="object 76"/>
            <p:cNvPicPr/>
            <p:nvPr/>
          </p:nvPicPr>
          <p:blipFill>
            <a:blip r:embed="rId33" cstate="print"/>
            <a:stretch>
              <a:fillRect/>
            </a:stretch>
          </p:blipFill>
          <p:spPr>
            <a:xfrm>
              <a:off x="6636257" y="1165859"/>
              <a:ext cx="181271" cy="444246"/>
            </a:xfrm>
            <a:prstGeom prst="rect">
              <a:avLst/>
            </a:prstGeom>
          </p:spPr>
        </p:pic>
      </p:grpSp>
      <p:pic>
        <p:nvPicPr>
          <p:cNvPr id="82" name="object 82"/>
          <p:cNvPicPr/>
          <p:nvPr/>
        </p:nvPicPr>
        <p:blipFill>
          <a:blip r:embed="rId34" cstate="print"/>
          <a:stretch>
            <a:fillRect/>
          </a:stretch>
        </p:blipFill>
        <p:spPr>
          <a:xfrm>
            <a:off x="7765121" y="1547538"/>
            <a:ext cx="246887" cy="649055"/>
          </a:xfrm>
          <a:prstGeom prst="rect">
            <a:avLst/>
          </a:prstGeom>
        </p:spPr>
      </p:pic>
      <p:sp>
        <p:nvSpPr>
          <p:cNvPr id="84" name="Slide Number Placeholder 83">
            <a:extLst>
              <a:ext uri="{FF2B5EF4-FFF2-40B4-BE49-F238E27FC236}">
                <a16:creationId xmlns:a16="http://schemas.microsoft.com/office/drawing/2014/main" id="{B141E2B0-EFB2-E3D1-6D8A-EEE73CC74385}"/>
              </a:ext>
            </a:extLst>
          </p:cNvPr>
          <p:cNvSpPr>
            <a:spLocks noGrp="1"/>
          </p:cNvSpPr>
          <p:nvPr>
            <p:ph type="sldNum" sz="quarter" idx="12"/>
          </p:nvPr>
        </p:nvSpPr>
        <p:spPr/>
        <p:txBody>
          <a:bodyPr/>
          <a:lstStyle/>
          <a:p>
            <a:fld id="{233E71FE-A542-4040-BA29-68F56A442EAC}" type="slidenum">
              <a:rPr lang="en-PS" smtClean="0"/>
              <a:t>16</a:t>
            </a:fld>
            <a:endParaRPr lang="en-P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149351" y="1301834"/>
            <a:ext cx="4186766" cy="3296920"/>
            <a:chOff x="862012" y="976375"/>
            <a:chExt cx="3140075" cy="2472690"/>
          </a:xfrm>
        </p:grpSpPr>
        <p:sp>
          <p:nvSpPr>
            <p:cNvPr id="8" name="object 8"/>
            <p:cNvSpPr/>
            <p:nvPr/>
          </p:nvSpPr>
          <p:spPr>
            <a:xfrm>
              <a:off x="862012" y="976375"/>
              <a:ext cx="3140075" cy="2472690"/>
            </a:xfrm>
            <a:custGeom>
              <a:avLst/>
              <a:gdLst/>
              <a:ahLst/>
              <a:cxnLst/>
              <a:rect l="l" t="t" r="r" b="b"/>
              <a:pathLst>
                <a:path w="3140075" h="2472690">
                  <a:moveTo>
                    <a:pt x="0" y="2472309"/>
                  </a:moveTo>
                  <a:lnTo>
                    <a:pt x="3139757" y="0"/>
                  </a:lnTo>
                </a:path>
              </a:pathLst>
            </a:custGeom>
            <a:ln w="44450">
              <a:solidFill>
                <a:srgbClr val="FF40FF"/>
              </a:solidFill>
            </a:ln>
          </p:spPr>
          <p:txBody>
            <a:bodyPr wrap="square" lIns="0" tIns="0" rIns="0" bIns="0" rtlCol="0"/>
            <a:lstStyle/>
            <a:p>
              <a:endParaRPr sz="2400"/>
            </a:p>
          </p:txBody>
        </p:sp>
        <p:sp>
          <p:nvSpPr>
            <p:cNvPr id="9" name="object 9"/>
            <p:cNvSpPr/>
            <p:nvPr/>
          </p:nvSpPr>
          <p:spPr>
            <a:xfrm>
              <a:off x="1038225" y="1285874"/>
              <a:ext cx="2590800" cy="2009775"/>
            </a:xfrm>
            <a:custGeom>
              <a:avLst/>
              <a:gdLst/>
              <a:ahLst/>
              <a:cxnLst/>
              <a:rect l="l" t="t" r="r" b="b"/>
              <a:pathLst>
                <a:path w="2590800" h="2009775">
                  <a:moveTo>
                    <a:pt x="85725" y="1933575"/>
                  </a:moveTo>
                  <a:lnTo>
                    <a:pt x="85725" y="0"/>
                  </a:lnTo>
                </a:path>
                <a:path w="2590800" h="2009775">
                  <a:moveTo>
                    <a:pt x="0" y="1933575"/>
                  </a:moveTo>
                  <a:lnTo>
                    <a:pt x="161925" y="1933575"/>
                  </a:lnTo>
                </a:path>
                <a:path w="2590800" h="2009775">
                  <a:moveTo>
                    <a:pt x="0" y="1285875"/>
                  </a:moveTo>
                  <a:lnTo>
                    <a:pt x="161925" y="1285875"/>
                  </a:lnTo>
                </a:path>
                <a:path w="2590800" h="2009775">
                  <a:moveTo>
                    <a:pt x="0" y="638175"/>
                  </a:moveTo>
                  <a:lnTo>
                    <a:pt x="161925" y="638175"/>
                  </a:lnTo>
                </a:path>
                <a:path w="2590800" h="2009775">
                  <a:moveTo>
                    <a:pt x="0" y="0"/>
                  </a:moveTo>
                  <a:lnTo>
                    <a:pt x="161925" y="0"/>
                  </a:lnTo>
                </a:path>
                <a:path w="2590800" h="2009775">
                  <a:moveTo>
                    <a:pt x="85725" y="1933575"/>
                  </a:moveTo>
                  <a:lnTo>
                    <a:pt x="2590800" y="1933575"/>
                  </a:lnTo>
                </a:path>
                <a:path w="2590800" h="2009775">
                  <a:moveTo>
                    <a:pt x="85725" y="1847850"/>
                  </a:moveTo>
                  <a:lnTo>
                    <a:pt x="85725" y="2009775"/>
                  </a:lnTo>
                </a:path>
                <a:path w="2590800" h="2009775">
                  <a:moveTo>
                    <a:pt x="914400" y="1847850"/>
                  </a:moveTo>
                  <a:lnTo>
                    <a:pt x="914400" y="2009775"/>
                  </a:lnTo>
                </a:path>
                <a:path w="2590800" h="2009775">
                  <a:moveTo>
                    <a:pt x="1752600" y="1847850"/>
                  </a:moveTo>
                  <a:lnTo>
                    <a:pt x="1752600" y="2009775"/>
                  </a:lnTo>
                </a:path>
                <a:path w="2590800" h="2009775">
                  <a:moveTo>
                    <a:pt x="2590800" y="1847850"/>
                  </a:moveTo>
                  <a:lnTo>
                    <a:pt x="2590800" y="2009775"/>
                  </a:lnTo>
                </a:path>
              </a:pathLst>
            </a:custGeom>
            <a:ln w="38100">
              <a:solidFill>
                <a:srgbClr val="000000"/>
              </a:solidFill>
            </a:ln>
          </p:spPr>
          <p:txBody>
            <a:bodyPr wrap="square" lIns="0" tIns="0" rIns="0" bIns="0" rtlCol="0"/>
            <a:lstStyle/>
            <a:p>
              <a:endParaRPr sz="2400"/>
            </a:p>
          </p:txBody>
        </p:sp>
      </p:grpSp>
      <p:sp>
        <p:nvSpPr>
          <p:cNvPr id="10" name="object 10"/>
          <p:cNvSpPr txBox="1"/>
          <p:nvPr/>
        </p:nvSpPr>
        <p:spPr>
          <a:xfrm>
            <a:off x="984251" y="1459740"/>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3</a:t>
            </a:r>
            <a:endParaRPr sz="2667">
              <a:latin typeface="Cambria Math"/>
              <a:cs typeface="Cambria Math"/>
            </a:endParaRPr>
          </a:p>
        </p:txBody>
      </p:sp>
      <p:sp>
        <p:nvSpPr>
          <p:cNvPr id="11" name="object 11"/>
          <p:cNvSpPr txBox="1"/>
          <p:nvPr/>
        </p:nvSpPr>
        <p:spPr>
          <a:xfrm>
            <a:off x="2499869"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12" name="object 12"/>
          <p:cNvSpPr txBox="1"/>
          <p:nvPr/>
        </p:nvSpPr>
        <p:spPr>
          <a:xfrm>
            <a:off x="3615269"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13" name="object 13"/>
          <p:cNvSpPr txBox="1"/>
          <p:nvPr/>
        </p:nvSpPr>
        <p:spPr>
          <a:xfrm>
            <a:off x="4730837"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3</a:t>
            </a:r>
            <a:endParaRPr sz="2667">
              <a:latin typeface="Cambria Math"/>
              <a:cs typeface="Cambria Math"/>
            </a:endParaRPr>
          </a:p>
        </p:txBody>
      </p:sp>
      <p:sp>
        <p:nvSpPr>
          <p:cNvPr id="14" name="object 14"/>
          <p:cNvSpPr/>
          <p:nvPr/>
        </p:nvSpPr>
        <p:spPr>
          <a:xfrm>
            <a:off x="7315201" y="1701803"/>
            <a:ext cx="3810000" cy="2679700"/>
          </a:xfrm>
          <a:custGeom>
            <a:avLst/>
            <a:gdLst/>
            <a:ahLst/>
            <a:cxnLst/>
            <a:rect l="l" t="t" r="r" b="b"/>
            <a:pathLst>
              <a:path w="2857500" h="2009775">
                <a:moveTo>
                  <a:pt x="476250" y="1933575"/>
                </a:moveTo>
                <a:lnTo>
                  <a:pt x="476250" y="0"/>
                </a:lnTo>
              </a:path>
              <a:path w="2857500" h="2009775">
                <a:moveTo>
                  <a:pt x="400050" y="1933575"/>
                </a:moveTo>
                <a:lnTo>
                  <a:pt x="561975" y="1933575"/>
                </a:lnTo>
              </a:path>
              <a:path w="2857500" h="2009775">
                <a:moveTo>
                  <a:pt x="400050" y="1285875"/>
                </a:moveTo>
                <a:lnTo>
                  <a:pt x="561975" y="1285875"/>
                </a:lnTo>
              </a:path>
              <a:path w="2857500" h="2009775">
                <a:moveTo>
                  <a:pt x="400050" y="647700"/>
                </a:moveTo>
                <a:lnTo>
                  <a:pt x="561975" y="647700"/>
                </a:lnTo>
              </a:path>
              <a:path w="2857500" h="2009775">
                <a:moveTo>
                  <a:pt x="400050" y="0"/>
                </a:moveTo>
                <a:lnTo>
                  <a:pt x="561975" y="0"/>
                </a:lnTo>
              </a:path>
              <a:path w="2857500" h="2009775">
                <a:moveTo>
                  <a:pt x="0" y="1933575"/>
                </a:moveTo>
                <a:lnTo>
                  <a:pt x="2857500" y="1933575"/>
                </a:lnTo>
              </a:path>
              <a:path w="2857500" h="2009775">
                <a:moveTo>
                  <a:pt x="0" y="1847850"/>
                </a:moveTo>
                <a:lnTo>
                  <a:pt x="0" y="2009775"/>
                </a:lnTo>
              </a:path>
              <a:path w="2857500" h="2009775">
                <a:moveTo>
                  <a:pt x="476250" y="1847850"/>
                </a:moveTo>
                <a:lnTo>
                  <a:pt x="476250" y="2009775"/>
                </a:lnTo>
              </a:path>
              <a:path w="2857500" h="2009775">
                <a:moveTo>
                  <a:pt x="952500" y="1847850"/>
                </a:moveTo>
                <a:lnTo>
                  <a:pt x="952500" y="2009775"/>
                </a:lnTo>
              </a:path>
              <a:path w="2857500" h="2009775">
                <a:moveTo>
                  <a:pt x="1428750" y="1847850"/>
                </a:moveTo>
                <a:lnTo>
                  <a:pt x="1428750" y="2009775"/>
                </a:lnTo>
              </a:path>
              <a:path w="2857500" h="2009775">
                <a:moveTo>
                  <a:pt x="1905000" y="1847850"/>
                </a:moveTo>
                <a:lnTo>
                  <a:pt x="1905000" y="2009775"/>
                </a:lnTo>
              </a:path>
              <a:path w="2857500" h="2009775">
                <a:moveTo>
                  <a:pt x="2381250" y="1847850"/>
                </a:moveTo>
                <a:lnTo>
                  <a:pt x="2381250" y="2009775"/>
                </a:lnTo>
              </a:path>
              <a:path w="2857500" h="2009775">
                <a:moveTo>
                  <a:pt x="2857500" y="1847850"/>
                </a:moveTo>
                <a:lnTo>
                  <a:pt x="2857500" y="2009775"/>
                </a:lnTo>
              </a:path>
            </a:pathLst>
          </a:custGeom>
          <a:ln w="38100">
            <a:solidFill>
              <a:srgbClr val="000000"/>
            </a:solidFill>
          </a:ln>
        </p:spPr>
        <p:txBody>
          <a:bodyPr wrap="square" lIns="0" tIns="0" rIns="0" bIns="0" rtlCol="0"/>
          <a:lstStyle/>
          <a:p>
            <a:endParaRPr sz="2400"/>
          </a:p>
        </p:txBody>
      </p:sp>
      <p:sp>
        <p:nvSpPr>
          <p:cNvPr id="15" name="object 15"/>
          <p:cNvSpPr txBox="1"/>
          <p:nvPr/>
        </p:nvSpPr>
        <p:spPr>
          <a:xfrm>
            <a:off x="7450330" y="4030049"/>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16" name="object 16"/>
          <p:cNvSpPr txBox="1"/>
          <p:nvPr/>
        </p:nvSpPr>
        <p:spPr>
          <a:xfrm>
            <a:off x="7450330" y="2309285"/>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17" name="object 17"/>
          <p:cNvSpPr txBox="1"/>
          <p:nvPr/>
        </p:nvSpPr>
        <p:spPr>
          <a:xfrm>
            <a:off x="7450330" y="144830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18" name="object 18"/>
          <p:cNvSpPr txBox="1"/>
          <p:nvPr/>
        </p:nvSpPr>
        <p:spPr>
          <a:xfrm>
            <a:off x="7864687" y="2"/>
            <a:ext cx="3027680" cy="1619312"/>
          </a:xfrm>
          <a:prstGeom prst="rect">
            <a:avLst/>
          </a:prstGeom>
        </p:spPr>
        <p:txBody>
          <a:bodyPr vert="horz" wrap="square" lIns="0" tIns="257387" rIns="0" bIns="0" rtlCol="0">
            <a:spAutoFit/>
          </a:bodyPr>
          <a:lstStyle/>
          <a:p>
            <a:pPr marL="905889">
              <a:spcBef>
                <a:spcPts val="2027"/>
              </a:spcBef>
            </a:pPr>
            <a:r>
              <a:rPr sz="2667" spc="27" dirty="0">
                <a:solidFill>
                  <a:srgbClr val="AB7942"/>
                </a:solidFill>
                <a:latin typeface="Cambria Math"/>
                <a:cs typeface="Cambria Math"/>
              </a:rPr>
              <a:t>𝐽(𝑤)</a:t>
            </a:r>
            <a:endParaRPr sz="2667">
              <a:latin typeface="Cambria Math"/>
              <a:cs typeface="Cambria Math"/>
            </a:endParaRPr>
          </a:p>
          <a:p>
            <a:pPr marL="16933">
              <a:lnSpc>
                <a:spcPts val="2727"/>
              </a:lnSpc>
              <a:spcBef>
                <a:spcPts val="1668"/>
              </a:spcBef>
            </a:pPr>
            <a:r>
              <a:rPr sz="2400" spc="-20" dirty="0">
                <a:latin typeface="Verdana"/>
                <a:cs typeface="Verdana"/>
              </a:rPr>
              <a:t>(function</a:t>
            </a:r>
            <a:r>
              <a:rPr sz="2400" dirty="0">
                <a:latin typeface="Verdana"/>
                <a:cs typeface="Verdana"/>
              </a:rPr>
              <a:t> </a:t>
            </a:r>
            <a:r>
              <a:rPr sz="2400" spc="15" dirty="0">
                <a:latin typeface="Verdana"/>
                <a:cs typeface="Verdana"/>
              </a:rPr>
              <a:t>of</a:t>
            </a:r>
            <a:r>
              <a:rPr sz="2400" spc="20" dirty="0">
                <a:latin typeface="Verdana"/>
                <a:cs typeface="Verdana"/>
              </a:rPr>
              <a:t> </a:t>
            </a:r>
            <a:r>
              <a:rPr sz="2400" spc="15" dirty="0">
                <a:latin typeface="Cambria Math"/>
                <a:cs typeface="Cambria Math"/>
              </a:rPr>
              <a:t>𝑤</a:t>
            </a:r>
            <a:r>
              <a:rPr sz="2400" spc="15" dirty="0">
                <a:latin typeface="Verdana"/>
                <a:cs typeface="Verdana"/>
              </a:rPr>
              <a:t>)</a:t>
            </a:r>
            <a:endParaRPr sz="2400">
              <a:latin typeface="Verdana"/>
              <a:cs typeface="Verdana"/>
            </a:endParaRPr>
          </a:p>
          <a:p>
            <a:pPr marL="1210674">
              <a:lnSpc>
                <a:spcPts val="3047"/>
              </a:lnSpc>
            </a:pPr>
            <a:r>
              <a:rPr sz="2667" spc="33" dirty="0">
                <a:solidFill>
                  <a:srgbClr val="4285F4"/>
                </a:solidFill>
                <a:latin typeface="Verdana"/>
                <a:cs typeface="Verdana"/>
              </a:rPr>
              <a:t>p</a:t>
            </a:r>
            <a:r>
              <a:rPr sz="2667" spc="-7" dirty="0">
                <a:solidFill>
                  <a:srgbClr val="4285F4"/>
                </a:solidFill>
                <a:latin typeface="Verdana"/>
                <a:cs typeface="Verdana"/>
              </a:rPr>
              <a:t>a</a:t>
            </a:r>
            <a:r>
              <a:rPr sz="2667" spc="60" dirty="0">
                <a:solidFill>
                  <a:srgbClr val="4285F4"/>
                </a:solidFill>
                <a:latin typeface="Verdana"/>
                <a:cs typeface="Verdana"/>
              </a:rPr>
              <a:t>r</a:t>
            </a:r>
            <a:r>
              <a:rPr sz="2667" spc="-7" dirty="0">
                <a:solidFill>
                  <a:srgbClr val="4285F4"/>
                </a:solidFill>
                <a:latin typeface="Verdana"/>
                <a:cs typeface="Verdana"/>
              </a:rPr>
              <a:t>a</a:t>
            </a:r>
            <a:r>
              <a:rPr sz="2667" dirty="0">
                <a:solidFill>
                  <a:srgbClr val="4285F4"/>
                </a:solidFill>
                <a:latin typeface="Verdana"/>
                <a:cs typeface="Verdana"/>
              </a:rPr>
              <a:t>m</a:t>
            </a:r>
            <a:r>
              <a:rPr sz="2667" spc="7" dirty="0">
                <a:solidFill>
                  <a:srgbClr val="4285F4"/>
                </a:solidFill>
                <a:latin typeface="Verdana"/>
                <a:cs typeface="Verdana"/>
              </a:rPr>
              <a:t>e</a:t>
            </a:r>
            <a:r>
              <a:rPr sz="2667" spc="47" dirty="0">
                <a:solidFill>
                  <a:srgbClr val="4285F4"/>
                </a:solidFill>
                <a:latin typeface="Verdana"/>
                <a:cs typeface="Verdana"/>
              </a:rPr>
              <a:t>t</a:t>
            </a:r>
            <a:r>
              <a:rPr sz="2667" spc="7" dirty="0">
                <a:solidFill>
                  <a:srgbClr val="4285F4"/>
                </a:solidFill>
                <a:latin typeface="Verdana"/>
                <a:cs typeface="Verdana"/>
              </a:rPr>
              <a:t>e</a:t>
            </a:r>
            <a:r>
              <a:rPr sz="2667" spc="15" dirty="0">
                <a:solidFill>
                  <a:srgbClr val="4285F4"/>
                </a:solidFill>
                <a:latin typeface="Verdana"/>
                <a:cs typeface="Verdana"/>
              </a:rPr>
              <a:t>r</a:t>
            </a:r>
            <a:endParaRPr sz="2667">
              <a:latin typeface="Verdana"/>
              <a:cs typeface="Verdana"/>
            </a:endParaRPr>
          </a:p>
        </p:txBody>
      </p:sp>
      <p:sp>
        <p:nvSpPr>
          <p:cNvPr id="19" name="object 19"/>
          <p:cNvSpPr/>
          <p:nvPr/>
        </p:nvSpPr>
        <p:spPr>
          <a:xfrm>
            <a:off x="6102434" y="285835"/>
            <a:ext cx="11855" cy="4492415"/>
          </a:xfrm>
          <a:custGeom>
            <a:avLst/>
            <a:gdLst/>
            <a:ahLst/>
            <a:cxnLst/>
            <a:rect l="l" t="t" r="r" b="b"/>
            <a:pathLst>
              <a:path w="8889" h="3369310">
                <a:moveTo>
                  <a:pt x="8762" y="0"/>
                </a:moveTo>
                <a:lnTo>
                  <a:pt x="0" y="3368929"/>
                </a:lnTo>
              </a:path>
            </a:pathLst>
          </a:custGeom>
          <a:ln w="25400">
            <a:solidFill>
              <a:srgbClr val="7F7F7F"/>
            </a:solidFill>
          </a:ln>
        </p:spPr>
        <p:txBody>
          <a:bodyPr wrap="square" lIns="0" tIns="0" rIns="0" bIns="0" rtlCol="0"/>
          <a:lstStyle/>
          <a:p>
            <a:endParaRPr sz="2400"/>
          </a:p>
        </p:txBody>
      </p:sp>
      <p:sp>
        <p:nvSpPr>
          <p:cNvPr id="20" name="object 20"/>
          <p:cNvSpPr txBox="1"/>
          <p:nvPr/>
        </p:nvSpPr>
        <p:spPr>
          <a:xfrm>
            <a:off x="589279" y="2319361"/>
            <a:ext cx="619760" cy="2176859"/>
          </a:xfrm>
          <a:prstGeom prst="rect">
            <a:avLst/>
          </a:prstGeom>
        </p:spPr>
        <p:txBody>
          <a:bodyPr vert="horz" wrap="square" lIns="0" tIns="22015" rIns="0" bIns="0" rtlCol="0">
            <a:spAutoFit/>
          </a:bodyPr>
          <a:lstStyle/>
          <a:p>
            <a:pPr marL="411460">
              <a:lnSpc>
                <a:spcPts val="3120"/>
              </a:lnSpc>
              <a:spcBef>
                <a:spcPts val="175"/>
              </a:spcBef>
            </a:pPr>
            <a:r>
              <a:rPr sz="2667" spc="20" dirty="0">
                <a:latin typeface="Cambria Math"/>
                <a:cs typeface="Cambria Math"/>
              </a:rPr>
              <a:t>2</a:t>
            </a:r>
            <a:endParaRPr sz="2667" dirty="0">
              <a:latin typeface="Cambria Math"/>
              <a:cs typeface="Cambria Math"/>
            </a:endParaRPr>
          </a:p>
          <a:p>
            <a:pPr marL="16933">
              <a:lnSpc>
                <a:spcPts val="3707"/>
              </a:lnSpc>
            </a:pPr>
            <a:r>
              <a:rPr sz="3200" dirty="0">
                <a:latin typeface="Cambria Math"/>
                <a:cs typeface="Cambria Math"/>
              </a:rPr>
              <a:t>y</a:t>
            </a:r>
          </a:p>
          <a:p>
            <a:pPr marL="411460">
              <a:lnSpc>
                <a:spcPts val="3147"/>
              </a:lnSpc>
            </a:pPr>
            <a:r>
              <a:rPr sz="2667" spc="20" dirty="0">
                <a:latin typeface="Cambria Math"/>
                <a:cs typeface="Cambria Math"/>
              </a:rPr>
              <a:t>1</a:t>
            </a:r>
            <a:endParaRPr sz="2667" dirty="0">
              <a:latin typeface="Cambria Math"/>
              <a:cs typeface="Cambria Math"/>
            </a:endParaRPr>
          </a:p>
          <a:p>
            <a:pPr>
              <a:spcBef>
                <a:spcPts val="53"/>
              </a:spcBef>
            </a:pPr>
            <a:endParaRPr sz="3001" dirty="0">
              <a:latin typeface="Cambria Math"/>
              <a:cs typeface="Cambria Math"/>
            </a:endParaRPr>
          </a:p>
          <a:p>
            <a:pPr marL="411460"/>
            <a:r>
              <a:rPr sz="2667" spc="20" dirty="0">
                <a:latin typeface="Cambria Math"/>
                <a:cs typeface="Cambria Math"/>
              </a:rPr>
              <a:t>0</a:t>
            </a:r>
            <a:endParaRPr sz="2667" dirty="0">
              <a:latin typeface="Cambria Math"/>
              <a:cs typeface="Cambria Math"/>
            </a:endParaRPr>
          </a:p>
        </p:txBody>
      </p:sp>
      <p:sp>
        <p:nvSpPr>
          <p:cNvPr id="21" name="object 21"/>
          <p:cNvSpPr txBox="1"/>
          <p:nvPr/>
        </p:nvSpPr>
        <p:spPr>
          <a:xfrm>
            <a:off x="5072888" y="1474131"/>
            <a:ext cx="436880" cy="431807"/>
          </a:xfrm>
          <a:prstGeom prst="rect">
            <a:avLst/>
          </a:prstGeom>
        </p:spPr>
        <p:txBody>
          <a:bodyPr vert="horz" wrap="square" lIns="0" tIns="21167" rIns="0" bIns="0" rtlCol="0">
            <a:spAutoFit/>
          </a:bodyPr>
          <a:lstStyle/>
          <a:p>
            <a:pPr marL="50797">
              <a:spcBef>
                <a:spcPts val="167"/>
              </a:spcBef>
            </a:pPr>
            <a:r>
              <a:rPr sz="2667" spc="140" dirty="0">
                <a:latin typeface="Cambria Math"/>
                <a:cs typeface="Cambria Math"/>
              </a:rPr>
              <a:t>ƒ</a:t>
            </a:r>
            <a:r>
              <a:rPr sz="3001" spc="209" baseline="-16666" dirty="0">
                <a:latin typeface="Cambria Math"/>
                <a:cs typeface="Cambria Math"/>
              </a:rPr>
              <a:t>w</a:t>
            </a:r>
            <a:endParaRPr sz="3001" baseline="-16666">
              <a:latin typeface="Cambria Math"/>
              <a:cs typeface="Cambria Math"/>
            </a:endParaRPr>
          </a:p>
        </p:txBody>
      </p:sp>
      <p:sp>
        <p:nvSpPr>
          <p:cNvPr id="22" name="object 22"/>
          <p:cNvSpPr txBox="1"/>
          <p:nvPr/>
        </p:nvSpPr>
        <p:spPr>
          <a:xfrm>
            <a:off x="4895090" y="2881208"/>
            <a:ext cx="923713" cy="432663"/>
          </a:xfrm>
          <a:prstGeom prst="rect">
            <a:avLst/>
          </a:prstGeom>
        </p:spPr>
        <p:txBody>
          <a:bodyPr vert="horz" wrap="square" lIns="0" tIns="22015" rIns="0" bIns="0" rtlCol="0">
            <a:spAutoFit/>
          </a:bodyPr>
          <a:lstStyle/>
          <a:p>
            <a:pPr marL="16933">
              <a:spcBef>
                <a:spcPts val="175"/>
              </a:spcBef>
            </a:pPr>
            <a:r>
              <a:rPr sz="2667" spc="27" dirty="0">
                <a:latin typeface="Cambria Math"/>
                <a:cs typeface="Cambria Math"/>
              </a:rPr>
              <a:t>𝑤</a:t>
            </a:r>
            <a:r>
              <a:rPr sz="2667" spc="148" dirty="0">
                <a:latin typeface="Cambria Math"/>
                <a:cs typeface="Cambria Math"/>
              </a:rPr>
              <a:t> </a:t>
            </a:r>
            <a:r>
              <a:rPr sz="2667" spc="27" dirty="0">
                <a:latin typeface="Cambria Math"/>
                <a:cs typeface="Cambria Math"/>
              </a:rPr>
              <a:t>=</a:t>
            </a:r>
            <a:r>
              <a:rPr sz="2667" spc="41" dirty="0">
                <a:latin typeface="Cambria Math"/>
                <a:cs typeface="Cambria Math"/>
              </a:rPr>
              <a:t> </a:t>
            </a:r>
            <a:r>
              <a:rPr sz="2667" spc="20" dirty="0">
                <a:latin typeface="Cambria Math"/>
                <a:cs typeface="Cambria Math"/>
              </a:rPr>
              <a:t>1</a:t>
            </a:r>
            <a:endParaRPr sz="2667" dirty="0">
              <a:latin typeface="Cambria Math"/>
              <a:cs typeface="Cambria Math"/>
            </a:endParaRPr>
          </a:p>
        </p:txBody>
      </p:sp>
      <p:sp>
        <p:nvSpPr>
          <p:cNvPr id="23" name="object 23"/>
          <p:cNvSpPr txBox="1"/>
          <p:nvPr/>
        </p:nvSpPr>
        <p:spPr>
          <a:xfrm>
            <a:off x="247651" y="5297595"/>
            <a:ext cx="1080347" cy="386430"/>
          </a:xfrm>
          <a:prstGeom prst="rect">
            <a:avLst/>
          </a:prstGeom>
        </p:spPr>
        <p:txBody>
          <a:bodyPr vert="horz" wrap="square" lIns="0" tIns="16933" rIns="0" bIns="0" rtlCol="0">
            <a:spAutoFit/>
          </a:bodyPr>
          <a:lstStyle/>
          <a:p>
            <a:pPr marL="16933">
              <a:spcBef>
                <a:spcPts val="133"/>
              </a:spcBef>
              <a:tabLst>
                <a:tab pos="833924" algn="l"/>
              </a:tabLst>
            </a:pPr>
            <a:r>
              <a:rPr sz="2400" spc="80" dirty="0">
                <a:latin typeface="Cambria Math"/>
                <a:cs typeface="Cambria Math"/>
              </a:rPr>
              <a:t>𝐽</a:t>
            </a:r>
            <a:r>
              <a:rPr sz="2400" dirty="0">
                <a:latin typeface="Cambria Math"/>
                <a:cs typeface="Cambria Math"/>
              </a:rPr>
              <a:t>(</a:t>
            </a:r>
            <a:r>
              <a:rPr sz="2400" spc="27" dirty="0">
                <a:latin typeface="Cambria Math"/>
                <a:cs typeface="Cambria Math"/>
              </a:rPr>
              <a:t>𝑤</a:t>
            </a:r>
            <a:r>
              <a:rPr sz="2400" dirty="0">
                <a:latin typeface="Cambria Math"/>
                <a:cs typeface="Cambria Math"/>
              </a:rPr>
              <a:t>)	</a:t>
            </a:r>
            <a:r>
              <a:rPr sz="3600" baseline="1543" dirty="0">
                <a:latin typeface="Cambria Math"/>
                <a:cs typeface="Cambria Math"/>
              </a:rPr>
              <a:t>=</a:t>
            </a:r>
            <a:endParaRPr sz="3600" baseline="1543">
              <a:latin typeface="Cambria Math"/>
              <a:cs typeface="Cambria Math"/>
            </a:endParaRPr>
          </a:p>
        </p:txBody>
      </p:sp>
      <p:sp>
        <p:nvSpPr>
          <p:cNvPr id="24" name="object 24"/>
          <p:cNvSpPr/>
          <p:nvPr/>
        </p:nvSpPr>
        <p:spPr>
          <a:xfrm>
            <a:off x="1398998" y="5513901"/>
            <a:ext cx="431801" cy="12700"/>
          </a:xfrm>
          <a:custGeom>
            <a:avLst/>
            <a:gdLst/>
            <a:ahLst/>
            <a:cxnLst/>
            <a:rect l="l" t="t" r="r" b="b"/>
            <a:pathLst>
              <a:path w="323850" h="9525">
                <a:moveTo>
                  <a:pt x="323850" y="0"/>
                </a:moveTo>
                <a:lnTo>
                  <a:pt x="0" y="0"/>
                </a:lnTo>
                <a:lnTo>
                  <a:pt x="0" y="9524"/>
                </a:lnTo>
                <a:lnTo>
                  <a:pt x="323850" y="9524"/>
                </a:lnTo>
                <a:lnTo>
                  <a:pt x="323850" y="0"/>
                </a:lnTo>
                <a:close/>
              </a:path>
            </a:pathLst>
          </a:custGeom>
          <a:solidFill>
            <a:srgbClr val="000000"/>
          </a:solidFill>
        </p:spPr>
        <p:txBody>
          <a:bodyPr wrap="square" lIns="0" tIns="0" rIns="0" bIns="0" rtlCol="0"/>
          <a:lstStyle/>
          <a:p>
            <a:endParaRPr sz="2400"/>
          </a:p>
        </p:txBody>
      </p:sp>
      <p:sp>
        <p:nvSpPr>
          <p:cNvPr id="25" name="object 25"/>
          <p:cNvSpPr txBox="1"/>
          <p:nvPr/>
        </p:nvSpPr>
        <p:spPr>
          <a:xfrm>
            <a:off x="1384302" y="4266503"/>
            <a:ext cx="329353" cy="1185860"/>
          </a:xfrm>
          <a:prstGeom prst="rect">
            <a:avLst/>
          </a:prstGeom>
        </p:spPr>
        <p:txBody>
          <a:bodyPr vert="horz" wrap="square" lIns="0" tIns="224367" rIns="0" bIns="0" rtlCol="0">
            <a:spAutoFit/>
          </a:bodyPr>
          <a:lstStyle/>
          <a:p>
            <a:pPr marL="16933">
              <a:spcBef>
                <a:spcPts val="1767"/>
              </a:spcBef>
            </a:pPr>
            <a:r>
              <a:rPr sz="2667" spc="20" dirty="0">
                <a:latin typeface="Cambria Math"/>
                <a:cs typeface="Cambria Math"/>
              </a:rPr>
              <a:t>0</a:t>
            </a:r>
            <a:endParaRPr sz="2667">
              <a:latin typeface="Cambria Math"/>
              <a:cs typeface="Cambria Math"/>
            </a:endParaRPr>
          </a:p>
          <a:p>
            <a:pPr marL="143079">
              <a:spcBef>
                <a:spcPts val="1433"/>
              </a:spcBef>
            </a:pPr>
            <a:r>
              <a:rPr sz="2400" dirty="0">
                <a:latin typeface="Cambria Math"/>
                <a:cs typeface="Cambria Math"/>
              </a:rPr>
              <a:t>1</a:t>
            </a:r>
            <a:endParaRPr sz="2400">
              <a:latin typeface="Cambria Math"/>
              <a:cs typeface="Cambria Math"/>
            </a:endParaRPr>
          </a:p>
        </p:txBody>
      </p:sp>
      <p:sp>
        <p:nvSpPr>
          <p:cNvPr id="26" name="object 26"/>
          <p:cNvSpPr txBox="1"/>
          <p:nvPr/>
        </p:nvSpPr>
        <p:spPr>
          <a:xfrm>
            <a:off x="1383453" y="5494021"/>
            <a:ext cx="452121" cy="387286"/>
          </a:xfrm>
          <a:prstGeom prst="rect">
            <a:avLst/>
          </a:prstGeom>
        </p:spPr>
        <p:txBody>
          <a:bodyPr vert="horz" wrap="square" lIns="0" tIns="17780" rIns="0" bIns="0" rtlCol="0">
            <a:spAutoFit/>
          </a:bodyPr>
          <a:lstStyle/>
          <a:p>
            <a:pPr marL="16933">
              <a:spcBef>
                <a:spcPts val="140"/>
              </a:spcBef>
            </a:pPr>
            <a:r>
              <a:rPr sz="2400" spc="-33" dirty="0">
                <a:latin typeface="Cambria Math"/>
                <a:cs typeface="Cambria Math"/>
              </a:rPr>
              <a:t>2</a:t>
            </a:r>
            <a:r>
              <a:rPr sz="2400" spc="-15" dirty="0">
                <a:latin typeface="Cambria Math"/>
                <a:cs typeface="Cambria Math"/>
              </a:rPr>
              <a:t>𝑚</a:t>
            </a:r>
            <a:endParaRPr sz="2400">
              <a:latin typeface="Cambria Math"/>
              <a:cs typeface="Cambria Math"/>
            </a:endParaRPr>
          </a:p>
        </p:txBody>
      </p:sp>
      <p:sp>
        <p:nvSpPr>
          <p:cNvPr id="27" name="object 27"/>
          <p:cNvSpPr txBox="1"/>
          <p:nvPr/>
        </p:nvSpPr>
        <p:spPr>
          <a:xfrm>
            <a:off x="1855129" y="5649319"/>
            <a:ext cx="408940" cy="294226"/>
          </a:xfrm>
          <a:prstGeom prst="rect">
            <a:avLst/>
          </a:prstGeom>
        </p:spPr>
        <p:txBody>
          <a:bodyPr vert="horz" wrap="square" lIns="0" tIns="16933" rIns="0" bIns="0" rtlCol="0">
            <a:spAutoFit/>
          </a:bodyPr>
          <a:lstStyle/>
          <a:p>
            <a:pPr marL="16933">
              <a:spcBef>
                <a:spcPts val="133"/>
              </a:spcBef>
            </a:pPr>
            <a:r>
              <a:rPr sz="1801" spc="95" dirty="0">
                <a:latin typeface="Cambria Math"/>
                <a:cs typeface="Cambria Math"/>
              </a:rPr>
              <a:t>i</a:t>
            </a:r>
            <a:r>
              <a:rPr sz="1801" spc="-47" dirty="0">
                <a:latin typeface="Cambria Math"/>
                <a:cs typeface="Cambria Math"/>
              </a:rPr>
              <a:t>=</a:t>
            </a:r>
            <a:r>
              <a:rPr sz="1801" spc="47" dirty="0">
                <a:latin typeface="Cambria Math"/>
                <a:cs typeface="Cambria Math"/>
              </a:rPr>
              <a:t>1</a:t>
            </a:r>
            <a:endParaRPr sz="1801" dirty="0">
              <a:latin typeface="Cambria Math"/>
              <a:cs typeface="Cambria Math"/>
            </a:endParaRPr>
          </a:p>
        </p:txBody>
      </p:sp>
      <p:sp>
        <p:nvSpPr>
          <p:cNvPr id="28" name="object 28"/>
          <p:cNvSpPr txBox="1"/>
          <p:nvPr/>
        </p:nvSpPr>
        <p:spPr>
          <a:xfrm>
            <a:off x="1909150" y="5069840"/>
            <a:ext cx="248073" cy="294226"/>
          </a:xfrm>
          <a:prstGeom prst="rect">
            <a:avLst/>
          </a:prstGeom>
        </p:spPr>
        <p:txBody>
          <a:bodyPr vert="horz" wrap="square" lIns="0" tIns="16933" rIns="0" bIns="0" rtlCol="0">
            <a:spAutoFit/>
          </a:bodyPr>
          <a:lstStyle/>
          <a:p>
            <a:pPr marL="16933">
              <a:spcBef>
                <a:spcPts val="133"/>
              </a:spcBef>
            </a:pPr>
            <a:r>
              <a:rPr sz="1801" spc="207" dirty="0">
                <a:latin typeface="Cambria Math"/>
                <a:cs typeface="Cambria Math"/>
              </a:rPr>
              <a:t>𝑚</a:t>
            </a:r>
            <a:endParaRPr sz="1801" dirty="0">
              <a:latin typeface="Cambria Math"/>
              <a:cs typeface="Cambria Math"/>
            </a:endParaRPr>
          </a:p>
        </p:txBody>
      </p:sp>
      <p:sp>
        <p:nvSpPr>
          <p:cNvPr id="29" name="object 29"/>
          <p:cNvSpPr txBox="1"/>
          <p:nvPr/>
        </p:nvSpPr>
        <p:spPr>
          <a:xfrm>
            <a:off x="1866562" y="5291244"/>
            <a:ext cx="723055" cy="386430"/>
          </a:xfrm>
          <a:prstGeom prst="rect">
            <a:avLst/>
          </a:prstGeom>
        </p:spPr>
        <p:txBody>
          <a:bodyPr vert="horz" wrap="square" lIns="0" tIns="16933" rIns="0" bIns="0" rtlCol="0">
            <a:spAutoFit/>
          </a:bodyPr>
          <a:lstStyle/>
          <a:p>
            <a:pPr marL="16933">
              <a:spcBef>
                <a:spcPts val="133"/>
              </a:spcBef>
            </a:pPr>
            <a:r>
              <a:rPr sz="2400" spc="1393" dirty="0">
                <a:latin typeface="Cambria Math"/>
                <a:cs typeface="Cambria Math"/>
              </a:rPr>
              <a:t>∑</a:t>
            </a:r>
            <a:r>
              <a:rPr sz="2400" dirty="0">
                <a:latin typeface="Cambria Math"/>
                <a:cs typeface="Cambria Math"/>
              </a:rPr>
              <a:t>(</a:t>
            </a:r>
            <a:r>
              <a:rPr sz="2400" spc="593" dirty="0">
                <a:latin typeface="Cambria Math"/>
                <a:cs typeface="Cambria Math"/>
              </a:rPr>
              <a:t>ƒ</a:t>
            </a:r>
            <a:endParaRPr sz="2400">
              <a:latin typeface="Cambria Math"/>
              <a:cs typeface="Cambria Math"/>
            </a:endParaRPr>
          </a:p>
        </p:txBody>
      </p:sp>
      <p:sp>
        <p:nvSpPr>
          <p:cNvPr id="30" name="object 30"/>
          <p:cNvSpPr txBox="1"/>
          <p:nvPr/>
        </p:nvSpPr>
        <p:spPr>
          <a:xfrm>
            <a:off x="2489538" y="5430945"/>
            <a:ext cx="221828" cy="294226"/>
          </a:xfrm>
          <a:prstGeom prst="rect">
            <a:avLst/>
          </a:prstGeom>
        </p:spPr>
        <p:txBody>
          <a:bodyPr vert="horz" wrap="square" lIns="0" tIns="16933" rIns="0" bIns="0" rtlCol="0">
            <a:spAutoFit/>
          </a:bodyPr>
          <a:lstStyle/>
          <a:p>
            <a:pPr marL="16933">
              <a:spcBef>
                <a:spcPts val="133"/>
              </a:spcBef>
            </a:pPr>
            <a:r>
              <a:rPr sz="1801" spc="80" dirty="0">
                <a:latin typeface="Cambria Math"/>
                <a:cs typeface="Cambria Math"/>
              </a:rPr>
              <a:t>w</a:t>
            </a:r>
            <a:endParaRPr sz="1801">
              <a:latin typeface="Cambria Math"/>
              <a:cs typeface="Cambria Math"/>
            </a:endParaRPr>
          </a:p>
        </p:txBody>
      </p:sp>
      <p:pic>
        <p:nvPicPr>
          <p:cNvPr id="31" name="object 31"/>
          <p:cNvPicPr/>
          <p:nvPr/>
        </p:nvPicPr>
        <p:blipFill>
          <a:blip r:embed="rId2" cstate="print"/>
          <a:stretch>
            <a:fillRect/>
          </a:stretch>
        </p:blipFill>
        <p:spPr>
          <a:xfrm>
            <a:off x="2416895" y="5322746"/>
            <a:ext cx="1020064" cy="785740"/>
          </a:xfrm>
          <a:prstGeom prst="rect">
            <a:avLst/>
          </a:prstGeom>
        </p:spPr>
      </p:pic>
      <p:sp>
        <p:nvSpPr>
          <p:cNvPr id="32" name="object 32"/>
          <p:cNvSpPr txBox="1"/>
          <p:nvPr/>
        </p:nvSpPr>
        <p:spPr>
          <a:xfrm>
            <a:off x="2811783" y="4570824"/>
            <a:ext cx="483447" cy="998564"/>
          </a:xfrm>
          <a:prstGeom prst="rect">
            <a:avLst/>
          </a:prstGeom>
        </p:spPr>
        <p:txBody>
          <a:bodyPr vert="horz" wrap="square" lIns="0" tIns="84667" rIns="0" bIns="0" rtlCol="0">
            <a:spAutoFit/>
          </a:bodyPr>
          <a:lstStyle/>
          <a:p>
            <a:pPr marR="40638" algn="r">
              <a:spcBef>
                <a:spcPts val="667"/>
              </a:spcBef>
            </a:pPr>
            <a:r>
              <a:rPr lang="en-US" sz="3200" dirty="0">
                <a:latin typeface="Cambria Math"/>
                <a:cs typeface="Cambria Math"/>
              </a:rPr>
              <a:t>x</a:t>
            </a:r>
            <a:endParaRPr sz="3200" dirty="0">
              <a:latin typeface="Cambria Math"/>
              <a:cs typeface="Cambria Math"/>
            </a:endParaRPr>
          </a:p>
          <a:p>
            <a:pPr marR="61804" algn="r">
              <a:spcBef>
                <a:spcPts val="400"/>
              </a:spcBef>
            </a:pPr>
            <a:r>
              <a:rPr sz="3600" baseline="-21604" dirty="0">
                <a:latin typeface="Cambria Math"/>
                <a:cs typeface="Cambria Math"/>
              </a:rPr>
              <a:t>𝑥</a:t>
            </a:r>
            <a:r>
              <a:rPr sz="3600" spc="449" baseline="-21604" dirty="0">
                <a:latin typeface="Cambria Math"/>
                <a:cs typeface="Cambria Math"/>
              </a:rPr>
              <a:t> </a:t>
            </a:r>
            <a:r>
              <a:rPr sz="1801" spc="127" dirty="0">
                <a:latin typeface="Cambria Math"/>
                <a:cs typeface="Cambria Math"/>
              </a:rPr>
              <a:t>i</a:t>
            </a:r>
            <a:endParaRPr sz="1801" dirty="0">
              <a:latin typeface="Cambria Math"/>
              <a:cs typeface="Cambria Math"/>
            </a:endParaRPr>
          </a:p>
        </p:txBody>
      </p:sp>
      <p:pic>
        <p:nvPicPr>
          <p:cNvPr id="33" name="object 33"/>
          <p:cNvPicPr/>
          <p:nvPr/>
        </p:nvPicPr>
        <p:blipFill>
          <a:blip r:embed="rId3" cstate="print"/>
          <a:stretch>
            <a:fillRect/>
          </a:stretch>
        </p:blipFill>
        <p:spPr>
          <a:xfrm>
            <a:off x="4162214" y="5327210"/>
            <a:ext cx="232495" cy="211733"/>
          </a:xfrm>
          <a:prstGeom prst="rect">
            <a:avLst/>
          </a:prstGeom>
        </p:spPr>
      </p:pic>
      <p:sp>
        <p:nvSpPr>
          <p:cNvPr id="34" name="object 34"/>
          <p:cNvSpPr txBox="1"/>
          <p:nvPr/>
        </p:nvSpPr>
        <p:spPr>
          <a:xfrm>
            <a:off x="3519255" y="5298863"/>
            <a:ext cx="1659467" cy="386430"/>
          </a:xfrm>
          <a:prstGeom prst="rect">
            <a:avLst/>
          </a:prstGeom>
        </p:spPr>
        <p:txBody>
          <a:bodyPr vert="horz" wrap="square" lIns="0" tIns="16933" rIns="0" bIns="0" rtlCol="0">
            <a:spAutoFit/>
          </a:bodyPr>
          <a:lstStyle/>
          <a:p>
            <a:pPr marL="67730">
              <a:spcBef>
                <a:spcPts val="133"/>
              </a:spcBef>
              <a:tabLst>
                <a:tab pos="1379999" algn="l"/>
              </a:tabLst>
            </a:pPr>
            <a:r>
              <a:rPr sz="3600" baseline="1543" dirty="0">
                <a:latin typeface="Cambria Math"/>
                <a:cs typeface="Cambria Math"/>
              </a:rPr>
              <a:t>−</a:t>
            </a:r>
            <a:r>
              <a:rPr sz="3600" spc="859" baseline="1543" dirty="0">
                <a:latin typeface="Cambria Math"/>
                <a:cs typeface="Cambria Math"/>
              </a:rPr>
              <a:t> </a:t>
            </a:r>
            <a:r>
              <a:rPr sz="3600" baseline="1543" dirty="0">
                <a:latin typeface="Cambria Math"/>
                <a:cs typeface="Cambria Math"/>
              </a:rPr>
              <a:t>𝑦</a:t>
            </a:r>
            <a:r>
              <a:rPr sz="3600" spc="500" baseline="1543" dirty="0">
                <a:latin typeface="Cambria Math"/>
                <a:cs typeface="Cambria Math"/>
              </a:rPr>
              <a:t> </a:t>
            </a:r>
            <a:r>
              <a:rPr sz="2700" spc="191" baseline="28806" dirty="0">
                <a:latin typeface="Cambria Math"/>
                <a:cs typeface="Cambria Math"/>
              </a:rPr>
              <a:t>i</a:t>
            </a:r>
            <a:r>
              <a:rPr sz="2700" spc="709" baseline="28806" dirty="0">
                <a:latin typeface="Cambria Math"/>
                <a:cs typeface="Cambria Math"/>
              </a:rPr>
              <a:t> </a:t>
            </a:r>
            <a:r>
              <a:rPr sz="3600" spc="31" baseline="1543" dirty="0">
                <a:latin typeface="Cambria Math"/>
                <a:cs typeface="Cambria Math"/>
              </a:rPr>
              <a:t>)</a:t>
            </a:r>
            <a:r>
              <a:rPr sz="2700" spc="31" baseline="28806" dirty="0">
                <a:latin typeface="Cambria Math"/>
                <a:cs typeface="Cambria Math"/>
              </a:rPr>
              <a:t>2	</a:t>
            </a:r>
            <a:r>
              <a:rPr sz="2400" dirty="0">
                <a:latin typeface="Cambria Math"/>
                <a:cs typeface="Cambria Math"/>
              </a:rPr>
              <a:t>=</a:t>
            </a:r>
            <a:endParaRPr sz="2400">
              <a:latin typeface="Cambria Math"/>
              <a:cs typeface="Cambria Math"/>
            </a:endParaRPr>
          </a:p>
        </p:txBody>
      </p:sp>
      <p:sp>
        <p:nvSpPr>
          <p:cNvPr id="35" name="object 35"/>
          <p:cNvSpPr/>
          <p:nvPr/>
        </p:nvSpPr>
        <p:spPr>
          <a:xfrm>
            <a:off x="5212080" y="5521555"/>
            <a:ext cx="431801" cy="12700"/>
          </a:xfrm>
          <a:custGeom>
            <a:avLst/>
            <a:gdLst/>
            <a:ahLst/>
            <a:cxnLst/>
            <a:rect l="l" t="t" r="r" b="b"/>
            <a:pathLst>
              <a:path w="323850" h="9525">
                <a:moveTo>
                  <a:pt x="323850" y="0"/>
                </a:moveTo>
                <a:lnTo>
                  <a:pt x="0" y="0"/>
                </a:lnTo>
                <a:lnTo>
                  <a:pt x="0" y="9524"/>
                </a:lnTo>
                <a:lnTo>
                  <a:pt x="323850" y="9524"/>
                </a:lnTo>
                <a:lnTo>
                  <a:pt x="323850" y="0"/>
                </a:lnTo>
                <a:close/>
              </a:path>
            </a:pathLst>
          </a:custGeom>
          <a:solidFill>
            <a:srgbClr val="000000"/>
          </a:solidFill>
        </p:spPr>
        <p:txBody>
          <a:bodyPr wrap="square" lIns="0" tIns="0" rIns="0" bIns="0" rtlCol="0"/>
          <a:lstStyle/>
          <a:p>
            <a:endParaRPr sz="2400"/>
          </a:p>
        </p:txBody>
      </p:sp>
      <p:sp>
        <p:nvSpPr>
          <p:cNvPr id="36" name="object 36"/>
          <p:cNvSpPr txBox="1"/>
          <p:nvPr/>
        </p:nvSpPr>
        <p:spPr>
          <a:xfrm>
            <a:off x="5327735" y="5069840"/>
            <a:ext cx="203200" cy="386430"/>
          </a:xfrm>
          <a:prstGeom prst="rect">
            <a:avLst/>
          </a:prstGeom>
        </p:spPr>
        <p:txBody>
          <a:bodyPr vert="horz" wrap="square" lIns="0" tIns="16933" rIns="0" bIns="0" rtlCol="0">
            <a:spAutoFit/>
          </a:bodyPr>
          <a:lstStyle/>
          <a:p>
            <a:pPr marL="16933">
              <a:spcBef>
                <a:spcPts val="133"/>
              </a:spcBef>
            </a:pPr>
            <a:r>
              <a:rPr sz="2400" dirty="0">
                <a:latin typeface="Cambria Math"/>
                <a:cs typeface="Cambria Math"/>
              </a:rPr>
              <a:t>1</a:t>
            </a:r>
            <a:endParaRPr sz="2400">
              <a:latin typeface="Cambria Math"/>
              <a:cs typeface="Cambria Math"/>
            </a:endParaRPr>
          </a:p>
        </p:txBody>
      </p:sp>
      <p:sp>
        <p:nvSpPr>
          <p:cNvPr id="37" name="object 37"/>
          <p:cNvSpPr txBox="1"/>
          <p:nvPr/>
        </p:nvSpPr>
        <p:spPr>
          <a:xfrm>
            <a:off x="5200738" y="5502488"/>
            <a:ext cx="451273" cy="386430"/>
          </a:xfrm>
          <a:prstGeom prst="rect">
            <a:avLst/>
          </a:prstGeom>
        </p:spPr>
        <p:txBody>
          <a:bodyPr vert="horz" wrap="square" lIns="0" tIns="16933" rIns="0" bIns="0" rtlCol="0">
            <a:spAutoFit/>
          </a:bodyPr>
          <a:lstStyle/>
          <a:p>
            <a:pPr marL="16933">
              <a:spcBef>
                <a:spcPts val="133"/>
              </a:spcBef>
            </a:pPr>
            <a:r>
              <a:rPr sz="2400" spc="-33" dirty="0">
                <a:latin typeface="Cambria Math"/>
                <a:cs typeface="Cambria Math"/>
              </a:rPr>
              <a:t>2</a:t>
            </a:r>
            <a:r>
              <a:rPr sz="2400" spc="-20" dirty="0">
                <a:latin typeface="Cambria Math"/>
                <a:cs typeface="Cambria Math"/>
              </a:rPr>
              <a:t>𝑚</a:t>
            </a:r>
            <a:endParaRPr sz="2400">
              <a:latin typeface="Cambria Math"/>
              <a:cs typeface="Cambria Math"/>
            </a:endParaRPr>
          </a:p>
        </p:txBody>
      </p:sp>
      <p:sp>
        <p:nvSpPr>
          <p:cNvPr id="38" name="object 38"/>
          <p:cNvSpPr txBox="1"/>
          <p:nvPr/>
        </p:nvSpPr>
        <p:spPr>
          <a:xfrm>
            <a:off x="5772574" y="4904319"/>
            <a:ext cx="248073" cy="294226"/>
          </a:xfrm>
          <a:prstGeom prst="rect">
            <a:avLst/>
          </a:prstGeom>
        </p:spPr>
        <p:txBody>
          <a:bodyPr vert="horz" wrap="square" lIns="0" tIns="16933" rIns="0" bIns="0" rtlCol="0">
            <a:spAutoFit/>
          </a:bodyPr>
          <a:lstStyle/>
          <a:p>
            <a:pPr marL="16933">
              <a:spcBef>
                <a:spcPts val="133"/>
              </a:spcBef>
            </a:pPr>
            <a:r>
              <a:rPr sz="1801" spc="207" dirty="0">
                <a:latin typeface="Cambria Math"/>
                <a:cs typeface="Cambria Math"/>
              </a:rPr>
              <a:t>𝑚</a:t>
            </a:r>
            <a:endParaRPr sz="1801">
              <a:latin typeface="Cambria Math"/>
              <a:cs typeface="Cambria Math"/>
            </a:endParaRPr>
          </a:p>
        </p:txBody>
      </p:sp>
      <p:grpSp>
        <p:nvGrpSpPr>
          <p:cNvPr id="39" name="object 39"/>
          <p:cNvGrpSpPr/>
          <p:nvPr/>
        </p:nvGrpSpPr>
        <p:grpSpPr>
          <a:xfrm>
            <a:off x="6667165" y="5334865"/>
            <a:ext cx="1121833" cy="212513"/>
            <a:chOff x="5000371" y="4001147"/>
            <a:chExt cx="841375" cy="159385"/>
          </a:xfrm>
        </p:grpSpPr>
        <p:pic>
          <p:nvPicPr>
            <p:cNvPr id="40" name="object 40"/>
            <p:cNvPicPr/>
            <p:nvPr/>
          </p:nvPicPr>
          <p:blipFill>
            <a:blip r:embed="rId4" cstate="print"/>
            <a:stretch>
              <a:fillRect/>
            </a:stretch>
          </p:blipFill>
          <p:spPr>
            <a:xfrm>
              <a:off x="5000371" y="4001147"/>
              <a:ext cx="174370" cy="158800"/>
            </a:xfrm>
            <a:prstGeom prst="rect">
              <a:avLst/>
            </a:prstGeom>
          </p:spPr>
        </p:pic>
        <p:pic>
          <p:nvPicPr>
            <p:cNvPr id="41" name="object 41"/>
            <p:cNvPicPr/>
            <p:nvPr/>
          </p:nvPicPr>
          <p:blipFill>
            <a:blip r:embed="rId4" cstate="print"/>
            <a:stretch>
              <a:fillRect/>
            </a:stretch>
          </p:blipFill>
          <p:spPr>
            <a:xfrm>
              <a:off x="5667121" y="4001147"/>
              <a:ext cx="174370" cy="158800"/>
            </a:xfrm>
            <a:prstGeom prst="rect">
              <a:avLst/>
            </a:prstGeom>
          </p:spPr>
        </p:pic>
      </p:grpSp>
      <p:sp>
        <p:nvSpPr>
          <p:cNvPr id="42" name="object 42"/>
          <p:cNvSpPr txBox="1"/>
          <p:nvPr/>
        </p:nvSpPr>
        <p:spPr>
          <a:xfrm>
            <a:off x="5649809" y="5160187"/>
            <a:ext cx="2484119" cy="906358"/>
          </a:xfrm>
          <a:prstGeom prst="rect">
            <a:avLst/>
          </a:prstGeom>
        </p:spPr>
        <p:txBody>
          <a:bodyPr vert="horz" wrap="square" lIns="0" tIns="155785" rIns="0" bIns="0" rtlCol="0">
            <a:spAutoFit/>
          </a:bodyPr>
          <a:lstStyle/>
          <a:p>
            <a:pPr marL="50797">
              <a:spcBef>
                <a:spcPts val="1225"/>
              </a:spcBef>
              <a:tabLst>
                <a:tab pos="1346980" algn="l"/>
              </a:tabLst>
            </a:pPr>
            <a:r>
              <a:rPr sz="2400" spc="380" dirty="0">
                <a:latin typeface="Cambria Math"/>
                <a:cs typeface="Cambria Math"/>
              </a:rPr>
              <a:t>∑(𝑤𝑥</a:t>
            </a:r>
            <a:r>
              <a:rPr sz="2400" spc="393" dirty="0">
                <a:latin typeface="Cambria Math"/>
                <a:cs typeface="Cambria Math"/>
              </a:rPr>
              <a:t> </a:t>
            </a:r>
            <a:r>
              <a:rPr sz="2700" spc="191" baseline="28806" dirty="0">
                <a:latin typeface="Cambria Math"/>
                <a:cs typeface="Cambria Math"/>
              </a:rPr>
              <a:t>i	</a:t>
            </a:r>
            <a:r>
              <a:rPr sz="2400" dirty="0">
                <a:latin typeface="Cambria Math"/>
                <a:cs typeface="Cambria Math"/>
              </a:rPr>
              <a:t>−</a:t>
            </a:r>
            <a:r>
              <a:rPr sz="2400" spc="441" dirty="0">
                <a:latin typeface="Cambria Math"/>
                <a:cs typeface="Cambria Math"/>
              </a:rPr>
              <a:t> </a:t>
            </a:r>
            <a:r>
              <a:rPr sz="2400" dirty="0">
                <a:latin typeface="Cambria Math"/>
                <a:cs typeface="Cambria Math"/>
              </a:rPr>
              <a:t>𝑦</a:t>
            </a:r>
            <a:r>
              <a:rPr sz="2400" spc="293" dirty="0">
                <a:latin typeface="Cambria Math"/>
                <a:cs typeface="Cambria Math"/>
              </a:rPr>
              <a:t> </a:t>
            </a:r>
            <a:r>
              <a:rPr sz="2700" spc="191" baseline="28806" dirty="0">
                <a:latin typeface="Cambria Math"/>
                <a:cs typeface="Cambria Math"/>
              </a:rPr>
              <a:t>i</a:t>
            </a:r>
            <a:r>
              <a:rPr sz="2700" spc="660" baseline="28806" dirty="0">
                <a:latin typeface="Cambria Math"/>
                <a:cs typeface="Cambria Math"/>
              </a:rPr>
              <a:t> </a:t>
            </a:r>
            <a:r>
              <a:rPr sz="2400" spc="20" dirty="0">
                <a:latin typeface="Cambria Math"/>
                <a:cs typeface="Cambria Math"/>
              </a:rPr>
              <a:t>)</a:t>
            </a:r>
            <a:r>
              <a:rPr sz="2700" spc="31" baseline="28806" dirty="0">
                <a:latin typeface="Cambria Math"/>
                <a:cs typeface="Cambria Math"/>
              </a:rPr>
              <a:t>2</a:t>
            </a:r>
            <a:endParaRPr sz="2700" baseline="28806">
              <a:latin typeface="Cambria Math"/>
              <a:cs typeface="Cambria Math"/>
            </a:endParaRPr>
          </a:p>
          <a:p>
            <a:pPr marL="63497">
              <a:spcBef>
                <a:spcPts val="820"/>
              </a:spcBef>
            </a:pPr>
            <a:r>
              <a:rPr sz="1801" spc="27" dirty="0">
                <a:latin typeface="Cambria Math"/>
                <a:cs typeface="Cambria Math"/>
              </a:rPr>
              <a:t>i=1</a:t>
            </a:r>
            <a:endParaRPr sz="1801">
              <a:latin typeface="Cambria Math"/>
              <a:cs typeface="Cambria Math"/>
            </a:endParaRPr>
          </a:p>
        </p:txBody>
      </p:sp>
      <p:sp>
        <p:nvSpPr>
          <p:cNvPr id="43" name="object 43"/>
          <p:cNvSpPr/>
          <p:nvPr/>
        </p:nvSpPr>
        <p:spPr>
          <a:xfrm>
            <a:off x="8831073" y="5581091"/>
            <a:ext cx="431801" cy="12700"/>
          </a:xfrm>
          <a:custGeom>
            <a:avLst/>
            <a:gdLst/>
            <a:ahLst/>
            <a:cxnLst/>
            <a:rect l="l" t="t" r="r" b="b"/>
            <a:pathLst>
              <a:path w="323850" h="9525">
                <a:moveTo>
                  <a:pt x="323850" y="0"/>
                </a:moveTo>
                <a:lnTo>
                  <a:pt x="0" y="0"/>
                </a:lnTo>
                <a:lnTo>
                  <a:pt x="0" y="9525"/>
                </a:lnTo>
                <a:lnTo>
                  <a:pt x="323850" y="9525"/>
                </a:lnTo>
                <a:lnTo>
                  <a:pt x="323850" y="0"/>
                </a:lnTo>
                <a:close/>
              </a:path>
            </a:pathLst>
          </a:custGeom>
          <a:solidFill>
            <a:srgbClr val="000000"/>
          </a:solidFill>
        </p:spPr>
        <p:txBody>
          <a:bodyPr wrap="square" lIns="0" tIns="0" rIns="0" bIns="0" rtlCol="0"/>
          <a:lstStyle/>
          <a:p>
            <a:endParaRPr sz="2400"/>
          </a:p>
        </p:txBody>
      </p:sp>
      <p:sp>
        <p:nvSpPr>
          <p:cNvPr id="44" name="object 44"/>
          <p:cNvSpPr txBox="1"/>
          <p:nvPr/>
        </p:nvSpPr>
        <p:spPr>
          <a:xfrm>
            <a:off x="8950623" y="5129531"/>
            <a:ext cx="203200" cy="386430"/>
          </a:xfrm>
          <a:prstGeom prst="rect">
            <a:avLst/>
          </a:prstGeom>
        </p:spPr>
        <p:txBody>
          <a:bodyPr vert="horz" wrap="square" lIns="0" tIns="16933" rIns="0" bIns="0" rtlCol="0">
            <a:spAutoFit/>
          </a:bodyPr>
          <a:lstStyle/>
          <a:p>
            <a:pPr marL="16933">
              <a:spcBef>
                <a:spcPts val="133"/>
              </a:spcBef>
            </a:pPr>
            <a:r>
              <a:rPr sz="2400" dirty="0">
                <a:latin typeface="Cambria Math"/>
                <a:cs typeface="Cambria Math"/>
              </a:rPr>
              <a:t>1</a:t>
            </a:r>
            <a:endParaRPr sz="2400">
              <a:latin typeface="Cambria Math"/>
              <a:cs typeface="Cambria Math"/>
            </a:endParaRPr>
          </a:p>
        </p:txBody>
      </p:sp>
      <p:sp>
        <p:nvSpPr>
          <p:cNvPr id="45" name="object 45"/>
          <p:cNvSpPr txBox="1"/>
          <p:nvPr/>
        </p:nvSpPr>
        <p:spPr>
          <a:xfrm>
            <a:off x="8823112" y="5561330"/>
            <a:ext cx="452121" cy="387286"/>
          </a:xfrm>
          <a:prstGeom prst="rect">
            <a:avLst/>
          </a:prstGeom>
        </p:spPr>
        <p:txBody>
          <a:bodyPr vert="horz" wrap="square" lIns="0" tIns="17780" rIns="0" bIns="0" rtlCol="0">
            <a:spAutoFit/>
          </a:bodyPr>
          <a:lstStyle/>
          <a:p>
            <a:pPr marL="16933">
              <a:spcBef>
                <a:spcPts val="140"/>
              </a:spcBef>
            </a:pPr>
            <a:r>
              <a:rPr sz="2400" spc="-33" dirty="0">
                <a:latin typeface="Cambria Math"/>
                <a:cs typeface="Cambria Math"/>
              </a:rPr>
              <a:t>2</a:t>
            </a:r>
            <a:r>
              <a:rPr sz="2400" spc="-15" dirty="0">
                <a:latin typeface="Cambria Math"/>
                <a:cs typeface="Cambria Math"/>
              </a:rPr>
              <a:t>𝑚</a:t>
            </a:r>
            <a:endParaRPr sz="2400">
              <a:latin typeface="Cambria Math"/>
              <a:cs typeface="Cambria Math"/>
            </a:endParaRPr>
          </a:p>
        </p:txBody>
      </p:sp>
      <p:sp>
        <p:nvSpPr>
          <p:cNvPr id="46" name="object 46"/>
          <p:cNvSpPr txBox="1"/>
          <p:nvPr/>
        </p:nvSpPr>
        <p:spPr>
          <a:xfrm>
            <a:off x="6651920" y="2751245"/>
            <a:ext cx="1022773" cy="855063"/>
          </a:xfrm>
          <a:prstGeom prst="rect">
            <a:avLst/>
          </a:prstGeom>
        </p:spPr>
        <p:txBody>
          <a:bodyPr vert="horz" wrap="square" lIns="0" tIns="21167" rIns="0" bIns="0" rtlCol="0">
            <a:spAutoFit/>
          </a:bodyPr>
          <a:lstStyle/>
          <a:p>
            <a:pPr marL="16933">
              <a:spcBef>
                <a:spcPts val="167"/>
              </a:spcBef>
            </a:pPr>
            <a:r>
              <a:rPr sz="2667" spc="27" dirty="0">
                <a:latin typeface="Cambria Math"/>
                <a:cs typeface="Cambria Math"/>
              </a:rPr>
              <a:t>𝐽(𝑤)</a:t>
            </a:r>
            <a:endParaRPr sz="2667">
              <a:latin typeface="Cambria Math"/>
              <a:cs typeface="Cambria Math"/>
            </a:endParaRPr>
          </a:p>
          <a:p>
            <a:pPr marL="815300">
              <a:spcBef>
                <a:spcPts val="95"/>
              </a:spcBef>
            </a:pPr>
            <a:r>
              <a:rPr sz="2667" spc="20" dirty="0">
                <a:latin typeface="Cambria Math"/>
                <a:cs typeface="Cambria Math"/>
              </a:rPr>
              <a:t>1</a:t>
            </a:r>
            <a:endParaRPr sz="2667">
              <a:latin typeface="Cambria Math"/>
              <a:cs typeface="Cambria Math"/>
            </a:endParaRPr>
          </a:p>
        </p:txBody>
      </p:sp>
      <p:sp>
        <p:nvSpPr>
          <p:cNvPr id="47" name="object 47"/>
          <p:cNvSpPr txBox="1"/>
          <p:nvPr/>
        </p:nvSpPr>
        <p:spPr>
          <a:xfrm>
            <a:off x="7031230" y="4458463"/>
            <a:ext cx="4339167" cy="740930"/>
          </a:xfrm>
          <a:prstGeom prst="rect">
            <a:avLst/>
          </a:prstGeom>
        </p:spPr>
        <p:txBody>
          <a:bodyPr vert="horz" wrap="square" lIns="0" tIns="21167" rIns="0" bIns="0" rtlCol="0">
            <a:spAutoFit/>
          </a:bodyPr>
          <a:lstStyle/>
          <a:p>
            <a:pPr algn="ctr">
              <a:lnSpc>
                <a:spcPts val="2780"/>
              </a:lnSpc>
              <a:spcBef>
                <a:spcPts val="167"/>
              </a:spcBef>
              <a:tabLst>
                <a:tab pos="818686" algn="l"/>
                <a:tab pos="1324120" algn="l"/>
                <a:tab pos="2086083" algn="l"/>
                <a:tab pos="2591517" algn="l"/>
                <a:tab pos="3354327" algn="l"/>
                <a:tab pos="3859761" algn="l"/>
              </a:tabLst>
            </a:pPr>
            <a:r>
              <a:rPr sz="2667" dirty="0">
                <a:latin typeface="Cambria Math"/>
                <a:cs typeface="Cambria Math"/>
              </a:rPr>
              <a:t>-0.5	</a:t>
            </a:r>
            <a:r>
              <a:rPr sz="2667" spc="20" dirty="0">
                <a:latin typeface="Cambria Math"/>
                <a:cs typeface="Cambria Math"/>
              </a:rPr>
              <a:t>0	</a:t>
            </a:r>
            <a:r>
              <a:rPr sz="2667" spc="-7" dirty="0">
                <a:latin typeface="Cambria Math"/>
                <a:cs typeface="Cambria Math"/>
              </a:rPr>
              <a:t>0.5	</a:t>
            </a:r>
            <a:r>
              <a:rPr sz="2667" spc="20" dirty="0">
                <a:latin typeface="Cambria Math"/>
                <a:cs typeface="Cambria Math"/>
              </a:rPr>
              <a:t>1	</a:t>
            </a:r>
            <a:r>
              <a:rPr sz="2667" dirty="0">
                <a:latin typeface="Cambria Math"/>
                <a:cs typeface="Cambria Math"/>
              </a:rPr>
              <a:t>1.5	</a:t>
            </a:r>
            <a:r>
              <a:rPr sz="2667" spc="20" dirty="0">
                <a:latin typeface="Cambria Math"/>
                <a:cs typeface="Cambria Math"/>
              </a:rPr>
              <a:t>2	</a:t>
            </a:r>
            <a:r>
              <a:rPr sz="2667" spc="-7" dirty="0">
                <a:latin typeface="Cambria Math"/>
                <a:cs typeface="Cambria Math"/>
              </a:rPr>
              <a:t>2.5</a:t>
            </a:r>
            <a:endParaRPr sz="2667" dirty="0">
              <a:latin typeface="Cambria Math"/>
              <a:cs typeface="Cambria Math"/>
            </a:endParaRPr>
          </a:p>
          <a:p>
            <a:pPr marL="3387" algn="ctr">
              <a:lnSpc>
                <a:spcPts val="2780"/>
              </a:lnSpc>
            </a:pPr>
            <a:r>
              <a:rPr sz="2667" spc="27" dirty="0">
                <a:latin typeface="Cambria Math"/>
                <a:cs typeface="Cambria Math"/>
              </a:rPr>
              <a:t>𝑤</a:t>
            </a:r>
            <a:endParaRPr sz="2667" dirty="0">
              <a:latin typeface="Cambria Math"/>
              <a:cs typeface="Cambria Math"/>
            </a:endParaRPr>
          </a:p>
        </p:txBody>
      </p:sp>
      <p:sp>
        <p:nvSpPr>
          <p:cNvPr id="48" name="object 48"/>
          <p:cNvSpPr txBox="1"/>
          <p:nvPr/>
        </p:nvSpPr>
        <p:spPr>
          <a:xfrm>
            <a:off x="952501" y="-1"/>
            <a:ext cx="4143588" cy="1617601"/>
          </a:xfrm>
          <a:prstGeom prst="rect">
            <a:avLst/>
          </a:prstGeom>
        </p:spPr>
        <p:txBody>
          <a:bodyPr vert="horz" wrap="square" lIns="0" tIns="242993" rIns="0" bIns="0" rtlCol="0">
            <a:spAutoFit/>
          </a:bodyPr>
          <a:lstStyle/>
          <a:p>
            <a:pPr marR="172709" algn="ctr">
              <a:spcBef>
                <a:spcPts val="1913"/>
              </a:spcBef>
            </a:pPr>
            <a:r>
              <a:rPr sz="2667" spc="80" dirty="0">
                <a:latin typeface="Cambria Math"/>
                <a:cs typeface="Cambria Math"/>
              </a:rPr>
              <a:t>ƒ</a:t>
            </a:r>
            <a:r>
              <a:rPr sz="3001" spc="119" baseline="-16666" dirty="0">
                <a:latin typeface="Cambria Math"/>
                <a:cs typeface="Cambria Math"/>
              </a:rPr>
              <a:t>w</a:t>
            </a:r>
            <a:r>
              <a:rPr sz="2667" spc="80" dirty="0">
                <a:latin typeface="Cambria Math"/>
                <a:cs typeface="Cambria Math"/>
              </a:rPr>
              <a:t>(𝑥)</a:t>
            </a:r>
            <a:endParaRPr sz="2667">
              <a:latin typeface="Cambria Math"/>
              <a:cs typeface="Cambria Math"/>
            </a:endParaRPr>
          </a:p>
          <a:p>
            <a:pPr marL="50797">
              <a:lnSpc>
                <a:spcPts val="2793"/>
              </a:lnSpc>
              <a:spcBef>
                <a:spcPts val="1567"/>
              </a:spcBef>
            </a:pPr>
            <a:r>
              <a:rPr sz="2400" spc="-7" dirty="0">
                <a:latin typeface="Verdana"/>
                <a:cs typeface="Verdana"/>
              </a:rPr>
              <a:t>(for</a:t>
            </a:r>
            <a:r>
              <a:rPr sz="2400" spc="-87" dirty="0">
                <a:latin typeface="Verdana"/>
                <a:cs typeface="Verdana"/>
              </a:rPr>
              <a:t> </a:t>
            </a:r>
            <a:r>
              <a:rPr sz="2400" spc="-33" dirty="0">
                <a:latin typeface="Verdana"/>
                <a:cs typeface="Verdana"/>
              </a:rPr>
              <a:t>fixed</a:t>
            </a:r>
            <a:r>
              <a:rPr sz="2400" spc="255" dirty="0">
                <a:latin typeface="Verdana"/>
                <a:cs typeface="Verdana"/>
              </a:rPr>
              <a:t> </a:t>
            </a:r>
            <a:r>
              <a:rPr sz="2400" spc="20" dirty="0">
                <a:latin typeface="Cambria Math"/>
                <a:cs typeface="Cambria Math"/>
              </a:rPr>
              <a:t>w</a:t>
            </a:r>
            <a:r>
              <a:rPr sz="2400" spc="20" dirty="0">
                <a:latin typeface="Verdana"/>
                <a:cs typeface="Verdana"/>
              </a:rPr>
              <a:t>,</a:t>
            </a:r>
            <a:r>
              <a:rPr sz="2400" spc="-133" dirty="0">
                <a:latin typeface="Verdana"/>
                <a:cs typeface="Verdana"/>
              </a:rPr>
              <a:t> </a:t>
            </a:r>
            <a:r>
              <a:rPr sz="2400" spc="-15" dirty="0">
                <a:latin typeface="Verdana"/>
                <a:cs typeface="Verdana"/>
              </a:rPr>
              <a:t>function</a:t>
            </a:r>
            <a:r>
              <a:rPr sz="2400" spc="121" dirty="0">
                <a:latin typeface="Verdana"/>
                <a:cs typeface="Verdana"/>
              </a:rPr>
              <a:t> </a:t>
            </a:r>
            <a:r>
              <a:rPr sz="2400" spc="20" dirty="0">
                <a:latin typeface="Verdana"/>
                <a:cs typeface="Verdana"/>
              </a:rPr>
              <a:t>of</a:t>
            </a:r>
            <a:r>
              <a:rPr sz="2400" spc="-15" dirty="0">
                <a:latin typeface="Verdana"/>
                <a:cs typeface="Verdana"/>
              </a:rPr>
              <a:t> </a:t>
            </a:r>
            <a:r>
              <a:rPr sz="2400" spc="60" dirty="0">
                <a:latin typeface="Cambria Math"/>
                <a:cs typeface="Cambria Math"/>
              </a:rPr>
              <a:t>𝑥</a:t>
            </a:r>
            <a:r>
              <a:rPr sz="2400" spc="60" dirty="0">
                <a:latin typeface="Verdana"/>
                <a:cs typeface="Verdana"/>
              </a:rPr>
              <a:t>)</a:t>
            </a:r>
            <a:endParaRPr sz="2400">
              <a:latin typeface="Verdana"/>
              <a:cs typeface="Verdana"/>
            </a:endParaRPr>
          </a:p>
          <a:p>
            <a:pPr marL="2703271">
              <a:lnSpc>
                <a:spcPts val="3113"/>
              </a:lnSpc>
            </a:pPr>
            <a:r>
              <a:rPr sz="2667" spc="7" dirty="0">
                <a:solidFill>
                  <a:srgbClr val="4285F4"/>
                </a:solidFill>
                <a:latin typeface="Verdana"/>
                <a:cs typeface="Verdana"/>
              </a:rPr>
              <a:t>input</a:t>
            </a:r>
            <a:endParaRPr sz="2667">
              <a:latin typeface="Verdana"/>
              <a:cs typeface="Verdana"/>
            </a:endParaRPr>
          </a:p>
        </p:txBody>
      </p:sp>
      <p:sp>
        <p:nvSpPr>
          <p:cNvPr id="49" name="object 49"/>
          <p:cNvSpPr txBox="1"/>
          <p:nvPr/>
        </p:nvSpPr>
        <p:spPr>
          <a:xfrm>
            <a:off x="8471238" y="5358130"/>
            <a:ext cx="3385820" cy="387286"/>
          </a:xfrm>
          <a:prstGeom prst="rect">
            <a:avLst/>
          </a:prstGeom>
        </p:spPr>
        <p:txBody>
          <a:bodyPr vert="horz" wrap="square" lIns="0" tIns="17780" rIns="0" bIns="0" rtlCol="0">
            <a:spAutoFit/>
          </a:bodyPr>
          <a:lstStyle/>
          <a:p>
            <a:pPr marL="50797">
              <a:spcBef>
                <a:spcPts val="140"/>
              </a:spcBef>
              <a:tabLst>
                <a:tab pos="851705" algn="l"/>
              </a:tabLst>
            </a:pPr>
            <a:r>
              <a:rPr sz="2400" dirty="0">
                <a:latin typeface="Cambria Math"/>
                <a:cs typeface="Cambria Math"/>
              </a:rPr>
              <a:t>=	(</a:t>
            </a:r>
            <a:r>
              <a:rPr sz="2400" spc="53" dirty="0">
                <a:latin typeface="Cambria Math"/>
                <a:cs typeface="Cambria Math"/>
              </a:rPr>
              <a:t> </a:t>
            </a:r>
            <a:r>
              <a:rPr sz="2400" spc="-33" dirty="0">
                <a:latin typeface="Cambria Math"/>
                <a:cs typeface="Cambria Math"/>
              </a:rPr>
              <a:t>0</a:t>
            </a:r>
            <a:r>
              <a:rPr sz="2700" spc="69" baseline="28806" dirty="0">
                <a:latin typeface="Cambria Math"/>
                <a:cs typeface="Cambria Math"/>
              </a:rPr>
              <a:t>2</a:t>
            </a:r>
            <a:r>
              <a:rPr sz="2700" spc="239" baseline="28806" dirty="0">
                <a:latin typeface="Cambria Math"/>
                <a:cs typeface="Cambria Math"/>
              </a:rPr>
              <a:t> </a:t>
            </a:r>
            <a:r>
              <a:rPr sz="3600" spc="9" baseline="1543" dirty="0">
                <a:latin typeface="Cambria Math"/>
                <a:cs typeface="Cambria Math"/>
              </a:rPr>
              <a:t>+</a:t>
            </a:r>
            <a:r>
              <a:rPr sz="3600" spc="-49" baseline="1543" dirty="0">
                <a:latin typeface="Cambria Math"/>
                <a:cs typeface="Cambria Math"/>
              </a:rPr>
              <a:t>0</a:t>
            </a:r>
            <a:r>
              <a:rPr sz="2700" spc="69" baseline="30864" dirty="0">
                <a:latin typeface="Cambria Math"/>
                <a:cs typeface="Cambria Math"/>
              </a:rPr>
              <a:t>2</a:t>
            </a:r>
            <a:r>
              <a:rPr sz="2700" spc="119" baseline="30864" dirty="0">
                <a:latin typeface="Cambria Math"/>
                <a:cs typeface="Cambria Math"/>
              </a:rPr>
              <a:t> </a:t>
            </a:r>
            <a:r>
              <a:rPr sz="3600" spc="9" baseline="3086" dirty="0">
                <a:latin typeface="Cambria Math"/>
                <a:cs typeface="Cambria Math"/>
              </a:rPr>
              <a:t>+</a:t>
            </a:r>
            <a:r>
              <a:rPr sz="3600" spc="-49" baseline="3086" dirty="0">
                <a:latin typeface="Cambria Math"/>
                <a:cs typeface="Cambria Math"/>
              </a:rPr>
              <a:t>0</a:t>
            </a:r>
            <a:r>
              <a:rPr sz="2700" spc="69" baseline="30864" dirty="0">
                <a:latin typeface="Cambria Math"/>
                <a:cs typeface="Cambria Math"/>
              </a:rPr>
              <a:t>2</a:t>
            </a:r>
            <a:r>
              <a:rPr sz="2700" baseline="30864" dirty="0">
                <a:latin typeface="Cambria Math"/>
                <a:cs typeface="Cambria Math"/>
              </a:rPr>
              <a:t>  </a:t>
            </a:r>
            <a:r>
              <a:rPr sz="2700" spc="-201" baseline="30864" dirty="0">
                <a:latin typeface="Cambria Math"/>
                <a:cs typeface="Cambria Math"/>
              </a:rPr>
              <a:t> </a:t>
            </a:r>
            <a:r>
              <a:rPr sz="2400" dirty="0">
                <a:latin typeface="Cambria Math"/>
                <a:cs typeface="Cambria Math"/>
              </a:rPr>
              <a:t>)</a:t>
            </a:r>
            <a:r>
              <a:rPr sz="2400" spc="-267" dirty="0">
                <a:latin typeface="Cambria Math"/>
                <a:cs typeface="Cambria Math"/>
              </a:rPr>
              <a:t> </a:t>
            </a:r>
            <a:r>
              <a:rPr sz="3600" baseline="1543" dirty="0">
                <a:latin typeface="Cambria Math"/>
                <a:cs typeface="Cambria Math"/>
              </a:rPr>
              <a:t>=</a:t>
            </a:r>
            <a:r>
              <a:rPr sz="3600" spc="271" baseline="1543" dirty="0">
                <a:latin typeface="Cambria Math"/>
                <a:cs typeface="Cambria Math"/>
              </a:rPr>
              <a:t> </a:t>
            </a:r>
            <a:r>
              <a:rPr sz="3600" baseline="1543" dirty="0">
                <a:latin typeface="Cambria Math"/>
                <a:cs typeface="Cambria Math"/>
              </a:rPr>
              <a:t>0</a:t>
            </a:r>
          </a:p>
        </p:txBody>
      </p:sp>
      <p:grpSp>
        <p:nvGrpSpPr>
          <p:cNvPr id="52" name="object 52"/>
          <p:cNvGrpSpPr/>
          <p:nvPr/>
        </p:nvGrpSpPr>
        <p:grpSpPr>
          <a:xfrm>
            <a:off x="8459701" y="3039026"/>
            <a:ext cx="3602567" cy="1437641"/>
            <a:chOff x="6344774" y="2279269"/>
            <a:chExt cx="2701925" cy="1078230"/>
          </a:xfrm>
        </p:grpSpPr>
        <p:pic>
          <p:nvPicPr>
            <p:cNvPr id="53" name="object 53"/>
            <p:cNvPicPr/>
            <p:nvPr/>
          </p:nvPicPr>
          <p:blipFill>
            <a:blip r:embed="rId5" cstate="print"/>
            <a:stretch>
              <a:fillRect/>
            </a:stretch>
          </p:blipFill>
          <p:spPr>
            <a:xfrm>
              <a:off x="7963026" y="2279269"/>
              <a:ext cx="1083309" cy="385699"/>
            </a:xfrm>
            <a:prstGeom prst="rect">
              <a:avLst/>
            </a:prstGeom>
          </p:spPr>
        </p:pic>
        <p:pic>
          <p:nvPicPr>
            <p:cNvPr id="54" name="object 54"/>
            <p:cNvPicPr/>
            <p:nvPr/>
          </p:nvPicPr>
          <p:blipFill>
            <a:blip r:embed="rId6" cstate="print"/>
            <a:stretch>
              <a:fillRect/>
            </a:stretch>
          </p:blipFill>
          <p:spPr>
            <a:xfrm>
              <a:off x="6344774" y="2705988"/>
              <a:ext cx="176802" cy="327660"/>
            </a:xfrm>
            <a:prstGeom prst="rect">
              <a:avLst/>
            </a:prstGeom>
          </p:spPr>
        </p:pic>
        <p:pic>
          <p:nvPicPr>
            <p:cNvPr id="55" name="object 55"/>
            <p:cNvPicPr/>
            <p:nvPr/>
          </p:nvPicPr>
          <p:blipFill>
            <a:blip r:embed="rId7" cstate="print"/>
            <a:stretch>
              <a:fillRect/>
            </a:stretch>
          </p:blipFill>
          <p:spPr>
            <a:xfrm>
              <a:off x="6825614" y="3078099"/>
              <a:ext cx="205866" cy="279145"/>
            </a:xfrm>
            <a:prstGeom prst="rect">
              <a:avLst/>
            </a:prstGeom>
          </p:spPr>
        </p:pic>
      </p:grpSp>
      <p:pic>
        <p:nvPicPr>
          <p:cNvPr id="58" name="object 58"/>
          <p:cNvPicPr/>
          <p:nvPr/>
        </p:nvPicPr>
        <p:blipFill>
          <a:blip r:embed="rId8" cstate="print"/>
          <a:stretch>
            <a:fillRect/>
          </a:stretch>
        </p:blipFill>
        <p:spPr>
          <a:xfrm>
            <a:off x="1287097" y="3475567"/>
            <a:ext cx="659560" cy="357800"/>
          </a:xfrm>
          <a:prstGeom prst="rect">
            <a:avLst/>
          </a:prstGeom>
        </p:spPr>
      </p:pic>
      <p:pic>
        <p:nvPicPr>
          <p:cNvPr id="59" name="object 59"/>
          <p:cNvPicPr/>
          <p:nvPr/>
        </p:nvPicPr>
        <p:blipFill>
          <a:blip r:embed="rId9" cstate="print"/>
          <a:stretch>
            <a:fillRect/>
          </a:stretch>
        </p:blipFill>
        <p:spPr>
          <a:xfrm>
            <a:off x="4735917" y="3764110"/>
            <a:ext cx="953684" cy="390144"/>
          </a:xfrm>
          <a:prstGeom prst="rect">
            <a:avLst/>
          </a:prstGeom>
        </p:spPr>
      </p:pic>
      <p:sp>
        <p:nvSpPr>
          <p:cNvPr id="60" name="object 60"/>
          <p:cNvSpPr/>
          <p:nvPr/>
        </p:nvSpPr>
        <p:spPr>
          <a:xfrm>
            <a:off x="5588511" y="3449659"/>
            <a:ext cx="56727" cy="207433"/>
          </a:xfrm>
          <a:custGeom>
            <a:avLst/>
            <a:gdLst/>
            <a:ahLst/>
            <a:cxnLst/>
            <a:rect l="l" t="t" r="r" b="b"/>
            <a:pathLst>
              <a:path w="42545" h="155575">
                <a:moveTo>
                  <a:pt x="17930" y="144191"/>
                </a:moveTo>
                <a:lnTo>
                  <a:pt x="18034" y="144780"/>
                </a:lnTo>
                <a:lnTo>
                  <a:pt x="19431" y="147574"/>
                </a:lnTo>
                <a:lnTo>
                  <a:pt x="22098" y="153035"/>
                </a:lnTo>
                <a:lnTo>
                  <a:pt x="28956" y="155320"/>
                </a:lnTo>
                <a:lnTo>
                  <a:pt x="34417" y="152526"/>
                </a:lnTo>
                <a:lnTo>
                  <a:pt x="40005" y="149732"/>
                </a:lnTo>
                <a:lnTo>
                  <a:pt x="41064" y="146431"/>
                </a:lnTo>
                <a:lnTo>
                  <a:pt x="19050" y="146431"/>
                </a:lnTo>
                <a:lnTo>
                  <a:pt x="17930" y="144191"/>
                </a:lnTo>
                <a:close/>
              </a:path>
              <a:path w="42545" h="155575">
                <a:moveTo>
                  <a:pt x="18034" y="139954"/>
                </a:moveTo>
                <a:lnTo>
                  <a:pt x="17907" y="140335"/>
                </a:lnTo>
                <a:lnTo>
                  <a:pt x="17737" y="141858"/>
                </a:lnTo>
                <a:lnTo>
                  <a:pt x="17720" y="143001"/>
                </a:lnTo>
                <a:lnTo>
                  <a:pt x="17930" y="144191"/>
                </a:lnTo>
                <a:lnTo>
                  <a:pt x="19050" y="146431"/>
                </a:lnTo>
                <a:lnTo>
                  <a:pt x="18034" y="139954"/>
                </a:lnTo>
                <a:close/>
              </a:path>
              <a:path w="42545" h="155575">
                <a:moveTo>
                  <a:pt x="39823" y="139954"/>
                </a:moveTo>
                <a:lnTo>
                  <a:pt x="18034" y="139954"/>
                </a:lnTo>
                <a:lnTo>
                  <a:pt x="19050" y="146431"/>
                </a:lnTo>
                <a:lnTo>
                  <a:pt x="41064" y="146431"/>
                </a:lnTo>
                <a:lnTo>
                  <a:pt x="42164" y="143001"/>
                </a:lnTo>
                <a:lnTo>
                  <a:pt x="40857" y="140335"/>
                </a:lnTo>
                <a:lnTo>
                  <a:pt x="39878" y="140335"/>
                </a:lnTo>
                <a:lnTo>
                  <a:pt x="39823" y="139954"/>
                </a:lnTo>
                <a:close/>
              </a:path>
              <a:path w="42545" h="155575">
                <a:moveTo>
                  <a:pt x="17907" y="140335"/>
                </a:moveTo>
                <a:lnTo>
                  <a:pt x="17494" y="140335"/>
                </a:lnTo>
                <a:lnTo>
                  <a:pt x="17399" y="141858"/>
                </a:lnTo>
                <a:lnTo>
                  <a:pt x="17780" y="143891"/>
                </a:lnTo>
                <a:lnTo>
                  <a:pt x="17930" y="144191"/>
                </a:lnTo>
                <a:lnTo>
                  <a:pt x="17720" y="143001"/>
                </a:lnTo>
                <a:lnTo>
                  <a:pt x="17737" y="141858"/>
                </a:lnTo>
                <a:lnTo>
                  <a:pt x="17907" y="140335"/>
                </a:lnTo>
                <a:close/>
              </a:path>
              <a:path w="42545" h="155575">
                <a:moveTo>
                  <a:pt x="17526" y="139826"/>
                </a:moveTo>
                <a:lnTo>
                  <a:pt x="17494" y="140335"/>
                </a:lnTo>
                <a:lnTo>
                  <a:pt x="17526" y="139826"/>
                </a:lnTo>
                <a:close/>
              </a:path>
              <a:path w="42545" h="155575">
                <a:moveTo>
                  <a:pt x="17645" y="139501"/>
                </a:moveTo>
                <a:lnTo>
                  <a:pt x="17526" y="140335"/>
                </a:lnTo>
                <a:lnTo>
                  <a:pt x="17780" y="140335"/>
                </a:lnTo>
                <a:lnTo>
                  <a:pt x="17645" y="139501"/>
                </a:lnTo>
                <a:close/>
              </a:path>
              <a:path w="42545" h="155575">
                <a:moveTo>
                  <a:pt x="17730" y="139446"/>
                </a:moveTo>
                <a:lnTo>
                  <a:pt x="17780" y="140335"/>
                </a:lnTo>
                <a:lnTo>
                  <a:pt x="17730" y="139446"/>
                </a:lnTo>
                <a:close/>
              </a:path>
              <a:path w="42545" h="155575">
                <a:moveTo>
                  <a:pt x="39377" y="138049"/>
                </a:moveTo>
                <a:lnTo>
                  <a:pt x="17653" y="138049"/>
                </a:lnTo>
                <a:lnTo>
                  <a:pt x="17780" y="140335"/>
                </a:lnTo>
                <a:lnTo>
                  <a:pt x="18034" y="139954"/>
                </a:lnTo>
                <a:lnTo>
                  <a:pt x="39823" y="139954"/>
                </a:lnTo>
                <a:lnTo>
                  <a:pt x="39770" y="139446"/>
                </a:lnTo>
                <a:lnTo>
                  <a:pt x="39377" y="138049"/>
                </a:lnTo>
                <a:close/>
              </a:path>
              <a:path w="42545" h="155575">
                <a:moveTo>
                  <a:pt x="39878" y="139446"/>
                </a:moveTo>
                <a:lnTo>
                  <a:pt x="39878" y="140335"/>
                </a:lnTo>
                <a:lnTo>
                  <a:pt x="40132" y="140335"/>
                </a:lnTo>
                <a:lnTo>
                  <a:pt x="39878" y="139446"/>
                </a:lnTo>
                <a:close/>
              </a:path>
              <a:path w="42545" h="155575">
                <a:moveTo>
                  <a:pt x="39873" y="139150"/>
                </a:moveTo>
                <a:lnTo>
                  <a:pt x="40023" y="139954"/>
                </a:lnTo>
                <a:lnTo>
                  <a:pt x="40132" y="140335"/>
                </a:lnTo>
                <a:lnTo>
                  <a:pt x="40091" y="139826"/>
                </a:lnTo>
                <a:lnTo>
                  <a:pt x="39873" y="139150"/>
                </a:lnTo>
                <a:close/>
              </a:path>
              <a:path w="42545" h="155575">
                <a:moveTo>
                  <a:pt x="39763" y="138100"/>
                </a:moveTo>
                <a:lnTo>
                  <a:pt x="39851" y="138940"/>
                </a:lnTo>
                <a:lnTo>
                  <a:pt x="39968" y="139446"/>
                </a:lnTo>
                <a:lnTo>
                  <a:pt x="40091" y="139826"/>
                </a:lnTo>
                <a:lnTo>
                  <a:pt x="40132" y="140335"/>
                </a:lnTo>
                <a:lnTo>
                  <a:pt x="40857" y="140335"/>
                </a:lnTo>
                <a:lnTo>
                  <a:pt x="39763" y="138100"/>
                </a:lnTo>
                <a:close/>
              </a:path>
              <a:path w="42545" h="155575">
                <a:moveTo>
                  <a:pt x="39770" y="139446"/>
                </a:moveTo>
                <a:lnTo>
                  <a:pt x="39878" y="139826"/>
                </a:lnTo>
                <a:lnTo>
                  <a:pt x="39770" y="139446"/>
                </a:lnTo>
                <a:close/>
              </a:path>
              <a:path w="42545" h="155575">
                <a:moveTo>
                  <a:pt x="38735" y="135762"/>
                </a:moveTo>
                <a:lnTo>
                  <a:pt x="39878" y="139826"/>
                </a:lnTo>
                <a:lnTo>
                  <a:pt x="39793" y="139150"/>
                </a:lnTo>
                <a:lnTo>
                  <a:pt x="38989" y="136398"/>
                </a:lnTo>
                <a:lnTo>
                  <a:pt x="38735" y="135762"/>
                </a:lnTo>
                <a:close/>
              </a:path>
              <a:path w="42545" h="155575">
                <a:moveTo>
                  <a:pt x="17652" y="139446"/>
                </a:moveTo>
                <a:close/>
              </a:path>
              <a:path w="42545" h="155575">
                <a:moveTo>
                  <a:pt x="17653" y="138049"/>
                </a:moveTo>
                <a:lnTo>
                  <a:pt x="17635" y="139446"/>
                </a:lnTo>
                <a:lnTo>
                  <a:pt x="17653" y="138049"/>
                </a:lnTo>
                <a:close/>
              </a:path>
              <a:path w="42545" h="155575">
                <a:moveTo>
                  <a:pt x="39152" y="136905"/>
                </a:moveTo>
                <a:lnTo>
                  <a:pt x="39878" y="139446"/>
                </a:lnTo>
                <a:lnTo>
                  <a:pt x="39806" y="138940"/>
                </a:lnTo>
                <a:lnTo>
                  <a:pt x="39152" y="136905"/>
                </a:lnTo>
                <a:close/>
              </a:path>
              <a:path w="42545" h="155575">
                <a:moveTo>
                  <a:pt x="39116" y="136779"/>
                </a:moveTo>
                <a:lnTo>
                  <a:pt x="39873" y="139150"/>
                </a:lnTo>
                <a:lnTo>
                  <a:pt x="39763" y="138100"/>
                </a:lnTo>
                <a:lnTo>
                  <a:pt x="39116" y="136779"/>
                </a:lnTo>
                <a:close/>
              </a:path>
              <a:path w="42545" h="155575">
                <a:moveTo>
                  <a:pt x="32244" y="88773"/>
                </a:moveTo>
                <a:lnTo>
                  <a:pt x="9779" y="88773"/>
                </a:lnTo>
                <a:lnTo>
                  <a:pt x="14097" y="117475"/>
                </a:lnTo>
                <a:lnTo>
                  <a:pt x="17553" y="138940"/>
                </a:lnTo>
                <a:lnTo>
                  <a:pt x="17653" y="138049"/>
                </a:lnTo>
                <a:lnTo>
                  <a:pt x="39377" y="138049"/>
                </a:lnTo>
                <a:lnTo>
                  <a:pt x="38735" y="135762"/>
                </a:lnTo>
                <a:lnTo>
                  <a:pt x="39464" y="135762"/>
                </a:lnTo>
                <a:lnTo>
                  <a:pt x="36087" y="114300"/>
                </a:lnTo>
                <a:lnTo>
                  <a:pt x="32244" y="88773"/>
                </a:lnTo>
                <a:close/>
              </a:path>
              <a:path w="42545" h="155575">
                <a:moveTo>
                  <a:pt x="39624" y="136779"/>
                </a:moveTo>
                <a:lnTo>
                  <a:pt x="39116" y="136779"/>
                </a:lnTo>
                <a:lnTo>
                  <a:pt x="39763" y="138100"/>
                </a:lnTo>
                <a:lnTo>
                  <a:pt x="39624" y="136779"/>
                </a:lnTo>
                <a:close/>
              </a:path>
              <a:path w="42545" h="155575">
                <a:moveTo>
                  <a:pt x="39464" y="135762"/>
                </a:moveTo>
                <a:lnTo>
                  <a:pt x="38735" y="135762"/>
                </a:lnTo>
                <a:lnTo>
                  <a:pt x="38989" y="136398"/>
                </a:lnTo>
                <a:lnTo>
                  <a:pt x="39152" y="136905"/>
                </a:lnTo>
                <a:lnTo>
                  <a:pt x="39624" y="136779"/>
                </a:lnTo>
                <a:lnTo>
                  <a:pt x="39464" y="135762"/>
                </a:lnTo>
                <a:close/>
              </a:path>
              <a:path w="42545" h="155575">
                <a:moveTo>
                  <a:pt x="36068" y="114173"/>
                </a:moveTo>
                <a:close/>
              </a:path>
              <a:path w="42545" h="155575">
                <a:moveTo>
                  <a:pt x="6096" y="0"/>
                </a:moveTo>
                <a:lnTo>
                  <a:pt x="1143" y="4063"/>
                </a:lnTo>
                <a:lnTo>
                  <a:pt x="635" y="9779"/>
                </a:lnTo>
                <a:lnTo>
                  <a:pt x="39" y="15493"/>
                </a:lnTo>
                <a:lnTo>
                  <a:pt x="0" y="18161"/>
                </a:lnTo>
                <a:lnTo>
                  <a:pt x="3048" y="44450"/>
                </a:lnTo>
                <a:lnTo>
                  <a:pt x="3048" y="44704"/>
                </a:lnTo>
                <a:lnTo>
                  <a:pt x="7239" y="73532"/>
                </a:lnTo>
                <a:lnTo>
                  <a:pt x="7239" y="73787"/>
                </a:lnTo>
                <a:lnTo>
                  <a:pt x="9779" y="88900"/>
                </a:lnTo>
                <a:lnTo>
                  <a:pt x="32244" y="88773"/>
                </a:lnTo>
                <a:lnTo>
                  <a:pt x="31750" y="85470"/>
                </a:lnTo>
                <a:lnTo>
                  <a:pt x="31750" y="85217"/>
                </a:lnTo>
                <a:lnTo>
                  <a:pt x="29231" y="70231"/>
                </a:lnTo>
                <a:lnTo>
                  <a:pt x="24911" y="41656"/>
                </a:lnTo>
                <a:lnTo>
                  <a:pt x="21543" y="17018"/>
                </a:lnTo>
                <a:lnTo>
                  <a:pt x="21336" y="15493"/>
                </a:lnTo>
                <a:lnTo>
                  <a:pt x="21496" y="15493"/>
                </a:lnTo>
                <a:lnTo>
                  <a:pt x="21717" y="5333"/>
                </a:lnTo>
                <a:lnTo>
                  <a:pt x="17272" y="635"/>
                </a:lnTo>
                <a:lnTo>
                  <a:pt x="11684" y="254"/>
                </a:lnTo>
                <a:lnTo>
                  <a:pt x="6096" y="0"/>
                </a:lnTo>
                <a:close/>
              </a:path>
              <a:path w="42545" h="155575">
                <a:moveTo>
                  <a:pt x="29210" y="70104"/>
                </a:moveTo>
                <a:close/>
              </a:path>
              <a:path w="42545" h="155575">
                <a:moveTo>
                  <a:pt x="24892" y="41529"/>
                </a:moveTo>
                <a:close/>
              </a:path>
              <a:path w="42545" h="155575">
                <a:moveTo>
                  <a:pt x="21336" y="15493"/>
                </a:moveTo>
                <a:lnTo>
                  <a:pt x="21463" y="17018"/>
                </a:lnTo>
                <a:lnTo>
                  <a:pt x="21387" y="15875"/>
                </a:lnTo>
                <a:lnTo>
                  <a:pt x="21336" y="15493"/>
                </a:lnTo>
                <a:close/>
              </a:path>
              <a:path w="42545" h="155575">
                <a:moveTo>
                  <a:pt x="21474" y="16509"/>
                </a:moveTo>
                <a:lnTo>
                  <a:pt x="21463" y="17018"/>
                </a:lnTo>
                <a:lnTo>
                  <a:pt x="21474" y="16509"/>
                </a:lnTo>
                <a:close/>
              </a:path>
              <a:path w="42545" h="155575">
                <a:moveTo>
                  <a:pt x="21496" y="15493"/>
                </a:moveTo>
                <a:lnTo>
                  <a:pt x="21336" y="15493"/>
                </a:lnTo>
                <a:lnTo>
                  <a:pt x="21474" y="16509"/>
                </a:lnTo>
                <a:lnTo>
                  <a:pt x="21496" y="15493"/>
                </a:lnTo>
                <a:close/>
              </a:path>
            </a:pathLst>
          </a:custGeom>
          <a:solidFill>
            <a:srgbClr val="0096FF"/>
          </a:solidFill>
        </p:spPr>
        <p:txBody>
          <a:bodyPr wrap="square" lIns="0" tIns="0" rIns="0" bIns="0" rtlCol="0"/>
          <a:lstStyle/>
          <a:p>
            <a:endParaRPr sz="2400"/>
          </a:p>
        </p:txBody>
      </p:sp>
      <p:pic>
        <p:nvPicPr>
          <p:cNvPr id="61" name="object 61"/>
          <p:cNvPicPr/>
          <p:nvPr/>
        </p:nvPicPr>
        <p:blipFill>
          <a:blip r:embed="rId10" cstate="print"/>
          <a:stretch>
            <a:fillRect/>
          </a:stretch>
        </p:blipFill>
        <p:spPr>
          <a:xfrm>
            <a:off x="4727989" y="3278838"/>
            <a:ext cx="1061527" cy="384701"/>
          </a:xfrm>
          <a:prstGeom prst="rect">
            <a:avLst/>
          </a:prstGeom>
        </p:spPr>
      </p:pic>
      <p:sp>
        <p:nvSpPr>
          <p:cNvPr id="63" name="object 63"/>
          <p:cNvSpPr/>
          <p:nvPr/>
        </p:nvSpPr>
        <p:spPr>
          <a:xfrm>
            <a:off x="2438402" y="1587501"/>
            <a:ext cx="2490047" cy="2032846"/>
          </a:xfrm>
          <a:custGeom>
            <a:avLst/>
            <a:gdLst/>
            <a:ahLst/>
            <a:cxnLst/>
            <a:rect l="l" t="t" r="r" b="b"/>
            <a:pathLst>
              <a:path w="1867535" h="1524635">
                <a:moveTo>
                  <a:pt x="0" y="1362075"/>
                </a:moveTo>
                <a:lnTo>
                  <a:pt x="162051" y="1524127"/>
                </a:lnTo>
              </a:path>
              <a:path w="1867535" h="1524635">
                <a:moveTo>
                  <a:pt x="162051" y="1362075"/>
                </a:moveTo>
                <a:lnTo>
                  <a:pt x="0" y="1524127"/>
                </a:lnTo>
              </a:path>
              <a:path w="1867535" h="1524635">
                <a:moveTo>
                  <a:pt x="866775" y="685800"/>
                </a:moveTo>
                <a:lnTo>
                  <a:pt x="1028826" y="847851"/>
                </a:lnTo>
              </a:path>
              <a:path w="1867535" h="1524635">
                <a:moveTo>
                  <a:pt x="1028826" y="685800"/>
                </a:moveTo>
                <a:lnTo>
                  <a:pt x="866775" y="847851"/>
                </a:lnTo>
              </a:path>
              <a:path w="1867535" h="1524635">
                <a:moveTo>
                  <a:pt x="1704975" y="0"/>
                </a:moveTo>
                <a:lnTo>
                  <a:pt x="1867027" y="162051"/>
                </a:lnTo>
              </a:path>
              <a:path w="1867535" h="1524635">
                <a:moveTo>
                  <a:pt x="1867027" y="0"/>
                </a:moveTo>
                <a:lnTo>
                  <a:pt x="1704975" y="162051"/>
                </a:lnTo>
              </a:path>
            </a:pathLst>
          </a:custGeom>
          <a:ln w="38100">
            <a:solidFill>
              <a:srgbClr val="FF2600"/>
            </a:solidFill>
          </a:ln>
        </p:spPr>
        <p:txBody>
          <a:bodyPr wrap="square" lIns="0" tIns="0" rIns="0" bIns="0" rtlCol="0"/>
          <a:lstStyle/>
          <a:p>
            <a:endParaRPr sz="2400"/>
          </a:p>
        </p:txBody>
      </p:sp>
      <p:pic>
        <p:nvPicPr>
          <p:cNvPr id="67" name="object 67"/>
          <p:cNvPicPr/>
          <p:nvPr/>
        </p:nvPicPr>
        <p:blipFill>
          <a:blip r:embed="rId11" cstate="print"/>
          <a:stretch>
            <a:fillRect/>
          </a:stretch>
        </p:blipFill>
        <p:spPr>
          <a:xfrm>
            <a:off x="210468" y="4737101"/>
            <a:ext cx="677908" cy="610445"/>
          </a:xfrm>
          <a:prstGeom prst="rect">
            <a:avLst/>
          </a:prstGeom>
        </p:spPr>
      </p:pic>
      <p:sp>
        <p:nvSpPr>
          <p:cNvPr id="75" name="Slide Number Placeholder 74">
            <a:extLst>
              <a:ext uri="{FF2B5EF4-FFF2-40B4-BE49-F238E27FC236}">
                <a16:creationId xmlns:a16="http://schemas.microsoft.com/office/drawing/2014/main" id="{B42F13ED-AB6D-D6E2-708F-DED0928DA399}"/>
              </a:ext>
            </a:extLst>
          </p:cNvPr>
          <p:cNvSpPr>
            <a:spLocks noGrp="1"/>
          </p:cNvSpPr>
          <p:nvPr>
            <p:ph type="sldNum" sz="quarter" idx="12"/>
          </p:nvPr>
        </p:nvSpPr>
        <p:spPr/>
        <p:txBody>
          <a:bodyPr/>
          <a:lstStyle/>
          <a:p>
            <a:fld id="{233E71FE-A542-4040-BA29-68F56A442EAC}" type="slidenum">
              <a:rPr lang="en-PS" smtClean="0"/>
              <a:t>17</a:t>
            </a:fld>
            <a:endParaRPr lang="en-P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4"/>
          <p:cNvGrpSpPr/>
          <p:nvPr/>
        </p:nvGrpSpPr>
        <p:grpSpPr>
          <a:xfrm>
            <a:off x="1149351" y="1301834"/>
            <a:ext cx="4186766" cy="3296920"/>
            <a:chOff x="862012" y="976375"/>
            <a:chExt cx="3140075" cy="2472690"/>
          </a:xfrm>
        </p:grpSpPr>
        <p:sp>
          <p:nvSpPr>
            <p:cNvPr id="8" name="object 8"/>
            <p:cNvSpPr/>
            <p:nvPr/>
          </p:nvSpPr>
          <p:spPr>
            <a:xfrm>
              <a:off x="862012" y="976375"/>
              <a:ext cx="3140075" cy="2472690"/>
            </a:xfrm>
            <a:custGeom>
              <a:avLst/>
              <a:gdLst/>
              <a:ahLst/>
              <a:cxnLst/>
              <a:rect l="l" t="t" r="r" b="b"/>
              <a:pathLst>
                <a:path w="3140075" h="2472690">
                  <a:moveTo>
                    <a:pt x="0" y="2472309"/>
                  </a:moveTo>
                  <a:lnTo>
                    <a:pt x="3139757" y="0"/>
                  </a:lnTo>
                </a:path>
              </a:pathLst>
            </a:custGeom>
            <a:ln w="44450">
              <a:solidFill>
                <a:srgbClr val="FF40FF"/>
              </a:solidFill>
            </a:ln>
          </p:spPr>
          <p:txBody>
            <a:bodyPr wrap="square" lIns="0" tIns="0" rIns="0" bIns="0" rtlCol="0"/>
            <a:lstStyle/>
            <a:p>
              <a:endParaRPr sz="2400"/>
            </a:p>
          </p:txBody>
        </p:sp>
        <p:sp>
          <p:nvSpPr>
            <p:cNvPr id="9" name="object 9"/>
            <p:cNvSpPr/>
            <p:nvPr/>
          </p:nvSpPr>
          <p:spPr>
            <a:xfrm>
              <a:off x="1038225" y="1285874"/>
              <a:ext cx="2590800" cy="2009775"/>
            </a:xfrm>
            <a:custGeom>
              <a:avLst/>
              <a:gdLst/>
              <a:ahLst/>
              <a:cxnLst/>
              <a:rect l="l" t="t" r="r" b="b"/>
              <a:pathLst>
                <a:path w="2590800" h="2009775">
                  <a:moveTo>
                    <a:pt x="85725" y="1933575"/>
                  </a:moveTo>
                  <a:lnTo>
                    <a:pt x="85725" y="0"/>
                  </a:lnTo>
                </a:path>
                <a:path w="2590800" h="2009775">
                  <a:moveTo>
                    <a:pt x="0" y="1933575"/>
                  </a:moveTo>
                  <a:lnTo>
                    <a:pt x="161925" y="1933575"/>
                  </a:lnTo>
                </a:path>
                <a:path w="2590800" h="2009775">
                  <a:moveTo>
                    <a:pt x="0" y="1285875"/>
                  </a:moveTo>
                  <a:lnTo>
                    <a:pt x="161925" y="1285875"/>
                  </a:lnTo>
                </a:path>
                <a:path w="2590800" h="2009775">
                  <a:moveTo>
                    <a:pt x="0" y="638175"/>
                  </a:moveTo>
                  <a:lnTo>
                    <a:pt x="161925" y="638175"/>
                  </a:lnTo>
                </a:path>
                <a:path w="2590800" h="2009775">
                  <a:moveTo>
                    <a:pt x="0" y="0"/>
                  </a:moveTo>
                  <a:lnTo>
                    <a:pt x="161925" y="0"/>
                  </a:lnTo>
                </a:path>
                <a:path w="2590800" h="2009775">
                  <a:moveTo>
                    <a:pt x="85725" y="1933575"/>
                  </a:moveTo>
                  <a:lnTo>
                    <a:pt x="2590800" y="1933575"/>
                  </a:lnTo>
                </a:path>
                <a:path w="2590800" h="2009775">
                  <a:moveTo>
                    <a:pt x="85725" y="1847850"/>
                  </a:moveTo>
                  <a:lnTo>
                    <a:pt x="85725" y="2009775"/>
                  </a:lnTo>
                </a:path>
                <a:path w="2590800" h="2009775">
                  <a:moveTo>
                    <a:pt x="914400" y="1847850"/>
                  </a:moveTo>
                  <a:lnTo>
                    <a:pt x="914400" y="2009775"/>
                  </a:lnTo>
                </a:path>
                <a:path w="2590800" h="2009775">
                  <a:moveTo>
                    <a:pt x="1752600" y="1847850"/>
                  </a:moveTo>
                  <a:lnTo>
                    <a:pt x="1752600" y="2009775"/>
                  </a:lnTo>
                </a:path>
                <a:path w="2590800" h="2009775">
                  <a:moveTo>
                    <a:pt x="2590800" y="1847850"/>
                  </a:moveTo>
                  <a:lnTo>
                    <a:pt x="2590800" y="2009775"/>
                  </a:lnTo>
                </a:path>
              </a:pathLst>
            </a:custGeom>
            <a:ln w="38100">
              <a:solidFill>
                <a:srgbClr val="000000"/>
              </a:solidFill>
            </a:ln>
          </p:spPr>
          <p:txBody>
            <a:bodyPr wrap="square" lIns="0" tIns="0" rIns="0" bIns="0" rtlCol="0"/>
            <a:lstStyle/>
            <a:p>
              <a:endParaRPr sz="2400"/>
            </a:p>
          </p:txBody>
        </p:sp>
      </p:grpSp>
      <p:sp>
        <p:nvSpPr>
          <p:cNvPr id="10" name="object 10"/>
          <p:cNvSpPr txBox="1"/>
          <p:nvPr/>
        </p:nvSpPr>
        <p:spPr>
          <a:xfrm>
            <a:off x="984251" y="1459740"/>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3</a:t>
            </a:r>
            <a:endParaRPr sz="2667">
              <a:latin typeface="Cambria Math"/>
              <a:cs typeface="Cambria Math"/>
            </a:endParaRPr>
          </a:p>
        </p:txBody>
      </p:sp>
      <p:sp>
        <p:nvSpPr>
          <p:cNvPr id="11" name="object 11"/>
          <p:cNvSpPr txBox="1"/>
          <p:nvPr/>
        </p:nvSpPr>
        <p:spPr>
          <a:xfrm>
            <a:off x="2499869"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12" name="object 12"/>
          <p:cNvSpPr txBox="1"/>
          <p:nvPr/>
        </p:nvSpPr>
        <p:spPr>
          <a:xfrm>
            <a:off x="3615269"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13" name="object 13"/>
          <p:cNvSpPr txBox="1"/>
          <p:nvPr/>
        </p:nvSpPr>
        <p:spPr>
          <a:xfrm>
            <a:off x="4730837"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3</a:t>
            </a:r>
            <a:endParaRPr sz="2667">
              <a:latin typeface="Cambria Math"/>
              <a:cs typeface="Cambria Math"/>
            </a:endParaRPr>
          </a:p>
        </p:txBody>
      </p:sp>
      <p:sp>
        <p:nvSpPr>
          <p:cNvPr id="14" name="object 14"/>
          <p:cNvSpPr/>
          <p:nvPr/>
        </p:nvSpPr>
        <p:spPr>
          <a:xfrm>
            <a:off x="7315201" y="1701803"/>
            <a:ext cx="3810000" cy="2679700"/>
          </a:xfrm>
          <a:custGeom>
            <a:avLst/>
            <a:gdLst/>
            <a:ahLst/>
            <a:cxnLst/>
            <a:rect l="l" t="t" r="r" b="b"/>
            <a:pathLst>
              <a:path w="2857500" h="2009775">
                <a:moveTo>
                  <a:pt x="476250" y="1933575"/>
                </a:moveTo>
                <a:lnTo>
                  <a:pt x="476250" y="0"/>
                </a:lnTo>
              </a:path>
              <a:path w="2857500" h="2009775">
                <a:moveTo>
                  <a:pt x="400050" y="1933575"/>
                </a:moveTo>
                <a:lnTo>
                  <a:pt x="561975" y="1933575"/>
                </a:lnTo>
              </a:path>
              <a:path w="2857500" h="2009775">
                <a:moveTo>
                  <a:pt x="400050" y="1285875"/>
                </a:moveTo>
                <a:lnTo>
                  <a:pt x="561975" y="1285875"/>
                </a:lnTo>
              </a:path>
              <a:path w="2857500" h="2009775">
                <a:moveTo>
                  <a:pt x="400050" y="647700"/>
                </a:moveTo>
                <a:lnTo>
                  <a:pt x="561975" y="647700"/>
                </a:lnTo>
              </a:path>
              <a:path w="2857500" h="2009775">
                <a:moveTo>
                  <a:pt x="400050" y="0"/>
                </a:moveTo>
                <a:lnTo>
                  <a:pt x="561975" y="0"/>
                </a:lnTo>
              </a:path>
              <a:path w="2857500" h="2009775">
                <a:moveTo>
                  <a:pt x="0" y="1933575"/>
                </a:moveTo>
                <a:lnTo>
                  <a:pt x="2857500" y="1933575"/>
                </a:lnTo>
              </a:path>
              <a:path w="2857500" h="2009775">
                <a:moveTo>
                  <a:pt x="0" y="1847850"/>
                </a:moveTo>
                <a:lnTo>
                  <a:pt x="0" y="2009775"/>
                </a:lnTo>
              </a:path>
              <a:path w="2857500" h="2009775">
                <a:moveTo>
                  <a:pt x="476250" y="1847850"/>
                </a:moveTo>
                <a:lnTo>
                  <a:pt x="476250" y="2009775"/>
                </a:lnTo>
              </a:path>
              <a:path w="2857500" h="2009775">
                <a:moveTo>
                  <a:pt x="952500" y="1847850"/>
                </a:moveTo>
                <a:lnTo>
                  <a:pt x="952500" y="2009775"/>
                </a:lnTo>
              </a:path>
              <a:path w="2857500" h="2009775">
                <a:moveTo>
                  <a:pt x="1428750" y="1847850"/>
                </a:moveTo>
                <a:lnTo>
                  <a:pt x="1428750" y="2009775"/>
                </a:lnTo>
              </a:path>
              <a:path w="2857500" h="2009775">
                <a:moveTo>
                  <a:pt x="1905000" y="1847850"/>
                </a:moveTo>
                <a:lnTo>
                  <a:pt x="1905000" y="2009775"/>
                </a:lnTo>
              </a:path>
              <a:path w="2857500" h="2009775">
                <a:moveTo>
                  <a:pt x="2381250" y="1847850"/>
                </a:moveTo>
                <a:lnTo>
                  <a:pt x="2381250" y="2009775"/>
                </a:lnTo>
              </a:path>
              <a:path w="2857500" h="2009775">
                <a:moveTo>
                  <a:pt x="2857500" y="1847850"/>
                </a:moveTo>
                <a:lnTo>
                  <a:pt x="2857500" y="2009775"/>
                </a:lnTo>
              </a:path>
            </a:pathLst>
          </a:custGeom>
          <a:ln w="38100">
            <a:solidFill>
              <a:srgbClr val="000000"/>
            </a:solidFill>
          </a:ln>
        </p:spPr>
        <p:txBody>
          <a:bodyPr wrap="square" lIns="0" tIns="0" rIns="0" bIns="0" rtlCol="0"/>
          <a:lstStyle/>
          <a:p>
            <a:endParaRPr sz="2400"/>
          </a:p>
        </p:txBody>
      </p:sp>
      <p:sp>
        <p:nvSpPr>
          <p:cNvPr id="15" name="object 15"/>
          <p:cNvSpPr txBox="1"/>
          <p:nvPr/>
        </p:nvSpPr>
        <p:spPr>
          <a:xfrm>
            <a:off x="7450330" y="4030049"/>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16" name="object 16"/>
          <p:cNvSpPr txBox="1"/>
          <p:nvPr/>
        </p:nvSpPr>
        <p:spPr>
          <a:xfrm>
            <a:off x="7450330" y="2309285"/>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17" name="object 17"/>
          <p:cNvSpPr txBox="1"/>
          <p:nvPr/>
        </p:nvSpPr>
        <p:spPr>
          <a:xfrm>
            <a:off x="7450330" y="144830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18" name="object 18"/>
          <p:cNvSpPr txBox="1"/>
          <p:nvPr/>
        </p:nvSpPr>
        <p:spPr>
          <a:xfrm>
            <a:off x="7864687" y="2"/>
            <a:ext cx="3027680" cy="1619312"/>
          </a:xfrm>
          <a:prstGeom prst="rect">
            <a:avLst/>
          </a:prstGeom>
        </p:spPr>
        <p:txBody>
          <a:bodyPr vert="horz" wrap="square" lIns="0" tIns="257387" rIns="0" bIns="0" rtlCol="0">
            <a:spAutoFit/>
          </a:bodyPr>
          <a:lstStyle/>
          <a:p>
            <a:pPr marL="905889">
              <a:spcBef>
                <a:spcPts val="2027"/>
              </a:spcBef>
            </a:pPr>
            <a:r>
              <a:rPr sz="2667" spc="27" dirty="0">
                <a:solidFill>
                  <a:srgbClr val="AB7942"/>
                </a:solidFill>
                <a:latin typeface="Cambria Math"/>
                <a:cs typeface="Cambria Math"/>
              </a:rPr>
              <a:t>𝐽(𝑤)</a:t>
            </a:r>
            <a:endParaRPr sz="2667">
              <a:latin typeface="Cambria Math"/>
              <a:cs typeface="Cambria Math"/>
            </a:endParaRPr>
          </a:p>
          <a:p>
            <a:pPr marL="16933">
              <a:lnSpc>
                <a:spcPts val="2727"/>
              </a:lnSpc>
              <a:spcBef>
                <a:spcPts val="1668"/>
              </a:spcBef>
            </a:pPr>
            <a:r>
              <a:rPr sz="2400" spc="-20" dirty="0">
                <a:latin typeface="Verdana"/>
                <a:cs typeface="Verdana"/>
              </a:rPr>
              <a:t>(function</a:t>
            </a:r>
            <a:r>
              <a:rPr sz="2400" dirty="0">
                <a:latin typeface="Verdana"/>
                <a:cs typeface="Verdana"/>
              </a:rPr>
              <a:t> </a:t>
            </a:r>
            <a:r>
              <a:rPr sz="2400" spc="15" dirty="0">
                <a:latin typeface="Verdana"/>
                <a:cs typeface="Verdana"/>
              </a:rPr>
              <a:t>of</a:t>
            </a:r>
            <a:r>
              <a:rPr sz="2400" spc="20" dirty="0">
                <a:latin typeface="Verdana"/>
                <a:cs typeface="Verdana"/>
              </a:rPr>
              <a:t> </a:t>
            </a:r>
            <a:r>
              <a:rPr sz="2400" spc="15" dirty="0">
                <a:latin typeface="Cambria Math"/>
                <a:cs typeface="Cambria Math"/>
              </a:rPr>
              <a:t>𝑤</a:t>
            </a:r>
            <a:r>
              <a:rPr sz="2400" spc="15" dirty="0">
                <a:latin typeface="Verdana"/>
                <a:cs typeface="Verdana"/>
              </a:rPr>
              <a:t>)</a:t>
            </a:r>
            <a:endParaRPr sz="2400">
              <a:latin typeface="Verdana"/>
              <a:cs typeface="Verdana"/>
            </a:endParaRPr>
          </a:p>
          <a:p>
            <a:pPr marL="1210674">
              <a:lnSpc>
                <a:spcPts val="3047"/>
              </a:lnSpc>
            </a:pPr>
            <a:r>
              <a:rPr sz="2667" spc="33" dirty="0">
                <a:solidFill>
                  <a:srgbClr val="4285F4"/>
                </a:solidFill>
                <a:latin typeface="Verdana"/>
                <a:cs typeface="Verdana"/>
              </a:rPr>
              <a:t>p</a:t>
            </a:r>
            <a:r>
              <a:rPr sz="2667" spc="-7" dirty="0">
                <a:solidFill>
                  <a:srgbClr val="4285F4"/>
                </a:solidFill>
                <a:latin typeface="Verdana"/>
                <a:cs typeface="Verdana"/>
              </a:rPr>
              <a:t>a</a:t>
            </a:r>
            <a:r>
              <a:rPr sz="2667" spc="60" dirty="0">
                <a:solidFill>
                  <a:srgbClr val="4285F4"/>
                </a:solidFill>
                <a:latin typeface="Verdana"/>
                <a:cs typeface="Verdana"/>
              </a:rPr>
              <a:t>r</a:t>
            </a:r>
            <a:r>
              <a:rPr sz="2667" spc="-7" dirty="0">
                <a:solidFill>
                  <a:srgbClr val="4285F4"/>
                </a:solidFill>
                <a:latin typeface="Verdana"/>
                <a:cs typeface="Verdana"/>
              </a:rPr>
              <a:t>a</a:t>
            </a:r>
            <a:r>
              <a:rPr sz="2667" dirty="0">
                <a:solidFill>
                  <a:srgbClr val="4285F4"/>
                </a:solidFill>
                <a:latin typeface="Verdana"/>
                <a:cs typeface="Verdana"/>
              </a:rPr>
              <a:t>m</a:t>
            </a:r>
            <a:r>
              <a:rPr sz="2667" spc="7" dirty="0">
                <a:solidFill>
                  <a:srgbClr val="4285F4"/>
                </a:solidFill>
                <a:latin typeface="Verdana"/>
                <a:cs typeface="Verdana"/>
              </a:rPr>
              <a:t>e</a:t>
            </a:r>
            <a:r>
              <a:rPr sz="2667" spc="47" dirty="0">
                <a:solidFill>
                  <a:srgbClr val="4285F4"/>
                </a:solidFill>
                <a:latin typeface="Verdana"/>
                <a:cs typeface="Verdana"/>
              </a:rPr>
              <a:t>t</a:t>
            </a:r>
            <a:r>
              <a:rPr sz="2667" spc="7" dirty="0">
                <a:solidFill>
                  <a:srgbClr val="4285F4"/>
                </a:solidFill>
                <a:latin typeface="Verdana"/>
                <a:cs typeface="Verdana"/>
              </a:rPr>
              <a:t>e</a:t>
            </a:r>
            <a:r>
              <a:rPr sz="2667" spc="15" dirty="0">
                <a:solidFill>
                  <a:srgbClr val="4285F4"/>
                </a:solidFill>
                <a:latin typeface="Verdana"/>
                <a:cs typeface="Verdana"/>
              </a:rPr>
              <a:t>r</a:t>
            </a:r>
            <a:endParaRPr sz="2667">
              <a:latin typeface="Verdana"/>
              <a:cs typeface="Verdana"/>
            </a:endParaRPr>
          </a:p>
        </p:txBody>
      </p:sp>
      <p:sp>
        <p:nvSpPr>
          <p:cNvPr id="19" name="object 19"/>
          <p:cNvSpPr/>
          <p:nvPr/>
        </p:nvSpPr>
        <p:spPr>
          <a:xfrm>
            <a:off x="6102434" y="285835"/>
            <a:ext cx="11855" cy="4492415"/>
          </a:xfrm>
          <a:custGeom>
            <a:avLst/>
            <a:gdLst/>
            <a:ahLst/>
            <a:cxnLst/>
            <a:rect l="l" t="t" r="r" b="b"/>
            <a:pathLst>
              <a:path w="8889" h="3369310">
                <a:moveTo>
                  <a:pt x="8762" y="0"/>
                </a:moveTo>
                <a:lnTo>
                  <a:pt x="0" y="3368929"/>
                </a:lnTo>
              </a:path>
            </a:pathLst>
          </a:custGeom>
          <a:ln w="25400">
            <a:solidFill>
              <a:srgbClr val="7F7F7F"/>
            </a:solidFill>
          </a:ln>
        </p:spPr>
        <p:txBody>
          <a:bodyPr wrap="square" lIns="0" tIns="0" rIns="0" bIns="0" rtlCol="0"/>
          <a:lstStyle/>
          <a:p>
            <a:endParaRPr sz="2400"/>
          </a:p>
        </p:txBody>
      </p:sp>
      <p:sp>
        <p:nvSpPr>
          <p:cNvPr id="20" name="object 20"/>
          <p:cNvSpPr txBox="1"/>
          <p:nvPr/>
        </p:nvSpPr>
        <p:spPr>
          <a:xfrm>
            <a:off x="589279" y="2319361"/>
            <a:ext cx="619760" cy="2176859"/>
          </a:xfrm>
          <a:prstGeom prst="rect">
            <a:avLst/>
          </a:prstGeom>
        </p:spPr>
        <p:txBody>
          <a:bodyPr vert="horz" wrap="square" lIns="0" tIns="22015" rIns="0" bIns="0" rtlCol="0">
            <a:spAutoFit/>
          </a:bodyPr>
          <a:lstStyle/>
          <a:p>
            <a:pPr marL="411460">
              <a:lnSpc>
                <a:spcPts val="3120"/>
              </a:lnSpc>
              <a:spcBef>
                <a:spcPts val="175"/>
              </a:spcBef>
            </a:pPr>
            <a:r>
              <a:rPr sz="2667" spc="20" dirty="0">
                <a:latin typeface="Cambria Math"/>
                <a:cs typeface="Cambria Math"/>
              </a:rPr>
              <a:t>2</a:t>
            </a:r>
            <a:endParaRPr sz="2667" dirty="0">
              <a:latin typeface="Cambria Math"/>
              <a:cs typeface="Cambria Math"/>
            </a:endParaRPr>
          </a:p>
          <a:p>
            <a:pPr marL="16933">
              <a:lnSpc>
                <a:spcPts val="3707"/>
              </a:lnSpc>
            </a:pPr>
            <a:r>
              <a:rPr sz="3200" dirty="0">
                <a:latin typeface="Cambria Math"/>
                <a:cs typeface="Cambria Math"/>
              </a:rPr>
              <a:t>y</a:t>
            </a:r>
          </a:p>
          <a:p>
            <a:pPr marL="411460">
              <a:lnSpc>
                <a:spcPts val="3147"/>
              </a:lnSpc>
            </a:pPr>
            <a:r>
              <a:rPr sz="2667" spc="20" dirty="0">
                <a:latin typeface="Cambria Math"/>
                <a:cs typeface="Cambria Math"/>
              </a:rPr>
              <a:t>1</a:t>
            </a:r>
            <a:endParaRPr sz="2667" dirty="0">
              <a:latin typeface="Cambria Math"/>
              <a:cs typeface="Cambria Math"/>
            </a:endParaRPr>
          </a:p>
          <a:p>
            <a:pPr>
              <a:spcBef>
                <a:spcPts val="53"/>
              </a:spcBef>
            </a:pPr>
            <a:endParaRPr sz="3001" dirty="0">
              <a:latin typeface="Cambria Math"/>
              <a:cs typeface="Cambria Math"/>
            </a:endParaRPr>
          </a:p>
          <a:p>
            <a:pPr marL="411460"/>
            <a:r>
              <a:rPr sz="2667" spc="20" dirty="0">
                <a:latin typeface="Cambria Math"/>
                <a:cs typeface="Cambria Math"/>
              </a:rPr>
              <a:t>0</a:t>
            </a:r>
            <a:endParaRPr sz="2667" dirty="0">
              <a:latin typeface="Cambria Math"/>
              <a:cs typeface="Cambria Math"/>
            </a:endParaRPr>
          </a:p>
        </p:txBody>
      </p:sp>
      <p:sp>
        <p:nvSpPr>
          <p:cNvPr id="21" name="object 21"/>
          <p:cNvSpPr txBox="1"/>
          <p:nvPr/>
        </p:nvSpPr>
        <p:spPr>
          <a:xfrm>
            <a:off x="5072888" y="1474131"/>
            <a:ext cx="436880" cy="431807"/>
          </a:xfrm>
          <a:prstGeom prst="rect">
            <a:avLst/>
          </a:prstGeom>
        </p:spPr>
        <p:txBody>
          <a:bodyPr vert="horz" wrap="square" lIns="0" tIns="21167" rIns="0" bIns="0" rtlCol="0">
            <a:spAutoFit/>
          </a:bodyPr>
          <a:lstStyle/>
          <a:p>
            <a:pPr marL="50797">
              <a:spcBef>
                <a:spcPts val="167"/>
              </a:spcBef>
            </a:pPr>
            <a:r>
              <a:rPr sz="2667" spc="140" dirty="0">
                <a:latin typeface="Cambria Math"/>
                <a:cs typeface="Cambria Math"/>
              </a:rPr>
              <a:t>ƒ</a:t>
            </a:r>
            <a:r>
              <a:rPr sz="3001" spc="209" baseline="-16666" dirty="0">
                <a:latin typeface="Cambria Math"/>
                <a:cs typeface="Cambria Math"/>
              </a:rPr>
              <a:t>w</a:t>
            </a:r>
            <a:endParaRPr sz="3001" baseline="-16666">
              <a:latin typeface="Cambria Math"/>
              <a:cs typeface="Cambria Math"/>
            </a:endParaRPr>
          </a:p>
        </p:txBody>
      </p:sp>
      <p:sp>
        <p:nvSpPr>
          <p:cNvPr id="24" name="object 24"/>
          <p:cNvSpPr/>
          <p:nvPr/>
        </p:nvSpPr>
        <p:spPr>
          <a:xfrm>
            <a:off x="1398998" y="5513901"/>
            <a:ext cx="431801" cy="12700"/>
          </a:xfrm>
          <a:custGeom>
            <a:avLst/>
            <a:gdLst/>
            <a:ahLst/>
            <a:cxnLst/>
            <a:rect l="l" t="t" r="r" b="b"/>
            <a:pathLst>
              <a:path w="323850" h="9525">
                <a:moveTo>
                  <a:pt x="323850" y="0"/>
                </a:moveTo>
                <a:lnTo>
                  <a:pt x="0" y="0"/>
                </a:lnTo>
                <a:lnTo>
                  <a:pt x="0" y="9524"/>
                </a:lnTo>
                <a:lnTo>
                  <a:pt x="323850" y="9524"/>
                </a:lnTo>
                <a:lnTo>
                  <a:pt x="323850" y="0"/>
                </a:lnTo>
                <a:close/>
              </a:path>
            </a:pathLst>
          </a:custGeom>
          <a:solidFill>
            <a:srgbClr val="000000"/>
          </a:solidFill>
        </p:spPr>
        <p:txBody>
          <a:bodyPr wrap="square" lIns="0" tIns="0" rIns="0" bIns="0" rtlCol="0"/>
          <a:lstStyle/>
          <a:p>
            <a:endParaRPr sz="2400"/>
          </a:p>
        </p:txBody>
      </p:sp>
      <p:sp>
        <p:nvSpPr>
          <p:cNvPr id="25" name="object 25"/>
          <p:cNvSpPr txBox="1"/>
          <p:nvPr/>
        </p:nvSpPr>
        <p:spPr>
          <a:xfrm>
            <a:off x="1384302" y="4266503"/>
            <a:ext cx="329353" cy="1185860"/>
          </a:xfrm>
          <a:prstGeom prst="rect">
            <a:avLst/>
          </a:prstGeom>
        </p:spPr>
        <p:txBody>
          <a:bodyPr vert="horz" wrap="square" lIns="0" tIns="224367" rIns="0" bIns="0" rtlCol="0">
            <a:spAutoFit/>
          </a:bodyPr>
          <a:lstStyle/>
          <a:p>
            <a:pPr marL="16933">
              <a:spcBef>
                <a:spcPts val="1767"/>
              </a:spcBef>
            </a:pPr>
            <a:r>
              <a:rPr sz="2667" spc="20" dirty="0">
                <a:latin typeface="Cambria Math"/>
                <a:cs typeface="Cambria Math"/>
              </a:rPr>
              <a:t>0</a:t>
            </a:r>
            <a:endParaRPr sz="2667">
              <a:latin typeface="Cambria Math"/>
              <a:cs typeface="Cambria Math"/>
            </a:endParaRPr>
          </a:p>
          <a:p>
            <a:pPr marL="143079">
              <a:spcBef>
                <a:spcPts val="1433"/>
              </a:spcBef>
            </a:pPr>
            <a:r>
              <a:rPr sz="2400" dirty="0">
                <a:latin typeface="Cambria Math"/>
                <a:cs typeface="Cambria Math"/>
              </a:rPr>
              <a:t>1</a:t>
            </a:r>
            <a:endParaRPr sz="2400">
              <a:latin typeface="Cambria Math"/>
              <a:cs typeface="Cambria Math"/>
            </a:endParaRPr>
          </a:p>
        </p:txBody>
      </p:sp>
      <p:sp>
        <p:nvSpPr>
          <p:cNvPr id="26" name="object 26"/>
          <p:cNvSpPr txBox="1"/>
          <p:nvPr/>
        </p:nvSpPr>
        <p:spPr>
          <a:xfrm>
            <a:off x="1383453" y="5494021"/>
            <a:ext cx="452121" cy="387286"/>
          </a:xfrm>
          <a:prstGeom prst="rect">
            <a:avLst/>
          </a:prstGeom>
        </p:spPr>
        <p:txBody>
          <a:bodyPr vert="horz" wrap="square" lIns="0" tIns="17780" rIns="0" bIns="0" rtlCol="0">
            <a:spAutoFit/>
          </a:bodyPr>
          <a:lstStyle/>
          <a:p>
            <a:pPr marL="16933">
              <a:spcBef>
                <a:spcPts val="140"/>
              </a:spcBef>
            </a:pPr>
            <a:r>
              <a:rPr sz="2400" spc="-33" dirty="0">
                <a:latin typeface="Cambria Math"/>
                <a:cs typeface="Cambria Math"/>
              </a:rPr>
              <a:t>2</a:t>
            </a:r>
            <a:r>
              <a:rPr sz="2400" spc="-15" dirty="0">
                <a:latin typeface="Cambria Math"/>
                <a:cs typeface="Cambria Math"/>
              </a:rPr>
              <a:t>𝑚</a:t>
            </a:r>
            <a:endParaRPr sz="2400">
              <a:latin typeface="Cambria Math"/>
              <a:cs typeface="Cambria Math"/>
            </a:endParaRPr>
          </a:p>
        </p:txBody>
      </p:sp>
      <p:sp>
        <p:nvSpPr>
          <p:cNvPr id="27" name="object 27"/>
          <p:cNvSpPr txBox="1"/>
          <p:nvPr/>
        </p:nvSpPr>
        <p:spPr>
          <a:xfrm>
            <a:off x="1855129" y="5649319"/>
            <a:ext cx="408940" cy="294226"/>
          </a:xfrm>
          <a:prstGeom prst="rect">
            <a:avLst/>
          </a:prstGeom>
        </p:spPr>
        <p:txBody>
          <a:bodyPr vert="horz" wrap="square" lIns="0" tIns="16933" rIns="0" bIns="0" rtlCol="0">
            <a:spAutoFit/>
          </a:bodyPr>
          <a:lstStyle/>
          <a:p>
            <a:pPr marL="16933">
              <a:spcBef>
                <a:spcPts val="133"/>
              </a:spcBef>
            </a:pPr>
            <a:r>
              <a:rPr sz="1801" spc="95" dirty="0">
                <a:latin typeface="Cambria Math"/>
                <a:cs typeface="Cambria Math"/>
              </a:rPr>
              <a:t>i</a:t>
            </a:r>
            <a:r>
              <a:rPr sz="1801" spc="-47" dirty="0">
                <a:latin typeface="Cambria Math"/>
                <a:cs typeface="Cambria Math"/>
              </a:rPr>
              <a:t>=</a:t>
            </a:r>
            <a:r>
              <a:rPr sz="1801" spc="47" dirty="0">
                <a:latin typeface="Cambria Math"/>
                <a:cs typeface="Cambria Math"/>
              </a:rPr>
              <a:t>1</a:t>
            </a:r>
            <a:endParaRPr sz="1801" dirty="0">
              <a:latin typeface="Cambria Math"/>
              <a:cs typeface="Cambria Math"/>
            </a:endParaRPr>
          </a:p>
        </p:txBody>
      </p:sp>
      <p:sp>
        <p:nvSpPr>
          <p:cNvPr id="28" name="object 28"/>
          <p:cNvSpPr txBox="1"/>
          <p:nvPr/>
        </p:nvSpPr>
        <p:spPr>
          <a:xfrm>
            <a:off x="1909150" y="5069840"/>
            <a:ext cx="248073" cy="294226"/>
          </a:xfrm>
          <a:prstGeom prst="rect">
            <a:avLst/>
          </a:prstGeom>
        </p:spPr>
        <p:txBody>
          <a:bodyPr vert="horz" wrap="square" lIns="0" tIns="16933" rIns="0" bIns="0" rtlCol="0">
            <a:spAutoFit/>
          </a:bodyPr>
          <a:lstStyle/>
          <a:p>
            <a:pPr marL="16933">
              <a:spcBef>
                <a:spcPts val="133"/>
              </a:spcBef>
            </a:pPr>
            <a:r>
              <a:rPr sz="1801" spc="207" dirty="0">
                <a:latin typeface="Cambria Math"/>
                <a:cs typeface="Cambria Math"/>
              </a:rPr>
              <a:t>𝑚</a:t>
            </a:r>
            <a:endParaRPr sz="1801" dirty="0">
              <a:latin typeface="Cambria Math"/>
              <a:cs typeface="Cambria Math"/>
            </a:endParaRPr>
          </a:p>
        </p:txBody>
      </p:sp>
      <p:sp>
        <p:nvSpPr>
          <p:cNvPr id="29" name="object 29"/>
          <p:cNvSpPr txBox="1"/>
          <p:nvPr/>
        </p:nvSpPr>
        <p:spPr>
          <a:xfrm>
            <a:off x="1866562" y="5291244"/>
            <a:ext cx="723055" cy="386430"/>
          </a:xfrm>
          <a:prstGeom prst="rect">
            <a:avLst/>
          </a:prstGeom>
        </p:spPr>
        <p:txBody>
          <a:bodyPr vert="horz" wrap="square" lIns="0" tIns="16933" rIns="0" bIns="0" rtlCol="0">
            <a:spAutoFit/>
          </a:bodyPr>
          <a:lstStyle/>
          <a:p>
            <a:pPr marL="16933">
              <a:spcBef>
                <a:spcPts val="133"/>
              </a:spcBef>
            </a:pPr>
            <a:r>
              <a:rPr sz="2400" spc="1393" dirty="0">
                <a:latin typeface="Cambria Math"/>
                <a:cs typeface="Cambria Math"/>
              </a:rPr>
              <a:t>∑</a:t>
            </a:r>
            <a:r>
              <a:rPr sz="2400" dirty="0">
                <a:latin typeface="Cambria Math"/>
                <a:cs typeface="Cambria Math"/>
              </a:rPr>
              <a:t>(</a:t>
            </a:r>
            <a:r>
              <a:rPr sz="2400" spc="593" dirty="0">
                <a:latin typeface="Cambria Math"/>
                <a:cs typeface="Cambria Math"/>
              </a:rPr>
              <a:t>ƒ</a:t>
            </a:r>
            <a:endParaRPr sz="2400">
              <a:latin typeface="Cambria Math"/>
              <a:cs typeface="Cambria Math"/>
            </a:endParaRPr>
          </a:p>
        </p:txBody>
      </p:sp>
      <p:sp>
        <p:nvSpPr>
          <p:cNvPr id="30" name="object 30"/>
          <p:cNvSpPr txBox="1"/>
          <p:nvPr/>
        </p:nvSpPr>
        <p:spPr>
          <a:xfrm>
            <a:off x="2489538" y="5430945"/>
            <a:ext cx="221828" cy="294226"/>
          </a:xfrm>
          <a:prstGeom prst="rect">
            <a:avLst/>
          </a:prstGeom>
        </p:spPr>
        <p:txBody>
          <a:bodyPr vert="horz" wrap="square" lIns="0" tIns="16933" rIns="0" bIns="0" rtlCol="0">
            <a:spAutoFit/>
          </a:bodyPr>
          <a:lstStyle/>
          <a:p>
            <a:pPr marL="16933">
              <a:spcBef>
                <a:spcPts val="133"/>
              </a:spcBef>
            </a:pPr>
            <a:r>
              <a:rPr sz="1801" spc="80" dirty="0">
                <a:latin typeface="Cambria Math"/>
                <a:cs typeface="Cambria Math"/>
              </a:rPr>
              <a:t>w</a:t>
            </a:r>
            <a:endParaRPr sz="1801">
              <a:latin typeface="Cambria Math"/>
              <a:cs typeface="Cambria Math"/>
            </a:endParaRPr>
          </a:p>
        </p:txBody>
      </p:sp>
      <p:pic>
        <p:nvPicPr>
          <p:cNvPr id="31" name="object 31"/>
          <p:cNvPicPr/>
          <p:nvPr/>
        </p:nvPicPr>
        <p:blipFill>
          <a:blip r:embed="rId2" cstate="print"/>
          <a:stretch>
            <a:fillRect/>
          </a:stretch>
        </p:blipFill>
        <p:spPr>
          <a:xfrm>
            <a:off x="2416895" y="5322746"/>
            <a:ext cx="1020064" cy="785740"/>
          </a:xfrm>
          <a:prstGeom prst="rect">
            <a:avLst/>
          </a:prstGeom>
        </p:spPr>
      </p:pic>
      <p:sp>
        <p:nvSpPr>
          <p:cNvPr id="32" name="object 32"/>
          <p:cNvSpPr txBox="1"/>
          <p:nvPr/>
        </p:nvSpPr>
        <p:spPr>
          <a:xfrm>
            <a:off x="2811783" y="4570824"/>
            <a:ext cx="483447" cy="998564"/>
          </a:xfrm>
          <a:prstGeom prst="rect">
            <a:avLst/>
          </a:prstGeom>
        </p:spPr>
        <p:txBody>
          <a:bodyPr vert="horz" wrap="square" lIns="0" tIns="84667" rIns="0" bIns="0" rtlCol="0">
            <a:spAutoFit/>
          </a:bodyPr>
          <a:lstStyle/>
          <a:p>
            <a:pPr marR="40638" algn="r">
              <a:spcBef>
                <a:spcPts val="667"/>
              </a:spcBef>
            </a:pPr>
            <a:r>
              <a:rPr lang="en-US" sz="3200" dirty="0">
                <a:latin typeface="Cambria Math"/>
                <a:cs typeface="Cambria Math"/>
              </a:rPr>
              <a:t>x</a:t>
            </a:r>
            <a:endParaRPr sz="3200" dirty="0">
              <a:latin typeface="Cambria Math"/>
              <a:cs typeface="Cambria Math"/>
            </a:endParaRPr>
          </a:p>
          <a:p>
            <a:pPr marR="61804" algn="r">
              <a:spcBef>
                <a:spcPts val="400"/>
              </a:spcBef>
            </a:pPr>
            <a:r>
              <a:rPr sz="3600" baseline="-21604" dirty="0">
                <a:latin typeface="Cambria Math"/>
                <a:cs typeface="Cambria Math"/>
              </a:rPr>
              <a:t>𝑥</a:t>
            </a:r>
            <a:r>
              <a:rPr sz="3600" spc="449" baseline="-21604" dirty="0">
                <a:latin typeface="Cambria Math"/>
                <a:cs typeface="Cambria Math"/>
              </a:rPr>
              <a:t> </a:t>
            </a:r>
            <a:r>
              <a:rPr sz="1801" spc="127" dirty="0">
                <a:latin typeface="Cambria Math"/>
                <a:cs typeface="Cambria Math"/>
              </a:rPr>
              <a:t>i</a:t>
            </a:r>
            <a:endParaRPr sz="1801" dirty="0">
              <a:latin typeface="Cambria Math"/>
              <a:cs typeface="Cambria Math"/>
            </a:endParaRPr>
          </a:p>
        </p:txBody>
      </p:sp>
      <p:pic>
        <p:nvPicPr>
          <p:cNvPr id="33" name="object 33"/>
          <p:cNvPicPr/>
          <p:nvPr/>
        </p:nvPicPr>
        <p:blipFill>
          <a:blip r:embed="rId3" cstate="print"/>
          <a:stretch>
            <a:fillRect/>
          </a:stretch>
        </p:blipFill>
        <p:spPr>
          <a:xfrm>
            <a:off x="4162214" y="5327210"/>
            <a:ext cx="232495" cy="211733"/>
          </a:xfrm>
          <a:prstGeom prst="rect">
            <a:avLst/>
          </a:prstGeom>
        </p:spPr>
      </p:pic>
      <p:sp>
        <p:nvSpPr>
          <p:cNvPr id="34" name="object 34"/>
          <p:cNvSpPr txBox="1"/>
          <p:nvPr/>
        </p:nvSpPr>
        <p:spPr>
          <a:xfrm>
            <a:off x="3519255" y="5298863"/>
            <a:ext cx="1659467" cy="386430"/>
          </a:xfrm>
          <a:prstGeom prst="rect">
            <a:avLst/>
          </a:prstGeom>
        </p:spPr>
        <p:txBody>
          <a:bodyPr vert="horz" wrap="square" lIns="0" tIns="16933" rIns="0" bIns="0" rtlCol="0">
            <a:spAutoFit/>
          </a:bodyPr>
          <a:lstStyle/>
          <a:p>
            <a:pPr marL="67730">
              <a:spcBef>
                <a:spcPts val="133"/>
              </a:spcBef>
              <a:tabLst>
                <a:tab pos="1379999" algn="l"/>
              </a:tabLst>
            </a:pPr>
            <a:r>
              <a:rPr sz="3600" baseline="1543" dirty="0">
                <a:latin typeface="Cambria Math"/>
                <a:cs typeface="Cambria Math"/>
              </a:rPr>
              <a:t>−</a:t>
            </a:r>
            <a:r>
              <a:rPr sz="3600" spc="859" baseline="1543" dirty="0">
                <a:latin typeface="Cambria Math"/>
                <a:cs typeface="Cambria Math"/>
              </a:rPr>
              <a:t> </a:t>
            </a:r>
            <a:r>
              <a:rPr sz="3600" baseline="1543" dirty="0">
                <a:latin typeface="Cambria Math"/>
                <a:cs typeface="Cambria Math"/>
              </a:rPr>
              <a:t>𝑦</a:t>
            </a:r>
            <a:r>
              <a:rPr sz="3600" spc="500" baseline="1543" dirty="0">
                <a:latin typeface="Cambria Math"/>
                <a:cs typeface="Cambria Math"/>
              </a:rPr>
              <a:t> </a:t>
            </a:r>
            <a:r>
              <a:rPr sz="2700" spc="191" baseline="28806" dirty="0">
                <a:latin typeface="Cambria Math"/>
                <a:cs typeface="Cambria Math"/>
              </a:rPr>
              <a:t>i</a:t>
            </a:r>
            <a:r>
              <a:rPr sz="2700" spc="709" baseline="28806" dirty="0">
                <a:latin typeface="Cambria Math"/>
                <a:cs typeface="Cambria Math"/>
              </a:rPr>
              <a:t> </a:t>
            </a:r>
            <a:r>
              <a:rPr sz="3600" spc="31" baseline="1543" dirty="0">
                <a:latin typeface="Cambria Math"/>
                <a:cs typeface="Cambria Math"/>
              </a:rPr>
              <a:t>)</a:t>
            </a:r>
            <a:r>
              <a:rPr sz="2700" spc="31" baseline="28806" dirty="0">
                <a:latin typeface="Cambria Math"/>
                <a:cs typeface="Cambria Math"/>
              </a:rPr>
              <a:t>2	</a:t>
            </a:r>
            <a:r>
              <a:rPr sz="2400" dirty="0">
                <a:latin typeface="Cambria Math"/>
                <a:cs typeface="Cambria Math"/>
              </a:rPr>
              <a:t>=</a:t>
            </a:r>
            <a:endParaRPr sz="2400">
              <a:latin typeface="Cambria Math"/>
              <a:cs typeface="Cambria Math"/>
            </a:endParaRPr>
          </a:p>
        </p:txBody>
      </p:sp>
      <p:sp>
        <p:nvSpPr>
          <p:cNvPr id="35" name="object 35"/>
          <p:cNvSpPr/>
          <p:nvPr/>
        </p:nvSpPr>
        <p:spPr>
          <a:xfrm>
            <a:off x="5212080" y="5521555"/>
            <a:ext cx="431801" cy="12700"/>
          </a:xfrm>
          <a:custGeom>
            <a:avLst/>
            <a:gdLst/>
            <a:ahLst/>
            <a:cxnLst/>
            <a:rect l="l" t="t" r="r" b="b"/>
            <a:pathLst>
              <a:path w="323850" h="9525">
                <a:moveTo>
                  <a:pt x="323850" y="0"/>
                </a:moveTo>
                <a:lnTo>
                  <a:pt x="0" y="0"/>
                </a:lnTo>
                <a:lnTo>
                  <a:pt x="0" y="9524"/>
                </a:lnTo>
                <a:lnTo>
                  <a:pt x="323850" y="9524"/>
                </a:lnTo>
                <a:lnTo>
                  <a:pt x="323850" y="0"/>
                </a:lnTo>
                <a:close/>
              </a:path>
            </a:pathLst>
          </a:custGeom>
          <a:solidFill>
            <a:srgbClr val="000000"/>
          </a:solidFill>
        </p:spPr>
        <p:txBody>
          <a:bodyPr wrap="square" lIns="0" tIns="0" rIns="0" bIns="0" rtlCol="0"/>
          <a:lstStyle/>
          <a:p>
            <a:endParaRPr sz="2400"/>
          </a:p>
        </p:txBody>
      </p:sp>
      <p:sp>
        <p:nvSpPr>
          <p:cNvPr id="36" name="object 36"/>
          <p:cNvSpPr txBox="1"/>
          <p:nvPr/>
        </p:nvSpPr>
        <p:spPr>
          <a:xfrm>
            <a:off x="5327735" y="5069840"/>
            <a:ext cx="203200" cy="386430"/>
          </a:xfrm>
          <a:prstGeom prst="rect">
            <a:avLst/>
          </a:prstGeom>
        </p:spPr>
        <p:txBody>
          <a:bodyPr vert="horz" wrap="square" lIns="0" tIns="16933" rIns="0" bIns="0" rtlCol="0">
            <a:spAutoFit/>
          </a:bodyPr>
          <a:lstStyle/>
          <a:p>
            <a:pPr marL="16933">
              <a:spcBef>
                <a:spcPts val="133"/>
              </a:spcBef>
            </a:pPr>
            <a:r>
              <a:rPr sz="2400" dirty="0">
                <a:latin typeface="Cambria Math"/>
                <a:cs typeface="Cambria Math"/>
              </a:rPr>
              <a:t>1</a:t>
            </a:r>
            <a:endParaRPr sz="2400">
              <a:latin typeface="Cambria Math"/>
              <a:cs typeface="Cambria Math"/>
            </a:endParaRPr>
          </a:p>
        </p:txBody>
      </p:sp>
      <p:sp>
        <p:nvSpPr>
          <p:cNvPr id="37" name="object 37"/>
          <p:cNvSpPr txBox="1"/>
          <p:nvPr/>
        </p:nvSpPr>
        <p:spPr>
          <a:xfrm>
            <a:off x="5200738" y="5502488"/>
            <a:ext cx="451273" cy="386430"/>
          </a:xfrm>
          <a:prstGeom prst="rect">
            <a:avLst/>
          </a:prstGeom>
        </p:spPr>
        <p:txBody>
          <a:bodyPr vert="horz" wrap="square" lIns="0" tIns="16933" rIns="0" bIns="0" rtlCol="0">
            <a:spAutoFit/>
          </a:bodyPr>
          <a:lstStyle/>
          <a:p>
            <a:pPr marL="16933">
              <a:spcBef>
                <a:spcPts val="133"/>
              </a:spcBef>
            </a:pPr>
            <a:r>
              <a:rPr sz="2400" spc="-33" dirty="0">
                <a:latin typeface="Cambria Math"/>
                <a:cs typeface="Cambria Math"/>
              </a:rPr>
              <a:t>2</a:t>
            </a:r>
            <a:r>
              <a:rPr sz="2400" spc="-20" dirty="0">
                <a:latin typeface="Cambria Math"/>
                <a:cs typeface="Cambria Math"/>
              </a:rPr>
              <a:t>𝑚</a:t>
            </a:r>
            <a:endParaRPr sz="2400">
              <a:latin typeface="Cambria Math"/>
              <a:cs typeface="Cambria Math"/>
            </a:endParaRPr>
          </a:p>
        </p:txBody>
      </p:sp>
      <p:sp>
        <p:nvSpPr>
          <p:cNvPr id="38" name="object 38"/>
          <p:cNvSpPr txBox="1"/>
          <p:nvPr/>
        </p:nvSpPr>
        <p:spPr>
          <a:xfrm>
            <a:off x="5772574" y="4904319"/>
            <a:ext cx="248073" cy="294226"/>
          </a:xfrm>
          <a:prstGeom prst="rect">
            <a:avLst/>
          </a:prstGeom>
        </p:spPr>
        <p:txBody>
          <a:bodyPr vert="horz" wrap="square" lIns="0" tIns="16933" rIns="0" bIns="0" rtlCol="0">
            <a:spAutoFit/>
          </a:bodyPr>
          <a:lstStyle/>
          <a:p>
            <a:pPr marL="16933">
              <a:spcBef>
                <a:spcPts val="133"/>
              </a:spcBef>
            </a:pPr>
            <a:r>
              <a:rPr sz="1801" spc="207" dirty="0">
                <a:latin typeface="Cambria Math"/>
                <a:cs typeface="Cambria Math"/>
              </a:rPr>
              <a:t>𝑚</a:t>
            </a:r>
            <a:endParaRPr sz="1801">
              <a:latin typeface="Cambria Math"/>
              <a:cs typeface="Cambria Math"/>
            </a:endParaRPr>
          </a:p>
        </p:txBody>
      </p:sp>
      <p:grpSp>
        <p:nvGrpSpPr>
          <p:cNvPr id="39" name="object 39"/>
          <p:cNvGrpSpPr/>
          <p:nvPr/>
        </p:nvGrpSpPr>
        <p:grpSpPr>
          <a:xfrm>
            <a:off x="6667165" y="5334865"/>
            <a:ext cx="1121833" cy="212513"/>
            <a:chOff x="5000371" y="4001147"/>
            <a:chExt cx="841375" cy="159385"/>
          </a:xfrm>
        </p:grpSpPr>
        <p:pic>
          <p:nvPicPr>
            <p:cNvPr id="40" name="object 40"/>
            <p:cNvPicPr/>
            <p:nvPr/>
          </p:nvPicPr>
          <p:blipFill>
            <a:blip r:embed="rId4" cstate="print"/>
            <a:stretch>
              <a:fillRect/>
            </a:stretch>
          </p:blipFill>
          <p:spPr>
            <a:xfrm>
              <a:off x="5000371" y="4001147"/>
              <a:ext cx="174370" cy="158800"/>
            </a:xfrm>
            <a:prstGeom prst="rect">
              <a:avLst/>
            </a:prstGeom>
          </p:spPr>
        </p:pic>
        <p:pic>
          <p:nvPicPr>
            <p:cNvPr id="41" name="object 41"/>
            <p:cNvPicPr/>
            <p:nvPr/>
          </p:nvPicPr>
          <p:blipFill>
            <a:blip r:embed="rId4" cstate="print"/>
            <a:stretch>
              <a:fillRect/>
            </a:stretch>
          </p:blipFill>
          <p:spPr>
            <a:xfrm>
              <a:off x="5667121" y="4001147"/>
              <a:ext cx="174370" cy="158800"/>
            </a:xfrm>
            <a:prstGeom prst="rect">
              <a:avLst/>
            </a:prstGeom>
          </p:spPr>
        </p:pic>
      </p:grpSp>
      <p:sp>
        <p:nvSpPr>
          <p:cNvPr id="42" name="object 42"/>
          <p:cNvSpPr txBox="1"/>
          <p:nvPr/>
        </p:nvSpPr>
        <p:spPr>
          <a:xfrm>
            <a:off x="5649809" y="5160187"/>
            <a:ext cx="2484119" cy="906358"/>
          </a:xfrm>
          <a:prstGeom prst="rect">
            <a:avLst/>
          </a:prstGeom>
        </p:spPr>
        <p:txBody>
          <a:bodyPr vert="horz" wrap="square" lIns="0" tIns="155785" rIns="0" bIns="0" rtlCol="0">
            <a:spAutoFit/>
          </a:bodyPr>
          <a:lstStyle/>
          <a:p>
            <a:pPr marL="50797">
              <a:spcBef>
                <a:spcPts val="1225"/>
              </a:spcBef>
              <a:tabLst>
                <a:tab pos="1346980" algn="l"/>
              </a:tabLst>
            </a:pPr>
            <a:r>
              <a:rPr sz="2400" spc="380" dirty="0">
                <a:latin typeface="Cambria Math"/>
                <a:cs typeface="Cambria Math"/>
              </a:rPr>
              <a:t>∑(𝑤𝑥</a:t>
            </a:r>
            <a:r>
              <a:rPr sz="2400" spc="393" dirty="0">
                <a:latin typeface="Cambria Math"/>
                <a:cs typeface="Cambria Math"/>
              </a:rPr>
              <a:t> </a:t>
            </a:r>
            <a:r>
              <a:rPr sz="2700" spc="191" baseline="28806" dirty="0">
                <a:latin typeface="Cambria Math"/>
                <a:cs typeface="Cambria Math"/>
              </a:rPr>
              <a:t>i	</a:t>
            </a:r>
            <a:r>
              <a:rPr sz="2400" dirty="0">
                <a:latin typeface="Cambria Math"/>
                <a:cs typeface="Cambria Math"/>
              </a:rPr>
              <a:t>−</a:t>
            </a:r>
            <a:r>
              <a:rPr sz="2400" spc="441" dirty="0">
                <a:latin typeface="Cambria Math"/>
                <a:cs typeface="Cambria Math"/>
              </a:rPr>
              <a:t> </a:t>
            </a:r>
            <a:r>
              <a:rPr sz="2400" dirty="0">
                <a:latin typeface="Cambria Math"/>
                <a:cs typeface="Cambria Math"/>
              </a:rPr>
              <a:t>𝑦</a:t>
            </a:r>
            <a:r>
              <a:rPr sz="2400" spc="293" dirty="0">
                <a:latin typeface="Cambria Math"/>
                <a:cs typeface="Cambria Math"/>
              </a:rPr>
              <a:t> </a:t>
            </a:r>
            <a:r>
              <a:rPr sz="2700" spc="191" baseline="28806" dirty="0">
                <a:latin typeface="Cambria Math"/>
                <a:cs typeface="Cambria Math"/>
              </a:rPr>
              <a:t>i</a:t>
            </a:r>
            <a:r>
              <a:rPr sz="2700" spc="660" baseline="28806" dirty="0">
                <a:latin typeface="Cambria Math"/>
                <a:cs typeface="Cambria Math"/>
              </a:rPr>
              <a:t> </a:t>
            </a:r>
            <a:r>
              <a:rPr sz="2400" spc="20" dirty="0">
                <a:latin typeface="Cambria Math"/>
                <a:cs typeface="Cambria Math"/>
              </a:rPr>
              <a:t>)</a:t>
            </a:r>
            <a:r>
              <a:rPr sz="2700" spc="31" baseline="28806" dirty="0">
                <a:latin typeface="Cambria Math"/>
                <a:cs typeface="Cambria Math"/>
              </a:rPr>
              <a:t>2</a:t>
            </a:r>
            <a:endParaRPr sz="2700" baseline="28806">
              <a:latin typeface="Cambria Math"/>
              <a:cs typeface="Cambria Math"/>
            </a:endParaRPr>
          </a:p>
          <a:p>
            <a:pPr marL="63497">
              <a:spcBef>
                <a:spcPts val="820"/>
              </a:spcBef>
            </a:pPr>
            <a:r>
              <a:rPr sz="1801" spc="27" dirty="0">
                <a:latin typeface="Cambria Math"/>
                <a:cs typeface="Cambria Math"/>
              </a:rPr>
              <a:t>i=1</a:t>
            </a:r>
            <a:endParaRPr sz="1801">
              <a:latin typeface="Cambria Math"/>
              <a:cs typeface="Cambria Math"/>
            </a:endParaRPr>
          </a:p>
        </p:txBody>
      </p:sp>
      <p:sp>
        <p:nvSpPr>
          <p:cNvPr id="43" name="object 43"/>
          <p:cNvSpPr/>
          <p:nvPr/>
        </p:nvSpPr>
        <p:spPr>
          <a:xfrm>
            <a:off x="8831073" y="5581091"/>
            <a:ext cx="431801" cy="12700"/>
          </a:xfrm>
          <a:custGeom>
            <a:avLst/>
            <a:gdLst/>
            <a:ahLst/>
            <a:cxnLst/>
            <a:rect l="l" t="t" r="r" b="b"/>
            <a:pathLst>
              <a:path w="323850" h="9525">
                <a:moveTo>
                  <a:pt x="323850" y="0"/>
                </a:moveTo>
                <a:lnTo>
                  <a:pt x="0" y="0"/>
                </a:lnTo>
                <a:lnTo>
                  <a:pt x="0" y="9525"/>
                </a:lnTo>
                <a:lnTo>
                  <a:pt x="323850" y="9525"/>
                </a:lnTo>
                <a:lnTo>
                  <a:pt x="323850" y="0"/>
                </a:lnTo>
                <a:close/>
              </a:path>
            </a:pathLst>
          </a:custGeom>
          <a:solidFill>
            <a:srgbClr val="000000"/>
          </a:solidFill>
        </p:spPr>
        <p:txBody>
          <a:bodyPr wrap="square" lIns="0" tIns="0" rIns="0" bIns="0" rtlCol="0"/>
          <a:lstStyle/>
          <a:p>
            <a:endParaRPr sz="2400"/>
          </a:p>
        </p:txBody>
      </p:sp>
      <p:sp>
        <p:nvSpPr>
          <p:cNvPr id="44" name="object 44"/>
          <p:cNvSpPr txBox="1"/>
          <p:nvPr/>
        </p:nvSpPr>
        <p:spPr>
          <a:xfrm>
            <a:off x="8950623" y="5129531"/>
            <a:ext cx="203200" cy="386430"/>
          </a:xfrm>
          <a:prstGeom prst="rect">
            <a:avLst/>
          </a:prstGeom>
        </p:spPr>
        <p:txBody>
          <a:bodyPr vert="horz" wrap="square" lIns="0" tIns="16933" rIns="0" bIns="0" rtlCol="0">
            <a:spAutoFit/>
          </a:bodyPr>
          <a:lstStyle/>
          <a:p>
            <a:pPr marL="16933">
              <a:spcBef>
                <a:spcPts val="133"/>
              </a:spcBef>
            </a:pPr>
            <a:r>
              <a:rPr sz="2400" dirty="0">
                <a:latin typeface="Cambria Math"/>
                <a:cs typeface="Cambria Math"/>
              </a:rPr>
              <a:t>1</a:t>
            </a:r>
            <a:endParaRPr sz="2400">
              <a:latin typeface="Cambria Math"/>
              <a:cs typeface="Cambria Math"/>
            </a:endParaRPr>
          </a:p>
        </p:txBody>
      </p:sp>
      <p:sp>
        <p:nvSpPr>
          <p:cNvPr id="45" name="object 45"/>
          <p:cNvSpPr txBox="1"/>
          <p:nvPr/>
        </p:nvSpPr>
        <p:spPr>
          <a:xfrm>
            <a:off x="8823112" y="5561330"/>
            <a:ext cx="452121" cy="387286"/>
          </a:xfrm>
          <a:prstGeom prst="rect">
            <a:avLst/>
          </a:prstGeom>
        </p:spPr>
        <p:txBody>
          <a:bodyPr vert="horz" wrap="square" lIns="0" tIns="17780" rIns="0" bIns="0" rtlCol="0">
            <a:spAutoFit/>
          </a:bodyPr>
          <a:lstStyle/>
          <a:p>
            <a:pPr marL="16933">
              <a:spcBef>
                <a:spcPts val="140"/>
              </a:spcBef>
            </a:pPr>
            <a:r>
              <a:rPr sz="2400" spc="-33" dirty="0">
                <a:latin typeface="Cambria Math"/>
                <a:cs typeface="Cambria Math"/>
              </a:rPr>
              <a:t>2</a:t>
            </a:r>
            <a:r>
              <a:rPr sz="2400" spc="-15" dirty="0">
                <a:latin typeface="Cambria Math"/>
                <a:cs typeface="Cambria Math"/>
              </a:rPr>
              <a:t>𝑚</a:t>
            </a:r>
            <a:endParaRPr sz="2400">
              <a:latin typeface="Cambria Math"/>
              <a:cs typeface="Cambria Math"/>
            </a:endParaRPr>
          </a:p>
        </p:txBody>
      </p:sp>
      <p:sp>
        <p:nvSpPr>
          <p:cNvPr id="46" name="object 46"/>
          <p:cNvSpPr txBox="1"/>
          <p:nvPr/>
        </p:nvSpPr>
        <p:spPr>
          <a:xfrm>
            <a:off x="6651920" y="2751245"/>
            <a:ext cx="1022773" cy="855063"/>
          </a:xfrm>
          <a:prstGeom prst="rect">
            <a:avLst/>
          </a:prstGeom>
        </p:spPr>
        <p:txBody>
          <a:bodyPr vert="horz" wrap="square" lIns="0" tIns="21167" rIns="0" bIns="0" rtlCol="0">
            <a:spAutoFit/>
          </a:bodyPr>
          <a:lstStyle/>
          <a:p>
            <a:pPr marL="16933">
              <a:spcBef>
                <a:spcPts val="167"/>
              </a:spcBef>
            </a:pPr>
            <a:r>
              <a:rPr sz="2667" spc="27" dirty="0">
                <a:latin typeface="Cambria Math"/>
                <a:cs typeface="Cambria Math"/>
              </a:rPr>
              <a:t>𝐽(𝑤)</a:t>
            </a:r>
            <a:endParaRPr sz="2667">
              <a:latin typeface="Cambria Math"/>
              <a:cs typeface="Cambria Math"/>
            </a:endParaRPr>
          </a:p>
          <a:p>
            <a:pPr marL="815300">
              <a:spcBef>
                <a:spcPts val="95"/>
              </a:spcBef>
            </a:pPr>
            <a:r>
              <a:rPr sz="2667" spc="20" dirty="0">
                <a:latin typeface="Cambria Math"/>
                <a:cs typeface="Cambria Math"/>
              </a:rPr>
              <a:t>1</a:t>
            </a:r>
            <a:endParaRPr sz="2667">
              <a:latin typeface="Cambria Math"/>
              <a:cs typeface="Cambria Math"/>
            </a:endParaRPr>
          </a:p>
        </p:txBody>
      </p:sp>
      <p:sp>
        <p:nvSpPr>
          <p:cNvPr id="47" name="object 47"/>
          <p:cNvSpPr txBox="1"/>
          <p:nvPr/>
        </p:nvSpPr>
        <p:spPr>
          <a:xfrm>
            <a:off x="7031230" y="4458463"/>
            <a:ext cx="4339167" cy="740930"/>
          </a:xfrm>
          <a:prstGeom prst="rect">
            <a:avLst/>
          </a:prstGeom>
        </p:spPr>
        <p:txBody>
          <a:bodyPr vert="horz" wrap="square" lIns="0" tIns="21167" rIns="0" bIns="0" rtlCol="0">
            <a:spAutoFit/>
          </a:bodyPr>
          <a:lstStyle/>
          <a:p>
            <a:pPr algn="ctr">
              <a:lnSpc>
                <a:spcPts val="2780"/>
              </a:lnSpc>
              <a:spcBef>
                <a:spcPts val="167"/>
              </a:spcBef>
              <a:tabLst>
                <a:tab pos="818686" algn="l"/>
                <a:tab pos="1324120" algn="l"/>
                <a:tab pos="2086083" algn="l"/>
                <a:tab pos="2591517" algn="l"/>
                <a:tab pos="3354327" algn="l"/>
                <a:tab pos="3859761" algn="l"/>
              </a:tabLst>
            </a:pPr>
            <a:r>
              <a:rPr sz="2667" dirty="0">
                <a:latin typeface="Cambria Math"/>
                <a:cs typeface="Cambria Math"/>
              </a:rPr>
              <a:t>-0.5	</a:t>
            </a:r>
            <a:r>
              <a:rPr sz="2667" spc="20" dirty="0">
                <a:latin typeface="Cambria Math"/>
                <a:cs typeface="Cambria Math"/>
              </a:rPr>
              <a:t>0	</a:t>
            </a:r>
            <a:r>
              <a:rPr sz="2667" spc="-7" dirty="0">
                <a:latin typeface="Cambria Math"/>
                <a:cs typeface="Cambria Math"/>
              </a:rPr>
              <a:t>0.5	</a:t>
            </a:r>
            <a:r>
              <a:rPr sz="2667" spc="20" dirty="0">
                <a:latin typeface="Cambria Math"/>
                <a:cs typeface="Cambria Math"/>
              </a:rPr>
              <a:t>1	</a:t>
            </a:r>
            <a:r>
              <a:rPr sz="2667" dirty="0">
                <a:latin typeface="Cambria Math"/>
                <a:cs typeface="Cambria Math"/>
              </a:rPr>
              <a:t>1.5	</a:t>
            </a:r>
            <a:r>
              <a:rPr sz="2667" spc="20" dirty="0">
                <a:latin typeface="Cambria Math"/>
                <a:cs typeface="Cambria Math"/>
              </a:rPr>
              <a:t>2	</a:t>
            </a:r>
            <a:r>
              <a:rPr sz="2667" spc="-7" dirty="0">
                <a:latin typeface="Cambria Math"/>
                <a:cs typeface="Cambria Math"/>
              </a:rPr>
              <a:t>2.5</a:t>
            </a:r>
            <a:endParaRPr sz="2667" dirty="0">
              <a:latin typeface="Cambria Math"/>
              <a:cs typeface="Cambria Math"/>
            </a:endParaRPr>
          </a:p>
          <a:p>
            <a:pPr marL="3387" algn="ctr">
              <a:lnSpc>
                <a:spcPts val="2780"/>
              </a:lnSpc>
            </a:pPr>
            <a:r>
              <a:rPr sz="2667" spc="27" dirty="0">
                <a:latin typeface="Cambria Math"/>
                <a:cs typeface="Cambria Math"/>
              </a:rPr>
              <a:t>𝑤</a:t>
            </a:r>
            <a:endParaRPr sz="2667" dirty="0">
              <a:latin typeface="Cambria Math"/>
              <a:cs typeface="Cambria Math"/>
            </a:endParaRPr>
          </a:p>
        </p:txBody>
      </p:sp>
      <p:sp>
        <p:nvSpPr>
          <p:cNvPr id="49" name="object 49"/>
          <p:cNvSpPr txBox="1"/>
          <p:nvPr/>
        </p:nvSpPr>
        <p:spPr>
          <a:xfrm>
            <a:off x="8471238" y="5358130"/>
            <a:ext cx="3385820" cy="387286"/>
          </a:xfrm>
          <a:prstGeom prst="rect">
            <a:avLst/>
          </a:prstGeom>
        </p:spPr>
        <p:txBody>
          <a:bodyPr vert="horz" wrap="square" lIns="0" tIns="17780" rIns="0" bIns="0" rtlCol="0">
            <a:spAutoFit/>
          </a:bodyPr>
          <a:lstStyle/>
          <a:p>
            <a:pPr marL="50797">
              <a:spcBef>
                <a:spcPts val="140"/>
              </a:spcBef>
              <a:tabLst>
                <a:tab pos="851705" algn="l"/>
              </a:tabLst>
            </a:pPr>
            <a:r>
              <a:rPr sz="2400" dirty="0">
                <a:latin typeface="Cambria Math"/>
                <a:cs typeface="Cambria Math"/>
              </a:rPr>
              <a:t>=	(</a:t>
            </a:r>
            <a:r>
              <a:rPr sz="2400" spc="53" dirty="0">
                <a:latin typeface="Cambria Math"/>
                <a:cs typeface="Cambria Math"/>
              </a:rPr>
              <a:t> </a:t>
            </a:r>
            <a:r>
              <a:rPr sz="2400" spc="-33" dirty="0">
                <a:latin typeface="Cambria Math"/>
                <a:cs typeface="Cambria Math"/>
              </a:rPr>
              <a:t>0</a:t>
            </a:r>
            <a:r>
              <a:rPr sz="2700" spc="69" baseline="28806" dirty="0">
                <a:latin typeface="Cambria Math"/>
                <a:cs typeface="Cambria Math"/>
              </a:rPr>
              <a:t>2</a:t>
            </a:r>
            <a:r>
              <a:rPr sz="2700" spc="239" baseline="28806" dirty="0">
                <a:latin typeface="Cambria Math"/>
                <a:cs typeface="Cambria Math"/>
              </a:rPr>
              <a:t> </a:t>
            </a:r>
            <a:r>
              <a:rPr sz="3600" spc="9" baseline="1543" dirty="0">
                <a:latin typeface="Cambria Math"/>
                <a:cs typeface="Cambria Math"/>
              </a:rPr>
              <a:t>+</a:t>
            </a:r>
            <a:r>
              <a:rPr sz="3600" spc="-49" baseline="1543" dirty="0">
                <a:latin typeface="Cambria Math"/>
                <a:cs typeface="Cambria Math"/>
              </a:rPr>
              <a:t>0</a:t>
            </a:r>
            <a:r>
              <a:rPr sz="2700" spc="69" baseline="30864" dirty="0">
                <a:latin typeface="Cambria Math"/>
                <a:cs typeface="Cambria Math"/>
              </a:rPr>
              <a:t>2</a:t>
            </a:r>
            <a:r>
              <a:rPr sz="2700" spc="119" baseline="30864" dirty="0">
                <a:latin typeface="Cambria Math"/>
                <a:cs typeface="Cambria Math"/>
              </a:rPr>
              <a:t> </a:t>
            </a:r>
            <a:r>
              <a:rPr sz="3600" spc="9" baseline="3086" dirty="0">
                <a:latin typeface="Cambria Math"/>
                <a:cs typeface="Cambria Math"/>
              </a:rPr>
              <a:t>+</a:t>
            </a:r>
            <a:r>
              <a:rPr sz="3600" spc="-49" baseline="3086" dirty="0">
                <a:latin typeface="Cambria Math"/>
                <a:cs typeface="Cambria Math"/>
              </a:rPr>
              <a:t>0</a:t>
            </a:r>
            <a:r>
              <a:rPr sz="2700" spc="69" baseline="30864" dirty="0">
                <a:latin typeface="Cambria Math"/>
                <a:cs typeface="Cambria Math"/>
              </a:rPr>
              <a:t>2</a:t>
            </a:r>
            <a:r>
              <a:rPr sz="2700" baseline="30864" dirty="0">
                <a:latin typeface="Cambria Math"/>
                <a:cs typeface="Cambria Math"/>
              </a:rPr>
              <a:t>  </a:t>
            </a:r>
            <a:r>
              <a:rPr sz="2700" spc="-201" baseline="30864" dirty="0">
                <a:latin typeface="Cambria Math"/>
                <a:cs typeface="Cambria Math"/>
              </a:rPr>
              <a:t> </a:t>
            </a:r>
            <a:r>
              <a:rPr sz="2400" dirty="0">
                <a:latin typeface="Cambria Math"/>
                <a:cs typeface="Cambria Math"/>
              </a:rPr>
              <a:t>)</a:t>
            </a:r>
            <a:r>
              <a:rPr sz="2400" spc="-267" dirty="0">
                <a:latin typeface="Cambria Math"/>
                <a:cs typeface="Cambria Math"/>
              </a:rPr>
              <a:t> </a:t>
            </a:r>
            <a:r>
              <a:rPr sz="3600" baseline="1543" dirty="0">
                <a:latin typeface="Cambria Math"/>
                <a:cs typeface="Cambria Math"/>
              </a:rPr>
              <a:t>=</a:t>
            </a:r>
            <a:r>
              <a:rPr sz="3600" spc="271" baseline="1543" dirty="0">
                <a:latin typeface="Cambria Math"/>
                <a:cs typeface="Cambria Math"/>
              </a:rPr>
              <a:t> </a:t>
            </a:r>
            <a:r>
              <a:rPr sz="3600" baseline="1543" dirty="0">
                <a:latin typeface="Cambria Math"/>
                <a:cs typeface="Cambria Math"/>
              </a:rPr>
              <a:t>0</a:t>
            </a:r>
          </a:p>
        </p:txBody>
      </p:sp>
      <p:grpSp>
        <p:nvGrpSpPr>
          <p:cNvPr id="52" name="object 52"/>
          <p:cNvGrpSpPr/>
          <p:nvPr/>
        </p:nvGrpSpPr>
        <p:grpSpPr>
          <a:xfrm>
            <a:off x="8459701" y="3039026"/>
            <a:ext cx="3602567" cy="1437641"/>
            <a:chOff x="6344774" y="2279269"/>
            <a:chExt cx="2701925" cy="1078230"/>
          </a:xfrm>
        </p:grpSpPr>
        <p:pic>
          <p:nvPicPr>
            <p:cNvPr id="53" name="object 53"/>
            <p:cNvPicPr/>
            <p:nvPr/>
          </p:nvPicPr>
          <p:blipFill>
            <a:blip r:embed="rId5" cstate="print"/>
            <a:stretch>
              <a:fillRect/>
            </a:stretch>
          </p:blipFill>
          <p:spPr>
            <a:xfrm>
              <a:off x="7963026" y="2279269"/>
              <a:ext cx="1083309" cy="385699"/>
            </a:xfrm>
            <a:prstGeom prst="rect">
              <a:avLst/>
            </a:prstGeom>
          </p:spPr>
        </p:pic>
        <p:pic>
          <p:nvPicPr>
            <p:cNvPr id="54" name="object 54"/>
            <p:cNvPicPr/>
            <p:nvPr/>
          </p:nvPicPr>
          <p:blipFill>
            <a:blip r:embed="rId6" cstate="print"/>
            <a:stretch>
              <a:fillRect/>
            </a:stretch>
          </p:blipFill>
          <p:spPr>
            <a:xfrm>
              <a:off x="6344774" y="2705988"/>
              <a:ext cx="176802" cy="327660"/>
            </a:xfrm>
            <a:prstGeom prst="rect">
              <a:avLst/>
            </a:prstGeom>
          </p:spPr>
        </p:pic>
        <p:pic>
          <p:nvPicPr>
            <p:cNvPr id="55" name="object 55"/>
            <p:cNvPicPr/>
            <p:nvPr/>
          </p:nvPicPr>
          <p:blipFill>
            <a:blip r:embed="rId7" cstate="print"/>
            <a:stretch>
              <a:fillRect/>
            </a:stretch>
          </p:blipFill>
          <p:spPr>
            <a:xfrm>
              <a:off x="6825614" y="3078099"/>
              <a:ext cx="205866" cy="279145"/>
            </a:xfrm>
            <a:prstGeom prst="rect">
              <a:avLst/>
            </a:prstGeom>
          </p:spPr>
        </p:pic>
      </p:grpSp>
      <p:sp>
        <p:nvSpPr>
          <p:cNvPr id="63" name="object 63"/>
          <p:cNvSpPr/>
          <p:nvPr/>
        </p:nvSpPr>
        <p:spPr>
          <a:xfrm>
            <a:off x="2438402" y="1587501"/>
            <a:ext cx="2490047" cy="2032846"/>
          </a:xfrm>
          <a:custGeom>
            <a:avLst/>
            <a:gdLst/>
            <a:ahLst/>
            <a:cxnLst/>
            <a:rect l="l" t="t" r="r" b="b"/>
            <a:pathLst>
              <a:path w="1867535" h="1524635">
                <a:moveTo>
                  <a:pt x="0" y="1362075"/>
                </a:moveTo>
                <a:lnTo>
                  <a:pt x="162051" y="1524127"/>
                </a:lnTo>
              </a:path>
              <a:path w="1867535" h="1524635">
                <a:moveTo>
                  <a:pt x="162051" y="1362075"/>
                </a:moveTo>
                <a:lnTo>
                  <a:pt x="0" y="1524127"/>
                </a:lnTo>
              </a:path>
              <a:path w="1867535" h="1524635">
                <a:moveTo>
                  <a:pt x="866775" y="685800"/>
                </a:moveTo>
                <a:lnTo>
                  <a:pt x="1028826" y="847851"/>
                </a:lnTo>
              </a:path>
              <a:path w="1867535" h="1524635">
                <a:moveTo>
                  <a:pt x="1028826" y="685800"/>
                </a:moveTo>
                <a:lnTo>
                  <a:pt x="866775" y="847851"/>
                </a:lnTo>
              </a:path>
              <a:path w="1867535" h="1524635">
                <a:moveTo>
                  <a:pt x="1704975" y="0"/>
                </a:moveTo>
                <a:lnTo>
                  <a:pt x="1867027" y="162051"/>
                </a:lnTo>
              </a:path>
              <a:path w="1867535" h="1524635">
                <a:moveTo>
                  <a:pt x="1867027" y="0"/>
                </a:moveTo>
                <a:lnTo>
                  <a:pt x="1704975" y="162051"/>
                </a:lnTo>
              </a:path>
            </a:pathLst>
          </a:custGeom>
          <a:ln w="38100">
            <a:solidFill>
              <a:srgbClr val="FF2600"/>
            </a:solidFill>
          </a:ln>
        </p:spPr>
        <p:txBody>
          <a:bodyPr wrap="square" lIns="0" tIns="0" rIns="0" bIns="0" rtlCol="0"/>
          <a:lstStyle/>
          <a:p>
            <a:endParaRPr sz="2400"/>
          </a:p>
        </p:txBody>
      </p:sp>
      <p:sp>
        <p:nvSpPr>
          <p:cNvPr id="75" name="Slide Number Placeholder 74">
            <a:extLst>
              <a:ext uri="{FF2B5EF4-FFF2-40B4-BE49-F238E27FC236}">
                <a16:creationId xmlns:a16="http://schemas.microsoft.com/office/drawing/2014/main" id="{B42F13ED-AB6D-D6E2-708F-DED0928DA399}"/>
              </a:ext>
            </a:extLst>
          </p:cNvPr>
          <p:cNvSpPr>
            <a:spLocks noGrp="1"/>
          </p:cNvSpPr>
          <p:nvPr>
            <p:ph type="sldNum" sz="quarter" idx="12"/>
          </p:nvPr>
        </p:nvSpPr>
        <p:spPr/>
        <p:txBody>
          <a:bodyPr/>
          <a:lstStyle/>
          <a:p>
            <a:fld id="{233E71FE-A542-4040-BA29-68F56A442EAC}" type="slidenum">
              <a:rPr lang="en-PS" smtClean="0"/>
              <a:t>18</a:t>
            </a:fld>
            <a:endParaRPr lang="en-PS"/>
          </a:p>
        </p:txBody>
      </p:sp>
    </p:spTree>
    <p:extLst>
      <p:ext uri="{BB962C8B-B14F-4D97-AF65-F5344CB8AC3E}">
        <p14:creationId xmlns:p14="http://schemas.microsoft.com/office/powerpoint/2010/main" val="551164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431460" y="1476506"/>
            <a:ext cx="3454400" cy="2692400"/>
          </a:xfrm>
          <a:custGeom>
            <a:avLst/>
            <a:gdLst/>
            <a:ahLst/>
            <a:cxnLst/>
            <a:rect l="l" t="t" r="r" b="b"/>
            <a:pathLst>
              <a:path w="2590800" h="2019300">
                <a:moveTo>
                  <a:pt x="85725" y="1933575"/>
                </a:moveTo>
                <a:lnTo>
                  <a:pt x="85725" y="0"/>
                </a:lnTo>
              </a:path>
              <a:path w="2590800" h="2019300">
                <a:moveTo>
                  <a:pt x="0" y="1933575"/>
                </a:moveTo>
                <a:lnTo>
                  <a:pt x="161925" y="1933575"/>
                </a:lnTo>
              </a:path>
              <a:path w="2590800" h="2019300">
                <a:moveTo>
                  <a:pt x="0" y="1295400"/>
                </a:moveTo>
                <a:lnTo>
                  <a:pt x="161925" y="1295400"/>
                </a:lnTo>
              </a:path>
              <a:path w="2590800" h="2019300">
                <a:moveTo>
                  <a:pt x="0" y="647700"/>
                </a:moveTo>
                <a:lnTo>
                  <a:pt x="161925" y="647700"/>
                </a:lnTo>
              </a:path>
              <a:path w="2590800" h="2019300">
                <a:moveTo>
                  <a:pt x="0" y="0"/>
                </a:moveTo>
                <a:lnTo>
                  <a:pt x="161925" y="0"/>
                </a:lnTo>
              </a:path>
              <a:path w="2590800" h="2019300">
                <a:moveTo>
                  <a:pt x="85725" y="1933575"/>
                </a:moveTo>
                <a:lnTo>
                  <a:pt x="2590800" y="1933575"/>
                </a:lnTo>
              </a:path>
              <a:path w="2590800" h="2019300">
                <a:moveTo>
                  <a:pt x="85725" y="1857375"/>
                </a:moveTo>
                <a:lnTo>
                  <a:pt x="85725" y="2019300"/>
                </a:lnTo>
              </a:path>
              <a:path w="2590800" h="2019300">
                <a:moveTo>
                  <a:pt x="914400" y="1857375"/>
                </a:moveTo>
                <a:lnTo>
                  <a:pt x="914400" y="2019300"/>
                </a:lnTo>
              </a:path>
              <a:path w="2590800" h="2019300">
                <a:moveTo>
                  <a:pt x="1752600" y="1857375"/>
                </a:moveTo>
                <a:lnTo>
                  <a:pt x="1752600" y="2019300"/>
                </a:lnTo>
              </a:path>
              <a:path w="2590800" h="2019300">
                <a:moveTo>
                  <a:pt x="2590800" y="1857375"/>
                </a:moveTo>
                <a:lnTo>
                  <a:pt x="2590800" y="2019300"/>
                </a:lnTo>
              </a:path>
            </a:pathLst>
          </a:custGeom>
          <a:ln w="38100">
            <a:solidFill>
              <a:srgbClr val="000000"/>
            </a:solidFill>
          </a:ln>
        </p:spPr>
        <p:txBody>
          <a:bodyPr wrap="square" lIns="0" tIns="0" rIns="0" bIns="0" rtlCol="0"/>
          <a:lstStyle/>
          <a:p>
            <a:endParaRPr sz="2400"/>
          </a:p>
        </p:txBody>
      </p:sp>
      <p:sp>
        <p:nvSpPr>
          <p:cNvPr id="3" name="object 3"/>
          <p:cNvSpPr txBox="1"/>
          <p:nvPr/>
        </p:nvSpPr>
        <p:spPr>
          <a:xfrm>
            <a:off x="1033104" y="3808987"/>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4" name="object 4"/>
          <p:cNvSpPr txBox="1"/>
          <p:nvPr/>
        </p:nvSpPr>
        <p:spPr>
          <a:xfrm>
            <a:off x="1033104" y="2948010"/>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1</a:t>
            </a:r>
            <a:endParaRPr sz="2667">
              <a:latin typeface="Cambria Math"/>
              <a:cs typeface="Cambria Math"/>
            </a:endParaRPr>
          </a:p>
        </p:txBody>
      </p:sp>
      <p:sp>
        <p:nvSpPr>
          <p:cNvPr id="5" name="object 5"/>
          <p:cNvSpPr txBox="1"/>
          <p:nvPr/>
        </p:nvSpPr>
        <p:spPr>
          <a:xfrm>
            <a:off x="1033104" y="2088223"/>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6" name="object 6"/>
          <p:cNvSpPr txBox="1"/>
          <p:nvPr/>
        </p:nvSpPr>
        <p:spPr>
          <a:xfrm>
            <a:off x="1033104" y="1227245"/>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7" name="object 7"/>
          <p:cNvSpPr txBox="1"/>
          <p:nvPr/>
        </p:nvSpPr>
        <p:spPr>
          <a:xfrm>
            <a:off x="1433153" y="4237146"/>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0</a:t>
            </a:r>
            <a:endParaRPr sz="2667">
              <a:latin typeface="Cambria Math"/>
              <a:cs typeface="Cambria Math"/>
            </a:endParaRPr>
          </a:p>
        </p:txBody>
      </p:sp>
      <p:sp>
        <p:nvSpPr>
          <p:cNvPr id="8" name="object 8"/>
          <p:cNvSpPr txBox="1"/>
          <p:nvPr/>
        </p:nvSpPr>
        <p:spPr>
          <a:xfrm>
            <a:off x="2548552" y="4237146"/>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1</a:t>
            </a:r>
            <a:endParaRPr sz="2667">
              <a:latin typeface="Cambria Math"/>
              <a:cs typeface="Cambria Math"/>
            </a:endParaRPr>
          </a:p>
        </p:txBody>
      </p:sp>
      <p:sp>
        <p:nvSpPr>
          <p:cNvPr id="9" name="object 9"/>
          <p:cNvSpPr txBox="1"/>
          <p:nvPr/>
        </p:nvSpPr>
        <p:spPr>
          <a:xfrm>
            <a:off x="3664120" y="4237146"/>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2</a:t>
            </a:r>
            <a:endParaRPr sz="2667">
              <a:latin typeface="Cambria Math"/>
              <a:cs typeface="Cambria Math"/>
            </a:endParaRPr>
          </a:p>
        </p:txBody>
      </p:sp>
      <p:sp>
        <p:nvSpPr>
          <p:cNvPr id="10" name="object 10"/>
          <p:cNvSpPr txBox="1"/>
          <p:nvPr/>
        </p:nvSpPr>
        <p:spPr>
          <a:xfrm>
            <a:off x="4779688" y="4237146"/>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grpSp>
        <p:nvGrpSpPr>
          <p:cNvPr id="11" name="object 11"/>
          <p:cNvGrpSpPr/>
          <p:nvPr/>
        </p:nvGrpSpPr>
        <p:grpSpPr>
          <a:xfrm>
            <a:off x="1279061" y="1400306"/>
            <a:ext cx="3665220" cy="2755900"/>
            <a:chOff x="895350" y="1238250"/>
            <a:chExt cx="2748915" cy="2066925"/>
          </a:xfrm>
        </p:grpSpPr>
        <p:sp>
          <p:nvSpPr>
            <p:cNvPr id="12" name="object 12"/>
            <p:cNvSpPr/>
            <p:nvPr/>
          </p:nvSpPr>
          <p:spPr>
            <a:xfrm>
              <a:off x="1933575" y="1257300"/>
              <a:ext cx="1682750" cy="1691639"/>
            </a:xfrm>
            <a:custGeom>
              <a:avLst/>
              <a:gdLst/>
              <a:ahLst/>
              <a:cxnLst/>
              <a:rect l="l" t="t" r="r" b="b"/>
              <a:pathLst>
                <a:path w="1682750" h="1691639">
                  <a:moveTo>
                    <a:pt x="1682369" y="0"/>
                  </a:moveTo>
                  <a:lnTo>
                    <a:pt x="1676400" y="1193038"/>
                  </a:lnTo>
                </a:path>
                <a:path w="1682750" h="1691639">
                  <a:moveTo>
                    <a:pt x="847725" y="752475"/>
                  </a:moveTo>
                  <a:lnTo>
                    <a:pt x="847725" y="1479550"/>
                  </a:lnTo>
                </a:path>
                <a:path w="1682750" h="1691639">
                  <a:moveTo>
                    <a:pt x="0" y="1438275"/>
                  </a:moveTo>
                  <a:lnTo>
                    <a:pt x="0" y="1691513"/>
                  </a:lnTo>
                </a:path>
              </a:pathLst>
            </a:custGeom>
            <a:ln w="38100">
              <a:solidFill>
                <a:srgbClr val="0096FF"/>
              </a:solidFill>
            </a:ln>
          </p:spPr>
          <p:txBody>
            <a:bodyPr wrap="square" lIns="0" tIns="0" rIns="0" bIns="0" rtlCol="0"/>
            <a:lstStyle/>
            <a:p>
              <a:endParaRPr sz="2400"/>
            </a:p>
          </p:txBody>
        </p:sp>
        <p:sp>
          <p:nvSpPr>
            <p:cNvPr id="13" name="object 13"/>
            <p:cNvSpPr/>
            <p:nvPr/>
          </p:nvSpPr>
          <p:spPr>
            <a:xfrm>
              <a:off x="914400" y="2438400"/>
              <a:ext cx="2710815" cy="847725"/>
            </a:xfrm>
            <a:custGeom>
              <a:avLst/>
              <a:gdLst/>
              <a:ahLst/>
              <a:cxnLst/>
              <a:rect l="l" t="t" r="r" b="b"/>
              <a:pathLst>
                <a:path w="2710815" h="847725">
                  <a:moveTo>
                    <a:pt x="0" y="847725"/>
                  </a:moveTo>
                  <a:lnTo>
                    <a:pt x="2710815" y="0"/>
                  </a:lnTo>
                </a:path>
              </a:pathLst>
            </a:custGeom>
            <a:ln w="38100">
              <a:solidFill>
                <a:srgbClr val="7030A0"/>
              </a:solidFill>
            </a:ln>
          </p:spPr>
          <p:txBody>
            <a:bodyPr wrap="square" lIns="0" tIns="0" rIns="0" bIns="0" rtlCol="0"/>
            <a:lstStyle/>
            <a:p>
              <a:endParaRPr sz="2400"/>
            </a:p>
          </p:txBody>
        </p:sp>
      </p:grpSp>
      <p:sp>
        <p:nvSpPr>
          <p:cNvPr id="14" name="object 14"/>
          <p:cNvSpPr/>
          <p:nvPr/>
        </p:nvSpPr>
        <p:spPr>
          <a:xfrm>
            <a:off x="6102434" y="285835"/>
            <a:ext cx="11855" cy="4492415"/>
          </a:xfrm>
          <a:custGeom>
            <a:avLst/>
            <a:gdLst/>
            <a:ahLst/>
            <a:cxnLst/>
            <a:rect l="l" t="t" r="r" b="b"/>
            <a:pathLst>
              <a:path w="8889" h="3369310">
                <a:moveTo>
                  <a:pt x="8762" y="0"/>
                </a:moveTo>
                <a:lnTo>
                  <a:pt x="0" y="3368929"/>
                </a:lnTo>
              </a:path>
            </a:pathLst>
          </a:custGeom>
          <a:ln w="25400">
            <a:solidFill>
              <a:srgbClr val="7F7F7F"/>
            </a:solidFill>
          </a:ln>
        </p:spPr>
        <p:txBody>
          <a:bodyPr wrap="square" lIns="0" tIns="0" rIns="0" bIns="0" rtlCol="0"/>
          <a:lstStyle/>
          <a:p>
            <a:endParaRPr sz="2400"/>
          </a:p>
        </p:txBody>
      </p:sp>
      <p:sp>
        <p:nvSpPr>
          <p:cNvPr id="15" name="object 15"/>
          <p:cNvSpPr txBox="1"/>
          <p:nvPr/>
        </p:nvSpPr>
        <p:spPr>
          <a:xfrm>
            <a:off x="1867749" y="113537"/>
            <a:ext cx="2300393" cy="1108916"/>
          </a:xfrm>
          <a:prstGeom prst="rect">
            <a:avLst/>
          </a:prstGeom>
        </p:spPr>
        <p:txBody>
          <a:bodyPr vert="horz" wrap="square" lIns="0" tIns="21167" rIns="0" bIns="0" rtlCol="0">
            <a:spAutoFit/>
          </a:bodyPr>
          <a:lstStyle/>
          <a:p>
            <a:pPr marL="656134">
              <a:spcBef>
                <a:spcPts val="167"/>
              </a:spcBef>
            </a:pPr>
            <a:r>
              <a:rPr sz="2667" spc="80" dirty="0">
                <a:latin typeface="Cambria Math"/>
                <a:cs typeface="Cambria Math"/>
              </a:rPr>
              <a:t>ƒ</a:t>
            </a:r>
            <a:r>
              <a:rPr sz="3001" spc="119" baseline="-16666" dirty="0">
                <a:latin typeface="Cambria Math"/>
                <a:cs typeface="Cambria Math"/>
              </a:rPr>
              <a:t>w</a:t>
            </a:r>
            <a:r>
              <a:rPr sz="2667" spc="80" dirty="0">
                <a:latin typeface="Cambria Math"/>
                <a:cs typeface="Cambria Math"/>
              </a:rPr>
              <a:t>(𝑥)</a:t>
            </a:r>
            <a:endParaRPr sz="2667">
              <a:latin typeface="Cambria Math"/>
              <a:cs typeface="Cambria Math"/>
            </a:endParaRPr>
          </a:p>
          <a:p>
            <a:pPr marL="50797">
              <a:spcBef>
                <a:spcPts val="2380"/>
              </a:spcBef>
            </a:pPr>
            <a:r>
              <a:rPr sz="2400" spc="-15" dirty="0">
                <a:latin typeface="Verdana"/>
                <a:cs typeface="Verdana"/>
              </a:rPr>
              <a:t>(function</a:t>
            </a:r>
            <a:r>
              <a:rPr sz="2400" spc="-7" dirty="0">
                <a:latin typeface="Verdana"/>
                <a:cs typeface="Verdana"/>
              </a:rPr>
              <a:t> </a:t>
            </a:r>
            <a:r>
              <a:rPr sz="2400" spc="20" dirty="0">
                <a:latin typeface="Verdana"/>
                <a:cs typeface="Verdana"/>
              </a:rPr>
              <a:t>of</a:t>
            </a:r>
            <a:r>
              <a:rPr sz="2400" spc="-27" dirty="0">
                <a:latin typeface="Verdana"/>
                <a:cs typeface="Verdana"/>
              </a:rPr>
              <a:t> </a:t>
            </a:r>
            <a:r>
              <a:rPr sz="2400" spc="60" dirty="0">
                <a:latin typeface="Cambria Math"/>
                <a:cs typeface="Cambria Math"/>
              </a:rPr>
              <a:t>𝑥</a:t>
            </a:r>
            <a:r>
              <a:rPr sz="2400" spc="60" dirty="0">
                <a:latin typeface="Verdana"/>
                <a:cs typeface="Verdana"/>
              </a:rPr>
              <a:t>)</a:t>
            </a:r>
            <a:endParaRPr sz="2400">
              <a:latin typeface="Verdana"/>
              <a:cs typeface="Verdana"/>
            </a:endParaRPr>
          </a:p>
        </p:txBody>
      </p:sp>
      <p:sp>
        <p:nvSpPr>
          <p:cNvPr id="16" name="object 16"/>
          <p:cNvSpPr txBox="1"/>
          <p:nvPr/>
        </p:nvSpPr>
        <p:spPr>
          <a:xfrm>
            <a:off x="8754026" y="113538"/>
            <a:ext cx="710353" cy="431807"/>
          </a:xfrm>
          <a:prstGeom prst="rect">
            <a:avLst/>
          </a:prstGeom>
        </p:spPr>
        <p:txBody>
          <a:bodyPr vert="horz" wrap="square" lIns="0" tIns="21167" rIns="0" bIns="0" rtlCol="0">
            <a:spAutoFit/>
          </a:bodyPr>
          <a:lstStyle/>
          <a:p>
            <a:pPr marL="16933">
              <a:spcBef>
                <a:spcPts val="167"/>
              </a:spcBef>
            </a:pPr>
            <a:r>
              <a:rPr sz="2667" spc="100" dirty="0">
                <a:solidFill>
                  <a:srgbClr val="AB7942"/>
                </a:solidFill>
                <a:latin typeface="Cambria Math"/>
                <a:cs typeface="Cambria Math"/>
              </a:rPr>
              <a:t>𝐽</a:t>
            </a:r>
            <a:r>
              <a:rPr sz="2667" spc="-7" dirty="0">
                <a:solidFill>
                  <a:srgbClr val="AB7942"/>
                </a:solidFill>
                <a:latin typeface="Cambria Math"/>
                <a:cs typeface="Cambria Math"/>
              </a:rPr>
              <a:t>(</a:t>
            </a:r>
            <a:r>
              <a:rPr sz="2667" spc="27" dirty="0">
                <a:solidFill>
                  <a:srgbClr val="AB7942"/>
                </a:solidFill>
                <a:latin typeface="Cambria Math"/>
                <a:cs typeface="Cambria Math"/>
              </a:rPr>
              <a:t>𝑤)</a:t>
            </a:r>
            <a:endParaRPr sz="2667">
              <a:latin typeface="Cambria Math"/>
              <a:cs typeface="Cambria Math"/>
            </a:endParaRPr>
          </a:p>
        </p:txBody>
      </p:sp>
      <p:sp>
        <p:nvSpPr>
          <p:cNvPr id="17" name="object 17"/>
          <p:cNvSpPr txBox="1"/>
          <p:nvPr/>
        </p:nvSpPr>
        <p:spPr>
          <a:xfrm>
            <a:off x="8259404" y="933469"/>
            <a:ext cx="2283460" cy="387286"/>
          </a:xfrm>
          <a:prstGeom prst="rect">
            <a:avLst/>
          </a:prstGeom>
        </p:spPr>
        <p:txBody>
          <a:bodyPr vert="horz" wrap="square" lIns="0" tIns="17780" rIns="0" bIns="0" rtlCol="0">
            <a:spAutoFit/>
          </a:bodyPr>
          <a:lstStyle/>
          <a:p>
            <a:pPr marL="16933">
              <a:spcBef>
                <a:spcPts val="140"/>
              </a:spcBef>
            </a:pPr>
            <a:r>
              <a:rPr sz="2400" spc="-20" dirty="0">
                <a:latin typeface="Verdana"/>
                <a:cs typeface="Verdana"/>
              </a:rPr>
              <a:t>(function</a:t>
            </a:r>
            <a:r>
              <a:rPr sz="2400" spc="-7" dirty="0">
                <a:latin typeface="Verdana"/>
                <a:cs typeface="Verdana"/>
              </a:rPr>
              <a:t> </a:t>
            </a:r>
            <a:r>
              <a:rPr sz="2400" spc="15" dirty="0">
                <a:latin typeface="Verdana"/>
                <a:cs typeface="Verdana"/>
              </a:rPr>
              <a:t>of </a:t>
            </a:r>
            <a:r>
              <a:rPr sz="2400" spc="15" dirty="0">
                <a:latin typeface="Cambria Math"/>
                <a:cs typeface="Cambria Math"/>
              </a:rPr>
              <a:t>𝑤</a:t>
            </a:r>
            <a:r>
              <a:rPr sz="2400" spc="15" dirty="0">
                <a:latin typeface="Verdana"/>
                <a:cs typeface="Verdana"/>
              </a:rPr>
              <a:t>)</a:t>
            </a:r>
            <a:endParaRPr sz="2400" dirty="0">
              <a:latin typeface="Verdana"/>
              <a:cs typeface="Verdana"/>
            </a:endParaRPr>
          </a:p>
        </p:txBody>
      </p:sp>
      <p:sp>
        <p:nvSpPr>
          <p:cNvPr id="18" name="object 18"/>
          <p:cNvSpPr txBox="1"/>
          <p:nvPr/>
        </p:nvSpPr>
        <p:spPr>
          <a:xfrm>
            <a:off x="674541" y="2458978"/>
            <a:ext cx="239607" cy="510396"/>
          </a:xfrm>
          <a:prstGeom prst="rect">
            <a:avLst/>
          </a:prstGeom>
        </p:spPr>
        <p:txBody>
          <a:bodyPr vert="horz" wrap="square" lIns="0" tIns="17780" rIns="0" bIns="0" rtlCol="0">
            <a:spAutoFit/>
          </a:bodyPr>
          <a:lstStyle/>
          <a:p>
            <a:pPr marL="16933">
              <a:spcBef>
                <a:spcPts val="140"/>
              </a:spcBef>
            </a:pPr>
            <a:r>
              <a:rPr sz="3200" dirty="0">
                <a:latin typeface="Cambria Math"/>
                <a:cs typeface="Cambria Math"/>
              </a:rPr>
              <a:t>y</a:t>
            </a:r>
            <a:endParaRPr sz="3200">
              <a:latin typeface="Cambria Math"/>
              <a:cs typeface="Cambria Math"/>
            </a:endParaRPr>
          </a:p>
        </p:txBody>
      </p:sp>
      <p:sp>
        <p:nvSpPr>
          <p:cNvPr id="19" name="object 19"/>
          <p:cNvSpPr txBox="1"/>
          <p:nvPr/>
        </p:nvSpPr>
        <p:spPr>
          <a:xfrm>
            <a:off x="3043091" y="4359977"/>
            <a:ext cx="231140" cy="510396"/>
          </a:xfrm>
          <a:prstGeom prst="rect">
            <a:avLst/>
          </a:prstGeom>
        </p:spPr>
        <p:txBody>
          <a:bodyPr vert="horz" wrap="square" lIns="0" tIns="17780" rIns="0" bIns="0" rtlCol="0">
            <a:spAutoFit/>
          </a:bodyPr>
          <a:lstStyle/>
          <a:p>
            <a:pPr marL="16933">
              <a:spcBef>
                <a:spcPts val="140"/>
              </a:spcBef>
            </a:pPr>
            <a:r>
              <a:rPr sz="3200" dirty="0">
                <a:latin typeface="Cambria Math"/>
                <a:cs typeface="Cambria Math"/>
              </a:rPr>
              <a:t>x</a:t>
            </a:r>
          </a:p>
        </p:txBody>
      </p:sp>
      <p:sp>
        <p:nvSpPr>
          <p:cNvPr id="20" name="object 20"/>
          <p:cNvSpPr txBox="1"/>
          <p:nvPr/>
        </p:nvSpPr>
        <p:spPr>
          <a:xfrm>
            <a:off x="5158147" y="1223437"/>
            <a:ext cx="917787" cy="431807"/>
          </a:xfrm>
          <a:prstGeom prst="rect">
            <a:avLst/>
          </a:prstGeom>
        </p:spPr>
        <p:txBody>
          <a:bodyPr vert="horz" wrap="square" lIns="0" tIns="21167" rIns="0" bIns="0" rtlCol="0">
            <a:spAutoFit/>
          </a:bodyPr>
          <a:lstStyle/>
          <a:p>
            <a:pPr marL="50797">
              <a:spcBef>
                <a:spcPts val="167"/>
              </a:spcBef>
            </a:pPr>
            <a:r>
              <a:rPr sz="2667" spc="80" dirty="0">
                <a:latin typeface="Cambria Math"/>
                <a:cs typeface="Cambria Math"/>
              </a:rPr>
              <a:t>ƒ</a:t>
            </a:r>
            <a:r>
              <a:rPr sz="3001" spc="119" baseline="-16666" dirty="0">
                <a:latin typeface="Cambria Math"/>
                <a:cs typeface="Cambria Math"/>
              </a:rPr>
              <a:t>w</a:t>
            </a:r>
            <a:r>
              <a:rPr sz="2667" spc="80" dirty="0">
                <a:latin typeface="Cambria Math"/>
                <a:cs typeface="Cambria Math"/>
              </a:rPr>
              <a:t>(𝑥)</a:t>
            </a:r>
            <a:endParaRPr sz="2667">
              <a:latin typeface="Cambria Math"/>
              <a:cs typeface="Cambria Math"/>
            </a:endParaRPr>
          </a:p>
        </p:txBody>
      </p:sp>
      <p:sp>
        <p:nvSpPr>
          <p:cNvPr id="21" name="object 21"/>
          <p:cNvSpPr txBox="1"/>
          <p:nvPr/>
        </p:nvSpPr>
        <p:spPr>
          <a:xfrm>
            <a:off x="4627964" y="3076281"/>
            <a:ext cx="1191259" cy="431807"/>
          </a:xfrm>
          <a:prstGeom prst="rect">
            <a:avLst/>
          </a:prstGeom>
        </p:spPr>
        <p:txBody>
          <a:bodyPr vert="horz" wrap="square" lIns="0" tIns="21167" rIns="0" bIns="0" rtlCol="0">
            <a:spAutoFit/>
          </a:bodyPr>
          <a:lstStyle/>
          <a:p>
            <a:pPr marL="16933">
              <a:spcBef>
                <a:spcPts val="167"/>
              </a:spcBef>
            </a:pPr>
            <a:r>
              <a:rPr sz="2667" spc="27" dirty="0">
                <a:latin typeface="Cambria Math"/>
                <a:cs typeface="Cambria Math"/>
              </a:rPr>
              <a:t>𝑤</a:t>
            </a:r>
            <a:r>
              <a:rPr sz="2667" spc="148" dirty="0">
                <a:latin typeface="Cambria Math"/>
                <a:cs typeface="Cambria Math"/>
              </a:rPr>
              <a:t> </a:t>
            </a:r>
            <a:r>
              <a:rPr sz="2667" spc="27" dirty="0">
                <a:latin typeface="Cambria Math"/>
                <a:cs typeface="Cambria Math"/>
              </a:rPr>
              <a:t>=</a:t>
            </a:r>
            <a:r>
              <a:rPr sz="2667" spc="47" dirty="0">
                <a:latin typeface="Cambria Math"/>
                <a:cs typeface="Cambria Math"/>
              </a:rPr>
              <a:t> </a:t>
            </a:r>
            <a:r>
              <a:rPr sz="2667" spc="27" dirty="0">
                <a:latin typeface="Cambria Math"/>
                <a:cs typeface="Cambria Math"/>
              </a:rPr>
              <a:t>0.5</a:t>
            </a:r>
            <a:endParaRPr sz="2667">
              <a:latin typeface="Cambria Math"/>
              <a:cs typeface="Cambria Math"/>
            </a:endParaRPr>
          </a:p>
        </p:txBody>
      </p:sp>
      <p:sp>
        <p:nvSpPr>
          <p:cNvPr id="22" name="object 22"/>
          <p:cNvSpPr/>
          <p:nvPr/>
        </p:nvSpPr>
        <p:spPr>
          <a:xfrm>
            <a:off x="7316386" y="1379982"/>
            <a:ext cx="3810000" cy="2679700"/>
          </a:xfrm>
          <a:custGeom>
            <a:avLst/>
            <a:gdLst/>
            <a:ahLst/>
            <a:cxnLst/>
            <a:rect l="l" t="t" r="r" b="b"/>
            <a:pathLst>
              <a:path w="2857500" h="2009775">
                <a:moveTo>
                  <a:pt x="476250" y="1933575"/>
                </a:moveTo>
                <a:lnTo>
                  <a:pt x="476250" y="0"/>
                </a:lnTo>
              </a:path>
              <a:path w="2857500" h="2009775">
                <a:moveTo>
                  <a:pt x="400050" y="1933575"/>
                </a:moveTo>
                <a:lnTo>
                  <a:pt x="561975" y="1933575"/>
                </a:lnTo>
              </a:path>
              <a:path w="2857500" h="2009775">
                <a:moveTo>
                  <a:pt x="400050" y="1285875"/>
                </a:moveTo>
                <a:lnTo>
                  <a:pt x="561975" y="1285875"/>
                </a:lnTo>
              </a:path>
              <a:path w="2857500" h="2009775">
                <a:moveTo>
                  <a:pt x="400050" y="647700"/>
                </a:moveTo>
                <a:lnTo>
                  <a:pt x="561975" y="647700"/>
                </a:lnTo>
              </a:path>
              <a:path w="2857500" h="2009775">
                <a:moveTo>
                  <a:pt x="400050" y="0"/>
                </a:moveTo>
                <a:lnTo>
                  <a:pt x="561975" y="0"/>
                </a:lnTo>
              </a:path>
              <a:path w="2857500" h="2009775">
                <a:moveTo>
                  <a:pt x="0" y="1933575"/>
                </a:moveTo>
                <a:lnTo>
                  <a:pt x="2857500" y="1933575"/>
                </a:lnTo>
              </a:path>
              <a:path w="2857500" h="2009775">
                <a:moveTo>
                  <a:pt x="0" y="1847850"/>
                </a:moveTo>
                <a:lnTo>
                  <a:pt x="0" y="2009775"/>
                </a:lnTo>
              </a:path>
              <a:path w="2857500" h="2009775">
                <a:moveTo>
                  <a:pt x="476250" y="1847850"/>
                </a:moveTo>
                <a:lnTo>
                  <a:pt x="476250" y="2009775"/>
                </a:lnTo>
              </a:path>
              <a:path w="2857500" h="2009775">
                <a:moveTo>
                  <a:pt x="952500" y="1847850"/>
                </a:moveTo>
                <a:lnTo>
                  <a:pt x="952500" y="2009775"/>
                </a:lnTo>
              </a:path>
              <a:path w="2857500" h="2009775">
                <a:moveTo>
                  <a:pt x="1428750" y="1847850"/>
                </a:moveTo>
                <a:lnTo>
                  <a:pt x="1428750" y="2009775"/>
                </a:lnTo>
              </a:path>
              <a:path w="2857500" h="2009775">
                <a:moveTo>
                  <a:pt x="1905000" y="1847850"/>
                </a:moveTo>
                <a:lnTo>
                  <a:pt x="1905000" y="2009775"/>
                </a:lnTo>
              </a:path>
              <a:path w="2857500" h="2009775">
                <a:moveTo>
                  <a:pt x="2381250" y="1847850"/>
                </a:moveTo>
                <a:lnTo>
                  <a:pt x="2381250" y="2009775"/>
                </a:lnTo>
              </a:path>
              <a:path w="2857500" h="2009775">
                <a:moveTo>
                  <a:pt x="2857500" y="1847850"/>
                </a:moveTo>
                <a:lnTo>
                  <a:pt x="2857500" y="2009775"/>
                </a:lnTo>
              </a:path>
            </a:pathLst>
          </a:custGeom>
          <a:ln w="38100">
            <a:solidFill>
              <a:srgbClr val="000000"/>
            </a:solidFill>
          </a:ln>
        </p:spPr>
        <p:txBody>
          <a:bodyPr wrap="square" lIns="0" tIns="0" rIns="0" bIns="0" rtlCol="0"/>
          <a:lstStyle/>
          <a:p>
            <a:endParaRPr sz="2400"/>
          </a:p>
        </p:txBody>
      </p:sp>
      <p:sp>
        <p:nvSpPr>
          <p:cNvPr id="23" name="object 23"/>
          <p:cNvSpPr txBox="1"/>
          <p:nvPr/>
        </p:nvSpPr>
        <p:spPr>
          <a:xfrm>
            <a:off x="7451515" y="370822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24" name="object 24"/>
          <p:cNvSpPr txBox="1"/>
          <p:nvPr/>
        </p:nvSpPr>
        <p:spPr>
          <a:xfrm>
            <a:off x="7451515" y="2847252"/>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1</a:t>
            </a:r>
            <a:endParaRPr sz="2667">
              <a:latin typeface="Cambria Math"/>
              <a:cs typeface="Cambria Math"/>
            </a:endParaRPr>
          </a:p>
        </p:txBody>
      </p:sp>
      <p:sp>
        <p:nvSpPr>
          <p:cNvPr id="25" name="object 25"/>
          <p:cNvSpPr txBox="1"/>
          <p:nvPr/>
        </p:nvSpPr>
        <p:spPr>
          <a:xfrm>
            <a:off x="7451515" y="1987464"/>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26" name="object 26"/>
          <p:cNvSpPr txBox="1"/>
          <p:nvPr/>
        </p:nvSpPr>
        <p:spPr>
          <a:xfrm>
            <a:off x="7451515" y="1126486"/>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27" name="object 27"/>
          <p:cNvSpPr txBox="1"/>
          <p:nvPr/>
        </p:nvSpPr>
        <p:spPr>
          <a:xfrm>
            <a:off x="7032415" y="4136641"/>
            <a:ext cx="593513" cy="431807"/>
          </a:xfrm>
          <a:prstGeom prst="rect">
            <a:avLst/>
          </a:prstGeom>
        </p:spPr>
        <p:txBody>
          <a:bodyPr vert="horz" wrap="square" lIns="0" tIns="21167" rIns="0" bIns="0" rtlCol="0">
            <a:spAutoFit/>
          </a:bodyPr>
          <a:lstStyle/>
          <a:p>
            <a:pPr marL="16933">
              <a:spcBef>
                <a:spcPts val="167"/>
              </a:spcBef>
            </a:pPr>
            <a:r>
              <a:rPr sz="2667" dirty="0">
                <a:latin typeface="Cambria Math"/>
                <a:cs typeface="Cambria Math"/>
              </a:rPr>
              <a:t>-</a:t>
            </a:r>
            <a:r>
              <a:rPr sz="2667" spc="27" dirty="0">
                <a:latin typeface="Cambria Math"/>
                <a:cs typeface="Cambria Math"/>
              </a:rPr>
              <a:t>0</a:t>
            </a:r>
            <a:r>
              <a:rPr sz="2667" spc="-47" dirty="0">
                <a:latin typeface="Cambria Math"/>
                <a:cs typeface="Cambria Math"/>
              </a:rPr>
              <a:t>.</a:t>
            </a:r>
            <a:r>
              <a:rPr sz="2667" spc="20" dirty="0">
                <a:latin typeface="Cambria Math"/>
                <a:cs typeface="Cambria Math"/>
              </a:rPr>
              <a:t>5</a:t>
            </a:r>
            <a:endParaRPr sz="2667">
              <a:latin typeface="Cambria Math"/>
              <a:cs typeface="Cambria Math"/>
            </a:endParaRPr>
          </a:p>
        </p:txBody>
      </p:sp>
      <p:sp>
        <p:nvSpPr>
          <p:cNvPr id="28" name="object 28"/>
          <p:cNvSpPr txBox="1"/>
          <p:nvPr/>
        </p:nvSpPr>
        <p:spPr>
          <a:xfrm>
            <a:off x="6619239" y="2429422"/>
            <a:ext cx="905935" cy="431807"/>
          </a:xfrm>
          <a:prstGeom prst="rect">
            <a:avLst/>
          </a:prstGeom>
        </p:spPr>
        <p:txBody>
          <a:bodyPr vert="horz" wrap="square" lIns="0" tIns="21167" rIns="0" bIns="0" rtlCol="0">
            <a:spAutoFit/>
          </a:bodyPr>
          <a:lstStyle/>
          <a:p>
            <a:pPr marL="50797">
              <a:spcBef>
                <a:spcPts val="167"/>
              </a:spcBef>
            </a:pPr>
            <a:r>
              <a:rPr sz="2667" dirty="0">
                <a:latin typeface="Cambria Math"/>
                <a:cs typeface="Cambria Math"/>
              </a:rPr>
              <a:t>𝐽(𝑤</a:t>
            </a:r>
            <a:r>
              <a:rPr sz="3001" baseline="-16666" dirty="0">
                <a:latin typeface="Cambria Math"/>
                <a:cs typeface="Cambria Math"/>
              </a:rPr>
              <a:t>1</a:t>
            </a:r>
            <a:r>
              <a:rPr sz="2667" dirty="0">
                <a:latin typeface="Cambria Math"/>
                <a:cs typeface="Cambria Math"/>
              </a:rPr>
              <a:t>)</a:t>
            </a:r>
            <a:endParaRPr sz="2667">
              <a:latin typeface="Cambria Math"/>
              <a:cs typeface="Cambria Math"/>
            </a:endParaRPr>
          </a:p>
        </p:txBody>
      </p:sp>
      <p:sp>
        <p:nvSpPr>
          <p:cNvPr id="29" name="object 29"/>
          <p:cNvSpPr/>
          <p:nvPr/>
        </p:nvSpPr>
        <p:spPr>
          <a:xfrm>
            <a:off x="9107085" y="3945380"/>
            <a:ext cx="216747" cy="216747"/>
          </a:xfrm>
          <a:custGeom>
            <a:avLst/>
            <a:gdLst/>
            <a:ahLst/>
            <a:cxnLst/>
            <a:rect l="l" t="t" r="r" b="b"/>
            <a:pathLst>
              <a:path w="162559" h="162560">
                <a:moveTo>
                  <a:pt x="0" y="0"/>
                </a:moveTo>
                <a:lnTo>
                  <a:pt x="162051" y="162051"/>
                </a:lnTo>
              </a:path>
              <a:path w="162559" h="162560">
                <a:moveTo>
                  <a:pt x="162051" y="0"/>
                </a:moveTo>
                <a:lnTo>
                  <a:pt x="0" y="162051"/>
                </a:lnTo>
              </a:path>
            </a:pathLst>
          </a:custGeom>
          <a:ln w="38100">
            <a:solidFill>
              <a:srgbClr val="FF40FF"/>
            </a:solidFill>
          </a:ln>
        </p:spPr>
        <p:txBody>
          <a:bodyPr wrap="square" lIns="0" tIns="0" rIns="0" bIns="0" rtlCol="0"/>
          <a:lstStyle/>
          <a:p>
            <a:endParaRPr sz="2400"/>
          </a:p>
        </p:txBody>
      </p:sp>
      <p:sp>
        <p:nvSpPr>
          <p:cNvPr id="32" name="object 32"/>
          <p:cNvSpPr txBox="1"/>
          <p:nvPr/>
        </p:nvSpPr>
        <p:spPr>
          <a:xfrm>
            <a:off x="7851479" y="4136643"/>
            <a:ext cx="3520441" cy="740930"/>
          </a:xfrm>
          <a:prstGeom prst="rect">
            <a:avLst/>
          </a:prstGeom>
        </p:spPr>
        <p:txBody>
          <a:bodyPr vert="horz" wrap="square" lIns="0" tIns="21167" rIns="0" bIns="0" rtlCol="0">
            <a:spAutoFit/>
          </a:bodyPr>
          <a:lstStyle/>
          <a:p>
            <a:pPr algn="ctr">
              <a:lnSpc>
                <a:spcPts val="2780"/>
              </a:lnSpc>
              <a:spcBef>
                <a:spcPts val="167"/>
              </a:spcBef>
              <a:tabLst>
                <a:tab pos="504589" algn="l"/>
                <a:tab pos="1267396" algn="l"/>
                <a:tab pos="1772832" algn="l"/>
                <a:tab pos="2535641" algn="l"/>
                <a:tab pos="3041075" algn="l"/>
              </a:tabLst>
            </a:pPr>
            <a:r>
              <a:rPr sz="2667" spc="20" dirty="0">
                <a:latin typeface="Cambria Math"/>
                <a:cs typeface="Cambria Math"/>
              </a:rPr>
              <a:t>0	</a:t>
            </a:r>
            <a:r>
              <a:rPr sz="2667" spc="-7" dirty="0">
                <a:latin typeface="Cambria Math"/>
                <a:cs typeface="Cambria Math"/>
              </a:rPr>
              <a:t>0.5	</a:t>
            </a:r>
            <a:r>
              <a:rPr sz="2667" spc="20" dirty="0">
                <a:latin typeface="Cambria Math"/>
                <a:cs typeface="Cambria Math"/>
              </a:rPr>
              <a:t>1	</a:t>
            </a:r>
            <a:r>
              <a:rPr sz="2667" dirty="0">
                <a:latin typeface="Cambria Math"/>
                <a:cs typeface="Cambria Math"/>
              </a:rPr>
              <a:t>1.5	</a:t>
            </a:r>
            <a:r>
              <a:rPr sz="2667" spc="20" dirty="0">
                <a:latin typeface="Cambria Math"/>
                <a:cs typeface="Cambria Math"/>
              </a:rPr>
              <a:t>2	</a:t>
            </a:r>
            <a:r>
              <a:rPr sz="2667" spc="-7" dirty="0">
                <a:latin typeface="Cambria Math"/>
                <a:cs typeface="Cambria Math"/>
              </a:rPr>
              <a:t>2.5</a:t>
            </a:r>
            <a:endParaRPr sz="2667">
              <a:latin typeface="Cambria Math"/>
              <a:cs typeface="Cambria Math"/>
            </a:endParaRPr>
          </a:p>
          <a:p>
            <a:pPr marR="804295" algn="ctr">
              <a:lnSpc>
                <a:spcPts val="2780"/>
              </a:lnSpc>
            </a:pPr>
            <a:r>
              <a:rPr sz="2667" spc="27" dirty="0">
                <a:latin typeface="Cambria Math"/>
                <a:cs typeface="Cambria Math"/>
              </a:rPr>
              <a:t>𝑤</a:t>
            </a:r>
            <a:endParaRPr sz="2667">
              <a:latin typeface="Cambria Math"/>
              <a:cs typeface="Cambria Math"/>
            </a:endParaRPr>
          </a:p>
        </p:txBody>
      </p:sp>
      <p:grpSp>
        <p:nvGrpSpPr>
          <p:cNvPr id="43" name="object 43"/>
          <p:cNvGrpSpPr/>
          <p:nvPr/>
        </p:nvGrpSpPr>
        <p:grpSpPr>
          <a:xfrm>
            <a:off x="7674355" y="2430863"/>
            <a:ext cx="1129455" cy="1167553"/>
            <a:chOff x="5754878" y="2064511"/>
            <a:chExt cx="847090" cy="875665"/>
          </a:xfrm>
        </p:grpSpPr>
        <p:pic>
          <p:nvPicPr>
            <p:cNvPr id="44" name="object 44"/>
            <p:cNvPicPr/>
            <p:nvPr/>
          </p:nvPicPr>
          <p:blipFill>
            <a:blip r:embed="rId2" cstate="print"/>
            <a:stretch>
              <a:fillRect/>
            </a:stretch>
          </p:blipFill>
          <p:spPr>
            <a:xfrm>
              <a:off x="5754878" y="2064511"/>
              <a:ext cx="169993" cy="300736"/>
            </a:xfrm>
            <a:prstGeom prst="rect">
              <a:avLst/>
            </a:prstGeom>
          </p:spPr>
        </p:pic>
        <p:pic>
          <p:nvPicPr>
            <p:cNvPr id="45" name="object 45"/>
            <p:cNvPicPr/>
            <p:nvPr/>
          </p:nvPicPr>
          <p:blipFill>
            <a:blip r:embed="rId3" cstate="print"/>
            <a:stretch>
              <a:fillRect/>
            </a:stretch>
          </p:blipFill>
          <p:spPr>
            <a:xfrm>
              <a:off x="6372733" y="2691129"/>
              <a:ext cx="228981" cy="248538"/>
            </a:xfrm>
            <a:prstGeom prst="rect">
              <a:avLst/>
            </a:prstGeom>
          </p:spPr>
        </p:pic>
      </p:grpSp>
      <p:grpSp>
        <p:nvGrpSpPr>
          <p:cNvPr id="68" name="Group 67">
            <a:extLst>
              <a:ext uri="{FF2B5EF4-FFF2-40B4-BE49-F238E27FC236}">
                <a16:creationId xmlns:a16="http://schemas.microsoft.com/office/drawing/2014/main" id="{E8D4049B-BB13-F649-C85B-01E8CF6944C0}"/>
              </a:ext>
            </a:extLst>
          </p:cNvPr>
          <p:cNvGrpSpPr/>
          <p:nvPr/>
        </p:nvGrpSpPr>
        <p:grpSpPr>
          <a:xfrm>
            <a:off x="295017" y="5120205"/>
            <a:ext cx="11048411" cy="1072654"/>
            <a:chOff x="247650" y="4930653"/>
            <a:chExt cx="11048411" cy="1072654"/>
          </a:xfrm>
        </p:grpSpPr>
        <p:sp>
          <p:nvSpPr>
            <p:cNvPr id="30" name="object 30"/>
            <p:cNvSpPr/>
            <p:nvPr/>
          </p:nvSpPr>
          <p:spPr>
            <a:xfrm>
              <a:off x="434002" y="5380143"/>
              <a:ext cx="679028" cy="318347"/>
            </a:xfrm>
            <a:custGeom>
              <a:avLst/>
              <a:gdLst/>
              <a:ahLst/>
              <a:cxnLst/>
              <a:rect l="l" t="t" r="r" b="b"/>
              <a:pathLst>
                <a:path w="509269" h="238760">
                  <a:moveTo>
                    <a:pt x="433235" y="0"/>
                  </a:moveTo>
                  <a:lnTo>
                    <a:pt x="429844" y="9664"/>
                  </a:lnTo>
                  <a:lnTo>
                    <a:pt x="443632" y="15651"/>
                  </a:lnTo>
                  <a:lnTo>
                    <a:pt x="455488" y="23936"/>
                  </a:lnTo>
                  <a:lnTo>
                    <a:pt x="479568" y="62337"/>
                  </a:lnTo>
                  <a:lnTo>
                    <a:pt x="487476" y="117906"/>
                  </a:lnTo>
                  <a:lnTo>
                    <a:pt x="486593" y="138921"/>
                  </a:lnTo>
                  <a:lnTo>
                    <a:pt x="473354" y="190372"/>
                  </a:lnTo>
                  <a:lnTo>
                    <a:pt x="443788" y="222534"/>
                  </a:lnTo>
                  <a:lnTo>
                    <a:pt x="430212" y="228549"/>
                  </a:lnTo>
                  <a:lnTo>
                    <a:pt x="433235" y="238213"/>
                  </a:lnTo>
                  <a:lnTo>
                    <a:pt x="478742" y="211171"/>
                  </a:lnTo>
                  <a:lnTo>
                    <a:pt x="504309" y="161255"/>
                  </a:lnTo>
                  <a:lnTo>
                    <a:pt x="509206" y="119164"/>
                  </a:lnTo>
                  <a:lnTo>
                    <a:pt x="507977" y="97330"/>
                  </a:lnTo>
                  <a:lnTo>
                    <a:pt x="498147" y="58626"/>
                  </a:lnTo>
                  <a:lnTo>
                    <a:pt x="465648" y="15273"/>
                  </a:lnTo>
                  <a:lnTo>
                    <a:pt x="450506" y="6237"/>
                  </a:lnTo>
                  <a:lnTo>
                    <a:pt x="433235" y="0"/>
                  </a:lnTo>
                  <a:close/>
                </a:path>
                <a:path w="509269" h="238760">
                  <a:moveTo>
                    <a:pt x="75971" y="0"/>
                  </a:moveTo>
                  <a:lnTo>
                    <a:pt x="30538" y="27112"/>
                  </a:lnTo>
                  <a:lnTo>
                    <a:pt x="4913" y="77150"/>
                  </a:lnTo>
                  <a:lnTo>
                    <a:pt x="0" y="119164"/>
                  </a:lnTo>
                  <a:lnTo>
                    <a:pt x="1223" y="141054"/>
                  </a:lnTo>
                  <a:lnTo>
                    <a:pt x="11015" y="179764"/>
                  </a:lnTo>
                  <a:lnTo>
                    <a:pt x="43476" y="222970"/>
                  </a:lnTo>
                  <a:lnTo>
                    <a:pt x="75971" y="238213"/>
                  </a:lnTo>
                  <a:lnTo>
                    <a:pt x="78981" y="228549"/>
                  </a:lnTo>
                  <a:lnTo>
                    <a:pt x="65405" y="222534"/>
                  </a:lnTo>
                  <a:lnTo>
                    <a:pt x="53692" y="214166"/>
                  </a:lnTo>
                  <a:lnTo>
                    <a:pt x="29667" y="175151"/>
                  </a:lnTo>
                  <a:lnTo>
                    <a:pt x="21717" y="117906"/>
                  </a:lnTo>
                  <a:lnTo>
                    <a:pt x="22600" y="97585"/>
                  </a:lnTo>
                  <a:lnTo>
                    <a:pt x="35852" y="47409"/>
                  </a:lnTo>
                  <a:lnTo>
                    <a:pt x="65620" y="15651"/>
                  </a:lnTo>
                  <a:lnTo>
                    <a:pt x="79362" y="9664"/>
                  </a:lnTo>
                  <a:lnTo>
                    <a:pt x="75971" y="0"/>
                  </a:lnTo>
                  <a:close/>
                </a:path>
              </a:pathLst>
            </a:custGeom>
            <a:solidFill>
              <a:srgbClr val="000000"/>
            </a:solidFill>
          </p:spPr>
          <p:txBody>
            <a:bodyPr wrap="square" lIns="0" tIns="0" rIns="0" bIns="0" rtlCol="0"/>
            <a:lstStyle/>
            <a:p>
              <a:endParaRPr sz="2400"/>
            </a:p>
          </p:txBody>
        </p:sp>
        <p:sp>
          <p:nvSpPr>
            <p:cNvPr id="31" name="object 31"/>
            <p:cNvSpPr txBox="1"/>
            <p:nvPr/>
          </p:nvSpPr>
          <p:spPr>
            <a:xfrm>
              <a:off x="247650" y="5284471"/>
              <a:ext cx="1244601" cy="432663"/>
            </a:xfrm>
            <a:prstGeom prst="rect">
              <a:avLst/>
            </a:prstGeom>
          </p:spPr>
          <p:txBody>
            <a:bodyPr vert="horz" wrap="square" lIns="0" tIns="22015" rIns="0" bIns="0" rtlCol="0">
              <a:spAutoFit/>
            </a:bodyPr>
            <a:lstStyle/>
            <a:p>
              <a:pPr marL="16933">
                <a:spcBef>
                  <a:spcPts val="175"/>
                </a:spcBef>
                <a:tabLst>
                  <a:tab pos="969384" algn="l"/>
                </a:tabLst>
              </a:pPr>
              <a:r>
                <a:rPr sz="2667" spc="41" dirty="0">
                  <a:latin typeface="Cambria Math"/>
                  <a:cs typeface="Cambria Math"/>
                </a:rPr>
                <a:t>𝐽 </a:t>
              </a:r>
              <a:r>
                <a:rPr sz="2667" spc="-15" dirty="0">
                  <a:latin typeface="Cambria Math"/>
                  <a:cs typeface="Cambria Math"/>
                </a:rPr>
                <a:t> </a:t>
              </a:r>
              <a:r>
                <a:rPr sz="2667" spc="20" dirty="0">
                  <a:latin typeface="Cambria Math"/>
                  <a:cs typeface="Cambria Math"/>
                </a:rPr>
                <a:t>0</a:t>
              </a:r>
              <a:r>
                <a:rPr sz="2667" spc="47" dirty="0">
                  <a:latin typeface="Cambria Math"/>
                  <a:cs typeface="Cambria Math"/>
                </a:rPr>
                <a:t>.</a:t>
              </a:r>
              <a:r>
                <a:rPr sz="2667" spc="20" dirty="0">
                  <a:latin typeface="Cambria Math"/>
                  <a:cs typeface="Cambria Math"/>
                </a:rPr>
                <a:t>5</a:t>
              </a:r>
              <a:r>
                <a:rPr sz="2667" dirty="0">
                  <a:latin typeface="Cambria Math"/>
                  <a:cs typeface="Cambria Math"/>
                </a:rPr>
                <a:t>	</a:t>
              </a:r>
              <a:r>
                <a:rPr sz="2667" spc="27" dirty="0">
                  <a:latin typeface="Cambria Math"/>
                  <a:cs typeface="Cambria Math"/>
                </a:rPr>
                <a:t>=</a:t>
              </a:r>
              <a:endParaRPr sz="2667">
                <a:latin typeface="Cambria Math"/>
                <a:cs typeface="Cambria Math"/>
              </a:endParaRPr>
            </a:p>
          </p:txBody>
        </p:sp>
        <p:pic>
          <p:nvPicPr>
            <p:cNvPr id="34" name="object 34"/>
            <p:cNvPicPr/>
            <p:nvPr/>
          </p:nvPicPr>
          <p:blipFill>
            <a:blip r:embed="rId4" cstate="print"/>
            <a:stretch>
              <a:fillRect/>
            </a:stretch>
          </p:blipFill>
          <p:spPr>
            <a:xfrm>
              <a:off x="3887048" y="5480135"/>
              <a:ext cx="220133" cy="369147"/>
            </a:xfrm>
            <a:prstGeom prst="rect">
              <a:avLst/>
            </a:prstGeom>
          </p:spPr>
        </p:pic>
        <p:pic>
          <p:nvPicPr>
            <p:cNvPr id="35" name="object 35"/>
            <p:cNvPicPr/>
            <p:nvPr/>
          </p:nvPicPr>
          <p:blipFill>
            <a:blip r:embed="rId5" cstate="print"/>
            <a:stretch>
              <a:fillRect/>
            </a:stretch>
          </p:blipFill>
          <p:spPr>
            <a:xfrm>
              <a:off x="4197944" y="5321367"/>
              <a:ext cx="1054608" cy="549284"/>
            </a:xfrm>
            <a:prstGeom prst="rect">
              <a:avLst/>
            </a:prstGeom>
          </p:spPr>
        </p:pic>
        <p:pic>
          <p:nvPicPr>
            <p:cNvPr id="36" name="object 36"/>
            <p:cNvPicPr/>
            <p:nvPr/>
          </p:nvPicPr>
          <p:blipFill>
            <a:blip r:embed="rId6" cstate="print"/>
            <a:stretch>
              <a:fillRect/>
            </a:stretch>
          </p:blipFill>
          <p:spPr>
            <a:xfrm>
              <a:off x="5347549" y="5472618"/>
              <a:ext cx="101431" cy="350519"/>
            </a:xfrm>
            <a:prstGeom prst="rect">
              <a:avLst/>
            </a:prstGeom>
          </p:spPr>
        </p:pic>
        <p:pic>
          <p:nvPicPr>
            <p:cNvPr id="37" name="object 37"/>
            <p:cNvPicPr/>
            <p:nvPr/>
          </p:nvPicPr>
          <p:blipFill>
            <a:blip r:embed="rId7" cstate="print"/>
            <a:stretch>
              <a:fillRect/>
            </a:stretch>
          </p:blipFill>
          <p:spPr>
            <a:xfrm>
              <a:off x="5556337" y="5497186"/>
              <a:ext cx="367452" cy="296335"/>
            </a:xfrm>
            <a:prstGeom prst="rect">
              <a:avLst/>
            </a:prstGeom>
          </p:spPr>
        </p:pic>
        <p:pic>
          <p:nvPicPr>
            <p:cNvPr id="38" name="object 38"/>
            <p:cNvPicPr/>
            <p:nvPr/>
          </p:nvPicPr>
          <p:blipFill>
            <a:blip r:embed="rId8" cstate="print"/>
            <a:stretch>
              <a:fillRect/>
            </a:stretch>
          </p:blipFill>
          <p:spPr>
            <a:xfrm>
              <a:off x="9018994" y="5472904"/>
              <a:ext cx="176823" cy="52544"/>
            </a:xfrm>
            <a:prstGeom prst="rect">
              <a:avLst/>
            </a:prstGeom>
          </p:spPr>
        </p:pic>
        <p:pic>
          <p:nvPicPr>
            <p:cNvPr id="39" name="object 39"/>
            <p:cNvPicPr/>
            <p:nvPr/>
          </p:nvPicPr>
          <p:blipFill>
            <a:blip r:embed="rId9" cstate="print"/>
            <a:stretch>
              <a:fillRect/>
            </a:stretch>
          </p:blipFill>
          <p:spPr>
            <a:xfrm>
              <a:off x="9026498" y="5619937"/>
              <a:ext cx="185388" cy="46516"/>
            </a:xfrm>
            <a:prstGeom prst="rect">
              <a:avLst/>
            </a:prstGeom>
          </p:spPr>
        </p:pic>
        <p:pic>
          <p:nvPicPr>
            <p:cNvPr id="40" name="object 40"/>
            <p:cNvPicPr/>
            <p:nvPr/>
          </p:nvPicPr>
          <p:blipFill>
            <a:blip r:embed="rId10" cstate="print"/>
            <a:stretch>
              <a:fillRect/>
            </a:stretch>
          </p:blipFill>
          <p:spPr>
            <a:xfrm>
              <a:off x="9308716" y="5267487"/>
              <a:ext cx="563461" cy="735820"/>
            </a:xfrm>
            <a:prstGeom prst="rect">
              <a:avLst/>
            </a:prstGeom>
          </p:spPr>
        </p:pic>
        <p:pic>
          <p:nvPicPr>
            <p:cNvPr id="41" name="object 41"/>
            <p:cNvPicPr/>
            <p:nvPr/>
          </p:nvPicPr>
          <p:blipFill>
            <a:blip r:embed="rId11" cstate="print"/>
            <a:stretch>
              <a:fillRect/>
            </a:stretch>
          </p:blipFill>
          <p:spPr>
            <a:xfrm>
              <a:off x="10029277" y="5436531"/>
              <a:ext cx="381396" cy="258300"/>
            </a:xfrm>
            <a:prstGeom prst="rect">
              <a:avLst/>
            </a:prstGeom>
          </p:spPr>
        </p:pic>
        <p:pic>
          <p:nvPicPr>
            <p:cNvPr id="42" name="object 42"/>
            <p:cNvPicPr/>
            <p:nvPr/>
          </p:nvPicPr>
          <p:blipFill>
            <a:blip r:embed="rId12" cstate="print"/>
            <a:stretch>
              <a:fillRect/>
            </a:stretch>
          </p:blipFill>
          <p:spPr>
            <a:xfrm>
              <a:off x="10511878" y="5383313"/>
              <a:ext cx="784183" cy="298025"/>
            </a:xfrm>
            <a:prstGeom prst="rect">
              <a:avLst/>
            </a:prstGeom>
          </p:spPr>
        </p:pic>
        <p:pic>
          <p:nvPicPr>
            <p:cNvPr id="47" name="object 47"/>
            <p:cNvPicPr/>
            <p:nvPr/>
          </p:nvPicPr>
          <p:blipFill>
            <a:blip r:embed="rId13" cstate="print"/>
            <a:stretch>
              <a:fillRect/>
            </a:stretch>
          </p:blipFill>
          <p:spPr>
            <a:xfrm>
              <a:off x="1607347" y="5176932"/>
              <a:ext cx="2185551" cy="750825"/>
            </a:xfrm>
            <a:prstGeom prst="rect">
              <a:avLst/>
            </a:prstGeom>
          </p:spPr>
        </p:pic>
        <p:pic>
          <p:nvPicPr>
            <p:cNvPr id="49" name="object 49"/>
            <p:cNvPicPr/>
            <p:nvPr/>
          </p:nvPicPr>
          <p:blipFill>
            <a:blip r:embed="rId14" cstate="print"/>
            <a:stretch>
              <a:fillRect/>
            </a:stretch>
          </p:blipFill>
          <p:spPr>
            <a:xfrm>
              <a:off x="6020987" y="4930653"/>
              <a:ext cx="1513163" cy="999829"/>
            </a:xfrm>
            <a:prstGeom prst="rect">
              <a:avLst/>
            </a:prstGeom>
          </p:spPr>
        </p:pic>
        <p:pic>
          <p:nvPicPr>
            <p:cNvPr id="50" name="object 50"/>
            <p:cNvPicPr/>
            <p:nvPr/>
          </p:nvPicPr>
          <p:blipFill>
            <a:blip r:embed="rId15" cstate="print"/>
            <a:stretch>
              <a:fillRect/>
            </a:stretch>
          </p:blipFill>
          <p:spPr>
            <a:xfrm>
              <a:off x="7406132" y="5248137"/>
              <a:ext cx="1521799" cy="693861"/>
            </a:xfrm>
            <a:prstGeom prst="rect">
              <a:avLst/>
            </a:prstGeom>
          </p:spPr>
        </p:pic>
      </p:grpSp>
      <p:grpSp>
        <p:nvGrpSpPr>
          <p:cNvPr id="52" name="object 52"/>
          <p:cNvGrpSpPr/>
          <p:nvPr/>
        </p:nvGrpSpPr>
        <p:grpSpPr>
          <a:xfrm>
            <a:off x="2523661" y="1336805"/>
            <a:ext cx="3113869" cy="2742860"/>
            <a:chOff x="1828800" y="1190625"/>
            <a:chExt cx="2335402" cy="2057145"/>
          </a:xfrm>
        </p:grpSpPr>
        <p:pic>
          <p:nvPicPr>
            <p:cNvPr id="53" name="object 53"/>
            <p:cNvPicPr/>
            <p:nvPr/>
          </p:nvPicPr>
          <p:blipFill>
            <a:blip r:embed="rId16" cstate="print"/>
            <a:stretch>
              <a:fillRect/>
            </a:stretch>
          </p:blipFill>
          <p:spPr>
            <a:xfrm>
              <a:off x="2716149" y="2639949"/>
              <a:ext cx="163321" cy="144780"/>
            </a:xfrm>
            <a:prstGeom prst="rect">
              <a:avLst/>
            </a:prstGeom>
          </p:spPr>
        </p:pic>
        <p:pic>
          <p:nvPicPr>
            <p:cNvPr id="54" name="object 54"/>
            <p:cNvPicPr/>
            <p:nvPr/>
          </p:nvPicPr>
          <p:blipFill>
            <a:blip r:embed="rId17" cstate="print"/>
            <a:stretch>
              <a:fillRect/>
            </a:stretch>
          </p:blipFill>
          <p:spPr>
            <a:xfrm>
              <a:off x="2048129" y="2243327"/>
              <a:ext cx="389635" cy="396366"/>
            </a:xfrm>
            <a:prstGeom prst="rect">
              <a:avLst/>
            </a:prstGeom>
          </p:spPr>
        </p:pic>
        <p:pic>
          <p:nvPicPr>
            <p:cNvPr id="55" name="object 55"/>
            <p:cNvPicPr/>
            <p:nvPr/>
          </p:nvPicPr>
          <p:blipFill>
            <a:blip r:embed="rId18" cstate="print"/>
            <a:stretch>
              <a:fillRect/>
            </a:stretch>
          </p:blipFill>
          <p:spPr>
            <a:xfrm>
              <a:off x="1855977" y="2875788"/>
              <a:ext cx="1132205" cy="371982"/>
            </a:xfrm>
            <a:prstGeom prst="rect">
              <a:avLst/>
            </a:prstGeom>
          </p:spPr>
        </p:pic>
        <p:pic>
          <p:nvPicPr>
            <p:cNvPr id="56" name="object 56"/>
            <p:cNvPicPr/>
            <p:nvPr/>
          </p:nvPicPr>
          <p:blipFill>
            <a:blip r:embed="rId19" cstate="print"/>
            <a:stretch>
              <a:fillRect/>
            </a:stretch>
          </p:blipFill>
          <p:spPr>
            <a:xfrm>
              <a:off x="2888614" y="1821052"/>
              <a:ext cx="266446" cy="189230"/>
            </a:xfrm>
            <a:prstGeom prst="rect">
              <a:avLst/>
            </a:prstGeom>
          </p:spPr>
        </p:pic>
        <p:pic>
          <p:nvPicPr>
            <p:cNvPr id="57" name="object 57"/>
            <p:cNvPicPr/>
            <p:nvPr/>
          </p:nvPicPr>
          <p:blipFill>
            <a:blip r:embed="rId20" cstate="print"/>
            <a:stretch>
              <a:fillRect/>
            </a:stretch>
          </p:blipFill>
          <p:spPr>
            <a:xfrm>
              <a:off x="3674110" y="1499234"/>
              <a:ext cx="490092" cy="1071880"/>
            </a:xfrm>
            <a:prstGeom prst="rect">
              <a:avLst/>
            </a:prstGeom>
          </p:spPr>
        </p:pic>
        <p:sp>
          <p:nvSpPr>
            <p:cNvPr id="65" name="object 65"/>
            <p:cNvSpPr/>
            <p:nvPr/>
          </p:nvSpPr>
          <p:spPr>
            <a:xfrm>
              <a:off x="1828800" y="1190625"/>
              <a:ext cx="1867535" cy="1524635"/>
            </a:xfrm>
            <a:custGeom>
              <a:avLst/>
              <a:gdLst/>
              <a:ahLst/>
              <a:cxnLst/>
              <a:rect l="l" t="t" r="r" b="b"/>
              <a:pathLst>
                <a:path w="1867535" h="1524635">
                  <a:moveTo>
                    <a:pt x="0" y="1362075"/>
                  </a:moveTo>
                  <a:lnTo>
                    <a:pt x="162051" y="1524127"/>
                  </a:lnTo>
                </a:path>
                <a:path w="1867535" h="1524635">
                  <a:moveTo>
                    <a:pt x="162051" y="1362075"/>
                  </a:moveTo>
                  <a:lnTo>
                    <a:pt x="0" y="1524127"/>
                  </a:lnTo>
                </a:path>
                <a:path w="1867535" h="1524635">
                  <a:moveTo>
                    <a:pt x="866775" y="685800"/>
                  </a:moveTo>
                  <a:lnTo>
                    <a:pt x="1028826" y="847851"/>
                  </a:lnTo>
                </a:path>
                <a:path w="1867535" h="1524635">
                  <a:moveTo>
                    <a:pt x="1028826" y="685800"/>
                  </a:moveTo>
                  <a:lnTo>
                    <a:pt x="866775" y="847851"/>
                  </a:lnTo>
                </a:path>
                <a:path w="1867535" h="1524635">
                  <a:moveTo>
                    <a:pt x="1704975" y="0"/>
                  </a:moveTo>
                  <a:lnTo>
                    <a:pt x="1867027" y="162051"/>
                  </a:lnTo>
                </a:path>
                <a:path w="1867535" h="1524635">
                  <a:moveTo>
                    <a:pt x="1867027" y="0"/>
                  </a:moveTo>
                  <a:lnTo>
                    <a:pt x="1704975" y="162051"/>
                  </a:lnTo>
                </a:path>
              </a:pathLst>
            </a:custGeom>
            <a:ln w="38100">
              <a:solidFill>
                <a:srgbClr val="FF2600"/>
              </a:solidFill>
            </a:ln>
          </p:spPr>
          <p:txBody>
            <a:bodyPr wrap="square" lIns="0" tIns="0" rIns="0" bIns="0" rtlCol="0"/>
            <a:lstStyle/>
            <a:p>
              <a:endParaRPr sz="2400"/>
            </a:p>
          </p:txBody>
        </p:sp>
      </p:grpSp>
      <p:sp>
        <p:nvSpPr>
          <p:cNvPr id="67" name="Slide Number Placeholder 66">
            <a:extLst>
              <a:ext uri="{FF2B5EF4-FFF2-40B4-BE49-F238E27FC236}">
                <a16:creationId xmlns:a16="http://schemas.microsoft.com/office/drawing/2014/main" id="{C76C01F1-F00D-EB13-136A-18402A866ADA}"/>
              </a:ext>
            </a:extLst>
          </p:cNvPr>
          <p:cNvSpPr>
            <a:spLocks noGrp="1"/>
          </p:cNvSpPr>
          <p:nvPr>
            <p:ph type="sldNum" sz="quarter" idx="12"/>
          </p:nvPr>
        </p:nvSpPr>
        <p:spPr/>
        <p:txBody>
          <a:bodyPr/>
          <a:lstStyle/>
          <a:p>
            <a:fld id="{233E71FE-A542-4040-BA29-68F56A442EAC}" type="slidenum">
              <a:rPr lang="en-PS" smtClean="0"/>
              <a:t>19</a:t>
            </a:fld>
            <a:endParaRPr lang="en-P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84301" y="1581236"/>
            <a:ext cx="3582416" cy="2711365"/>
            <a:chOff x="1038225" y="1185925"/>
            <a:chExt cx="2686811" cy="2033524"/>
          </a:xfrm>
        </p:grpSpPr>
        <p:sp>
          <p:nvSpPr>
            <p:cNvPr id="3" name="object 3"/>
            <p:cNvSpPr/>
            <p:nvPr/>
          </p:nvSpPr>
          <p:spPr>
            <a:xfrm>
              <a:off x="1038225" y="1285874"/>
              <a:ext cx="161925" cy="1933575"/>
            </a:xfrm>
            <a:custGeom>
              <a:avLst/>
              <a:gdLst/>
              <a:ahLst/>
              <a:cxnLst/>
              <a:rect l="l" t="t" r="r" b="b"/>
              <a:pathLst>
                <a:path w="161925" h="1933575">
                  <a:moveTo>
                    <a:pt x="85725" y="1933575"/>
                  </a:moveTo>
                  <a:lnTo>
                    <a:pt x="85725" y="0"/>
                  </a:lnTo>
                </a:path>
                <a:path w="161925" h="1933575">
                  <a:moveTo>
                    <a:pt x="0" y="1933575"/>
                  </a:moveTo>
                  <a:lnTo>
                    <a:pt x="161925" y="1933575"/>
                  </a:lnTo>
                </a:path>
                <a:path w="161925" h="1933575">
                  <a:moveTo>
                    <a:pt x="0" y="1285875"/>
                  </a:moveTo>
                  <a:lnTo>
                    <a:pt x="161925" y="1285875"/>
                  </a:lnTo>
                </a:path>
                <a:path w="161925" h="1933575">
                  <a:moveTo>
                    <a:pt x="0" y="638175"/>
                  </a:moveTo>
                  <a:lnTo>
                    <a:pt x="161925" y="638175"/>
                  </a:lnTo>
                </a:path>
                <a:path w="161925" h="1933575">
                  <a:moveTo>
                    <a:pt x="0" y="0"/>
                  </a:moveTo>
                  <a:lnTo>
                    <a:pt x="161925" y="0"/>
                  </a:lnTo>
                </a:path>
              </a:pathLst>
            </a:custGeom>
            <a:ln w="38100">
              <a:solidFill>
                <a:srgbClr val="000000"/>
              </a:solidFill>
            </a:ln>
          </p:spPr>
          <p:txBody>
            <a:bodyPr wrap="square" lIns="0" tIns="0" rIns="0" bIns="0" rtlCol="0"/>
            <a:lstStyle/>
            <a:p>
              <a:endParaRPr sz="2400"/>
            </a:p>
          </p:txBody>
        </p:sp>
        <p:pic>
          <p:nvPicPr>
            <p:cNvPr id="5" name="object 5"/>
            <p:cNvPicPr/>
            <p:nvPr/>
          </p:nvPicPr>
          <p:blipFill>
            <a:blip r:embed="rId2" cstate="print"/>
            <a:stretch>
              <a:fillRect/>
            </a:stretch>
          </p:blipFill>
          <p:spPr>
            <a:xfrm>
              <a:off x="1858136" y="2471800"/>
              <a:ext cx="190500" cy="190500"/>
            </a:xfrm>
            <a:prstGeom prst="rect">
              <a:avLst/>
            </a:prstGeom>
          </p:spPr>
        </p:pic>
        <p:pic>
          <p:nvPicPr>
            <p:cNvPr id="6" name="object 6"/>
            <p:cNvPicPr/>
            <p:nvPr/>
          </p:nvPicPr>
          <p:blipFill>
            <a:blip r:embed="rId2" cstate="print"/>
            <a:stretch>
              <a:fillRect/>
            </a:stretch>
          </p:blipFill>
          <p:spPr>
            <a:xfrm>
              <a:off x="2696336" y="1824100"/>
              <a:ext cx="190500" cy="190500"/>
            </a:xfrm>
            <a:prstGeom prst="rect">
              <a:avLst/>
            </a:prstGeom>
          </p:spPr>
        </p:pic>
        <p:pic>
          <p:nvPicPr>
            <p:cNvPr id="7" name="object 7"/>
            <p:cNvPicPr/>
            <p:nvPr/>
          </p:nvPicPr>
          <p:blipFill>
            <a:blip r:embed="rId2" cstate="print"/>
            <a:stretch>
              <a:fillRect/>
            </a:stretch>
          </p:blipFill>
          <p:spPr>
            <a:xfrm>
              <a:off x="3534536" y="1185925"/>
              <a:ext cx="190500" cy="190500"/>
            </a:xfrm>
            <a:prstGeom prst="rect">
              <a:avLst/>
            </a:prstGeom>
          </p:spPr>
        </p:pic>
      </p:grpSp>
      <p:sp>
        <p:nvSpPr>
          <p:cNvPr id="8" name="object 8"/>
          <p:cNvSpPr txBox="1"/>
          <p:nvPr/>
        </p:nvSpPr>
        <p:spPr>
          <a:xfrm>
            <a:off x="984251" y="4040292"/>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0</a:t>
            </a:r>
            <a:endParaRPr sz="2667">
              <a:latin typeface="Cambria Math"/>
              <a:cs typeface="Cambria Math"/>
            </a:endParaRPr>
          </a:p>
        </p:txBody>
      </p:sp>
      <p:sp>
        <p:nvSpPr>
          <p:cNvPr id="9" name="object 9"/>
          <p:cNvSpPr txBox="1"/>
          <p:nvPr/>
        </p:nvSpPr>
        <p:spPr>
          <a:xfrm>
            <a:off x="984251" y="3180504"/>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10" name="object 10"/>
          <p:cNvSpPr txBox="1"/>
          <p:nvPr/>
        </p:nvSpPr>
        <p:spPr>
          <a:xfrm>
            <a:off x="984251" y="2319359"/>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2</a:t>
            </a:r>
            <a:endParaRPr sz="2667">
              <a:latin typeface="Cambria Math"/>
              <a:cs typeface="Cambria Math"/>
            </a:endParaRPr>
          </a:p>
        </p:txBody>
      </p:sp>
      <p:sp>
        <p:nvSpPr>
          <p:cNvPr id="11" name="object 11"/>
          <p:cNvSpPr txBox="1"/>
          <p:nvPr/>
        </p:nvSpPr>
        <p:spPr>
          <a:xfrm>
            <a:off x="984251" y="1459740"/>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3</a:t>
            </a:r>
            <a:endParaRPr sz="2667">
              <a:latin typeface="Cambria Math"/>
              <a:cs typeface="Cambria Math"/>
            </a:endParaRPr>
          </a:p>
        </p:txBody>
      </p:sp>
      <p:sp>
        <p:nvSpPr>
          <p:cNvPr id="12" name="object 12"/>
          <p:cNvSpPr txBox="1"/>
          <p:nvPr/>
        </p:nvSpPr>
        <p:spPr>
          <a:xfrm>
            <a:off x="1384301"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13" name="object 13"/>
          <p:cNvSpPr txBox="1"/>
          <p:nvPr/>
        </p:nvSpPr>
        <p:spPr>
          <a:xfrm>
            <a:off x="2499869"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1</a:t>
            </a:r>
            <a:endParaRPr sz="2667">
              <a:latin typeface="Cambria Math"/>
              <a:cs typeface="Cambria Math"/>
            </a:endParaRPr>
          </a:p>
        </p:txBody>
      </p:sp>
      <p:sp>
        <p:nvSpPr>
          <p:cNvPr id="14" name="object 14"/>
          <p:cNvSpPr txBox="1"/>
          <p:nvPr/>
        </p:nvSpPr>
        <p:spPr>
          <a:xfrm>
            <a:off x="3615269"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15" name="object 15"/>
          <p:cNvSpPr txBox="1"/>
          <p:nvPr/>
        </p:nvSpPr>
        <p:spPr>
          <a:xfrm>
            <a:off x="4730837" y="4469638"/>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3</a:t>
            </a:r>
            <a:endParaRPr sz="2667">
              <a:latin typeface="Cambria Math"/>
              <a:cs typeface="Cambria Math"/>
            </a:endParaRPr>
          </a:p>
        </p:txBody>
      </p:sp>
      <p:sp>
        <p:nvSpPr>
          <p:cNvPr id="16" name="object 16"/>
          <p:cNvSpPr/>
          <p:nvPr/>
        </p:nvSpPr>
        <p:spPr>
          <a:xfrm>
            <a:off x="2578101" y="1676401"/>
            <a:ext cx="2260601" cy="2690708"/>
          </a:xfrm>
          <a:custGeom>
            <a:avLst/>
            <a:gdLst/>
            <a:ahLst/>
            <a:cxnLst/>
            <a:rect l="l" t="t" r="r" b="b"/>
            <a:pathLst>
              <a:path w="1695450" h="2018029">
                <a:moveTo>
                  <a:pt x="1695450" y="0"/>
                </a:moveTo>
                <a:lnTo>
                  <a:pt x="1695450" y="2015998"/>
                </a:lnTo>
              </a:path>
              <a:path w="1695450" h="2018029">
                <a:moveTo>
                  <a:pt x="847725" y="685800"/>
                </a:moveTo>
                <a:lnTo>
                  <a:pt x="847725" y="2017776"/>
                </a:lnTo>
              </a:path>
              <a:path w="1695450" h="2018029">
                <a:moveTo>
                  <a:pt x="0" y="1333500"/>
                </a:moveTo>
                <a:lnTo>
                  <a:pt x="0" y="2017522"/>
                </a:lnTo>
              </a:path>
            </a:pathLst>
          </a:custGeom>
          <a:ln w="38100">
            <a:solidFill>
              <a:srgbClr val="0070C0"/>
            </a:solidFill>
          </a:ln>
        </p:spPr>
        <p:txBody>
          <a:bodyPr wrap="square" lIns="0" tIns="0" rIns="0" bIns="0" rtlCol="0"/>
          <a:lstStyle/>
          <a:p>
            <a:endParaRPr sz="2400"/>
          </a:p>
        </p:txBody>
      </p:sp>
      <p:sp>
        <p:nvSpPr>
          <p:cNvPr id="17" name="object 17"/>
          <p:cNvSpPr/>
          <p:nvPr/>
        </p:nvSpPr>
        <p:spPr>
          <a:xfrm>
            <a:off x="6102434" y="285835"/>
            <a:ext cx="11855" cy="4492415"/>
          </a:xfrm>
          <a:custGeom>
            <a:avLst/>
            <a:gdLst/>
            <a:ahLst/>
            <a:cxnLst/>
            <a:rect l="l" t="t" r="r" b="b"/>
            <a:pathLst>
              <a:path w="8889" h="3369310">
                <a:moveTo>
                  <a:pt x="8762" y="0"/>
                </a:moveTo>
                <a:lnTo>
                  <a:pt x="0" y="3368929"/>
                </a:lnTo>
              </a:path>
            </a:pathLst>
          </a:custGeom>
          <a:ln w="25400">
            <a:solidFill>
              <a:srgbClr val="7F7F7F"/>
            </a:solidFill>
          </a:ln>
        </p:spPr>
        <p:txBody>
          <a:bodyPr wrap="square" lIns="0" tIns="0" rIns="0" bIns="0" rtlCol="0"/>
          <a:lstStyle/>
          <a:p>
            <a:endParaRPr sz="2400"/>
          </a:p>
        </p:txBody>
      </p:sp>
      <p:sp>
        <p:nvSpPr>
          <p:cNvPr id="19" name="object 19"/>
          <p:cNvSpPr txBox="1"/>
          <p:nvPr/>
        </p:nvSpPr>
        <p:spPr>
          <a:xfrm>
            <a:off x="1867749" y="113537"/>
            <a:ext cx="2300393" cy="1108916"/>
          </a:xfrm>
          <a:prstGeom prst="rect">
            <a:avLst/>
          </a:prstGeom>
        </p:spPr>
        <p:txBody>
          <a:bodyPr vert="horz" wrap="square" lIns="0" tIns="21167" rIns="0" bIns="0" rtlCol="0">
            <a:spAutoFit/>
          </a:bodyPr>
          <a:lstStyle/>
          <a:p>
            <a:pPr marL="656134">
              <a:spcBef>
                <a:spcPts val="167"/>
              </a:spcBef>
            </a:pPr>
            <a:r>
              <a:rPr sz="2667" spc="80" dirty="0">
                <a:latin typeface="Cambria Math"/>
                <a:cs typeface="Cambria Math"/>
              </a:rPr>
              <a:t>ƒ</a:t>
            </a:r>
            <a:r>
              <a:rPr sz="3001" spc="119" baseline="-16666" dirty="0">
                <a:latin typeface="Cambria Math"/>
                <a:cs typeface="Cambria Math"/>
              </a:rPr>
              <a:t>w</a:t>
            </a:r>
            <a:r>
              <a:rPr sz="2667" spc="80" dirty="0">
                <a:latin typeface="Cambria Math"/>
                <a:cs typeface="Cambria Math"/>
              </a:rPr>
              <a:t>(𝑥)</a:t>
            </a:r>
            <a:endParaRPr sz="2667">
              <a:latin typeface="Cambria Math"/>
              <a:cs typeface="Cambria Math"/>
            </a:endParaRPr>
          </a:p>
          <a:p>
            <a:pPr marL="50797">
              <a:spcBef>
                <a:spcPts val="2380"/>
              </a:spcBef>
            </a:pPr>
            <a:r>
              <a:rPr sz="2400" spc="-15" dirty="0">
                <a:latin typeface="Verdana"/>
                <a:cs typeface="Verdana"/>
              </a:rPr>
              <a:t>(function</a:t>
            </a:r>
            <a:r>
              <a:rPr sz="2400" spc="-7" dirty="0">
                <a:latin typeface="Verdana"/>
                <a:cs typeface="Verdana"/>
              </a:rPr>
              <a:t> </a:t>
            </a:r>
            <a:r>
              <a:rPr sz="2400" spc="20" dirty="0">
                <a:latin typeface="Verdana"/>
                <a:cs typeface="Verdana"/>
              </a:rPr>
              <a:t>of</a:t>
            </a:r>
            <a:r>
              <a:rPr sz="2400" spc="-27" dirty="0">
                <a:latin typeface="Verdana"/>
                <a:cs typeface="Verdana"/>
              </a:rPr>
              <a:t> </a:t>
            </a:r>
            <a:r>
              <a:rPr sz="2400" spc="60" dirty="0">
                <a:latin typeface="Cambria Math"/>
                <a:cs typeface="Cambria Math"/>
              </a:rPr>
              <a:t>𝑥</a:t>
            </a:r>
            <a:r>
              <a:rPr sz="2400" spc="60" dirty="0">
                <a:latin typeface="Verdana"/>
                <a:cs typeface="Verdana"/>
              </a:rPr>
              <a:t>)</a:t>
            </a:r>
            <a:endParaRPr sz="2400">
              <a:latin typeface="Verdana"/>
              <a:cs typeface="Verdana"/>
            </a:endParaRPr>
          </a:p>
        </p:txBody>
      </p:sp>
      <p:sp>
        <p:nvSpPr>
          <p:cNvPr id="21" name="object 21"/>
          <p:cNvSpPr txBox="1"/>
          <p:nvPr/>
        </p:nvSpPr>
        <p:spPr>
          <a:xfrm>
            <a:off x="589282" y="2709673"/>
            <a:ext cx="239607" cy="510396"/>
          </a:xfrm>
          <a:prstGeom prst="rect">
            <a:avLst/>
          </a:prstGeom>
        </p:spPr>
        <p:txBody>
          <a:bodyPr vert="horz" wrap="square" lIns="0" tIns="17780" rIns="0" bIns="0" rtlCol="0">
            <a:spAutoFit/>
          </a:bodyPr>
          <a:lstStyle/>
          <a:p>
            <a:pPr marL="16933">
              <a:spcBef>
                <a:spcPts val="140"/>
              </a:spcBef>
            </a:pPr>
            <a:r>
              <a:rPr sz="3200" dirty="0">
                <a:latin typeface="Cambria Math"/>
                <a:cs typeface="Cambria Math"/>
              </a:rPr>
              <a:t>y</a:t>
            </a:r>
            <a:endParaRPr sz="3200">
              <a:latin typeface="Cambria Math"/>
              <a:cs typeface="Cambria Math"/>
            </a:endParaRPr>
          </a:p>
        </p:txBody>
      </p:sp>
      <p:sp>
        <p:nvSpPr>
          <p:cNvPr id="22" name="object 22"/>
          <p:cNvSpPr txBox="1"/>
          <p:nvPr/>
        </p:nvSpPr>
        <p:spPr>
          <a:xfrm>
            <a:off x="3030221" y="4637703"/>
            <a:ext cx="231140" cy="510396"/>
          </a:xfrm>
          <a:prstGeom prst="rect">
            <a:avLst/>
          </a:prstGeom>
        </p:spPr>
        <p:txBody>
          <a:bodyPr vert="horz" wrap="square" lIns="0" tIns="17780" rIns="0" bIns="0" rtlCol="0">
            <a:spAutoFit/>
          </a:bodyPr>
          <a:lstStyle/>
          <a:p>
            <a:pPr marL="16933">
              <a:spcBef>
                <a:spcPts val="140"/>
              </a:spcBef>
            </a:pPr>
            <a:r>
              <a:rPr sz="3200" dirty="0">
                <a:latin typeface="Cambria Math"/>
                <a:cs typeface="Cambria Math"/>
              </a:rPr>
              <a:t>x</a:t>
            </a:r>
            <a:endParaRPr sz="3200">
              <a:latin typeface="Cambria Math"/>
              <a:cs typeface="Cambria Math"/>
            </a:endParaRPr>
          </a:p>
        </p:txBody>
      </p:sp>
      <p:sp>
        <p:nvSpPr>
          <p:cNvPr id="23" name="object 23"/>
          <p:cNvSpPr/>
          <p:nvPr/>
        </p:nvSpPr>
        <p:spPr>
          <a:xfrm>
            <a:off x="1219202" y="4381500"/>
            <a:ext cx="3888740" cy="0"/>
          </a:xfrm>
          <a:custGeom>
            <a:avLst/>
            <a:gdLst/>
            <a:ahLst/>
            <a:cxnLst/>
            <a:rect l="l" t="t" r="r" b="b"/>
            <a:pathLst>
              <a:path w="2916554">
                <a:moveTo>
                  <a:pt x="0" y="0"/>
                </a:moveTo>
                <a:lnTo>
                  <a:pt x="2916047" y="0"/>
                </a:lnTo>
              </a:path>
            </a:pathLst>
          </a:custGeom>
          <a:ln w="38100">
            <a:solidFill>
              <a:srgbClr val="1D1B10"/>
            </a:solidFill>
          </a:ln>
        </p:spPr>
        <p:txBody>
          <a:bodyPr wrap="square" lIns="0" tIns="0" rIns="0" bIns="0" rtlCol="0"/>
          <a:lstStyle/>
          <a:p>
            <a:endParaRPr sz="2400"/>
          </a:p>
        </p:txBody>
      </p:sp>
      <p:sp>
        <p:nvSpPr>
          <p:cNvPr id="24" name="object 24"/>
          <p:cNvSpPr txBox="1"/>
          <p:nvPr/>
        </p:nvSpPr>
        <p:spPr>
          <a:xfrm>
            <a:off x="5072888" y="1474131"/>
            <a:ext cx="436880" cy="431807"/>
          </a:xfrm>
          <a:prstGeom prst="rect">
            <a:avLst/>
          </a:prstGeom>
        </p:spPr>
        <p:txBody>
          <a:bodyPr vert="horz" wrap="square" lIns="0" tIns="21167" rIns="0" bIns="0" rtlCol="0">
            <a:spAutoFit/>
          </a:bodyPr>
          <a:lstStyle/>
          <a:p>
            <a:pPr marL="50797">
              <a:spcBef>
                <a:spcPts val="167"/>
              </a:spcBef>
            </a:pPr>
            <a:r>
              <a:rPr sz="2667" spc="140" dirty="0">
                <a:latin typeface="Cambria Math"/>
                <a:cs typeface="Cambria Math"/>
              </a:rPr>
              <a:t>ƒ</a:t>
            </a:r>
            <a:r>
              <a:rPr sz="3001" spc="209" baseline="-16666" dirty="0">
                <a:latin typeface="Cambria Math"/>
                <a:cs typeface="Cambria Math"/>
              </a:rPr>
              <a:t>w</a:t>
            </a:r>
            <a:endParaRPr sz="3001" baseline="-16666">
              <a:latin typeface="Cambria Math"/>
              <a:cs typeface="Cambria Math"/>
            </a:endParaRPr>
          </a:p>
        </p:txBody>
      </p:sp>
      <p:sp>
        <p:nvSpPr>
          <p:cNvPr id="36" name="object 36"/>
          <p:cNvSpPr txBox="1"/>
          <p:nvPr/>
        </p:nvSpPr>
        <p:spPr>
          <a:xfrm>
            <a:off x="4933529" y="3326976"/>
            <a:ext cx="923713" cy="431807"/>
          </a:xfrm>
          <a:prstGeom prst="rect">
            <a:avLst/>
          </a:prstGeom>
        </p:spPr>
        <p:txBody>
          <a:bodyPr vert="horz" wrap="square" lIns="0" tIns="21167" rIns="0" bIns="0" rtlCol="0">
            <a:spAutoFit/>
          </a:bodyPr>
          <a:lstStyle/>
          <a:p>
            <a:pPr marL="16933">
              <a:spcBef>
                <a:spcPts val="167"/>
              </a:spcBef>
            </a:pPr>
            <a:r>
              <a:rPr sz="2667" spc="27" dirty="0">
                <a:latin typeface="Cambria Math"/>
                <a:cs typeface="Cambria Math"/>
              </a:rPr>
              <a:t>𝑤</a:t>
            </a:r>
            <a:r>
              <a:rPr sz="2667" spc="148" dirty="0">
                <a:latin typeface="Cambria Math"/>
                <a:cs typeface="Cambria Math"/>
              </a:rPr>
              <a:t> </a:t>
            </a:r>
            <a:r>
              <a:rPr sz="2667" spc="27" dirty="0">
                <a:latin typeface="Cambria Math"/>
                <a:cs typeface="Cambria Math"/>
              </a:rPr>
              <a:t>=</a:t>
            </a:r>
            <a:r>
              <a:rPr sz="2667" spc="33" dirty="0">
                <a:latin typeface="Cambria Math"/>
                <a:cs typeface="Cambria Math"/>
              </a:rPr>
              <a:t> </a:t>
            </a:r>
            <a:r>
              <a:rPr sz="2667" spc="20" dirty="0">
                <a:latin typeface="Cambria Math"/>
                <a:cs typeface="Cambria Math"/>
              </a:rPr>
              <a:t>0</a:t>
            </a:r>
            <a:endParaRPr sz="2667">
              <a:latin typeface="Cambria Math"/>
              <a:cs typeface="Cambria Math"/>
            </a:endParaRPr>
          </a:p>
        </p:txBody>
      </p:sp>
      <p:sp>
        <p:nvSpPr>
          <p:cNvPr id="37" name="object 37"/>
          <p:cNvSpPr/>
          <p:nvPr/>
        </p:nvSpPr>
        <p:spPr>
          <a:xfrm>
            <a:off x="434001" y="5380143"/>
            <a:ext cx="412327" cy="318347"/>
          </a:xfrm>
          <a:custGeom>
            <a:avLst/>
            <a:gdLst/>
            <a:ahLst/>
            <a:cxnLst/>
            <a:rect l="l" t="t" r="r" b="b"/>
            <a:pathLst>
              <a:path w="309245" h="238760">
                <a:moveTo>
                  <a:pt x="233210" y="0"/>
                </a:moveTo>
                <a:lnTo>
                  <a:pt x="229819" y="9664"/>
                </a:lnTo>
                <a:lnTo>
                  <a:pt x="243607" y="15651"/>
                </a:lnTo>
                <a:lnTo>
                  <a:pt x="255463" y="23936"/>
                </a:lnTo>
                <a:lnTo>
                  <a:pt x="279543" y="62337"/>
                </a:lnTo>
                <a:lnTo>
                  <a:pt x="287451" y="117906"/>
                </a:lnTo>
                <a:lnTo>
                  <a:pt x="286568" y="138921"/>
                </a:lnTo>
                <a:lnTo>
                  <a:pt x="273329" y="190372"/>
                </a:lnTo>
                <a:lnTo>
                  <a:pt x="243763" y="222534"/>
                </a:lnTo>
                <a:lnTo>
                  <a:pt x="230187" y="228549"/>
                </a:lnTo>
                <a:lnTo>
                  <a:pt x="233210" y="238213"/>
                </a:lnTo>
                <a:lnTo>
                  <a:pt x="278717" y="211171"/>
                </a:lnTo>
                <a:lnTo>
                  <a:pt x="304284" y="161255"/>
                </a:lnTo>
                <a:lnTo>
                  <a:pt x="309181" y="119164"/>
                </a:lnTo>
                <a:lnTo>
                  <a:pt x="307952" y="97330"/>
                </a:lnTo>
                <a:lnTo>
                  <a:pt x="298122" y="58626"/>
                </a:lnTo>
                <a:lnTo>
                  <a:pt x="265618" y="15273"/>
                </a:lnTo>
                <a:lnTo>
                  <a:pt x="250475" y="6237"/>
                </a:lnTo>
                <a:lnTo>
                  <a:pt x="233210" y="0"/>
                </a:lnTo>
                <a:close/>
              </a:path>
              <a:path w="309245" h="238760">
                <a:moveTo>
                  <a:pt x="75971" y="0"/>
                </a:moveTo>
                <a:lnTo>
                  <a:pt x="30538" y="27112"/>
                </a:lnTo>
                <a:lnTo>
                  <a:pt x="4913" y="77150"/>
                </a:lnTo>
                <a:lnTo>
                  <a:pt x="0" y="119164"/>
                </a:lnTo>
                <a:lnTo>
                  <a:pt x="1223" y="141054"/>
                </a:lnTo>
                <a:lnTo>
                  <a:pt x="11015" y="179764"/>
                </a:lnTo>
                <a:lnTo>
                  <a:pt x="43476" y="222970"/>
                </a:lnTo>
                <a:lnTo>
                  <a:pt x="75971" y="238213"/>
                </a:lnTo>
                <a:lnTo>
                  <a:pt x="78981" y="228549"/>
                </a:lnTo>
                <a:lnTo>
                  <a:pt x="65405" y="222534"/>
                </a:lnTo>
                <a:lnTo>
                  <a:pt x="53692" y="214166"/>
                </a:lnTo>
                <a:lnTo>
                  <a:pt x="29667" y="175151"/>
                </a:lnTo>
                <a:lnTo>
                  <a:pt x="21717" y="117906"/>
                </a:lnTo>
                <a:lnTo>
                  <a:pt x="22600" y="97585"/>
                </a:lnTo>
                <a:lnTo>
                  <a:pt x="35852" y="47409"/>
                </a:lnTo>
                <a:lnTo>
                  <a:pt x="65620" y="15651"/>
                </a:lnTo>
                <a:lnTo>
                  <a:pt x="79362" y="9664"/>
                </a:lnTo>
                <a:lnTo>
                  <a:pt x="75971" y="0"/>
                </a:lnTo>
                <a:close/>
              </a:path>
            </a:pathLst>
          </a:custGeom>
          <a:solidFill>
            <a:srgbClr val="000000"/>
          </a:solidFill>
        </p:spPr>
        <p:txBody>
          <a:bodyPr wrap="square" lIns="0" tIns="0" rIns="0" bIns="0" rtlCol="0"/>
          <a:lstStyle/>
          <a:p>
            <a:endParaRPr sz="2400"/>
          </a:p>
        </p:txBody>
      </p:sp>
      <p:sp>
        <p:nvSpPr>
          <p:cNvPr id="38" name="object 38"/>
          <p:cNvSpPr txBox="1"/>
          <p:nvPr/>
        </p:nvSpPr>
        <p:spPr>
          <a:xfrm>
            <a:off x="247650" y="5284472"/>
            <a:ext cx="989753" cy="432663"/>
          </a:xfrm>
          <a:prstGeom prst="rect">
            <a:avLst/>
          </a:prstGeom>
        </p:spPr>
        <p:txBody>
          <a:bodyPr vert="horz" wrap="square" lIns="0" tIns="22015" rIns="0" bIns="0" rtlCol="0">
            <a:spAutoFit/>
          </a:bodyPr>
          <a:lstStyle/>
          <a:p>
            <a:pPr marL="16933">
              <a:spcBef>
                <a:spcPts val="175"/>
              </a:spcBef>
              <a:tabLst>
                <a:tab pos="715397" algn="l"/>
              </a:tabLst>
            </a:pPr>
            <a:r>
              <a:rPr sz="2667" spc="41" dirty="0">
                <a:latin typeface="Cambria Math"/>
                <a:cs typeface="Cambria Math"/>
              </a:rPr>
              <a:t>𝐽 </a:t>
            </a:r>
            <a:r>
              <a:rPr sz="2667" spc="-15" dirty="0">
                <a:latin typeface="Cambria Math"/>
                <a:cs typeface="Cambria Math"/>
              </a:rPr>
              <a:t> </a:t>
            </a:r>
            <a:r>
              <a:rPr sz="2667" spc="20" dirty="0">
                <a:latin typeface="Cambria Math"/>
                <a:cs typeface="Cambria Math"/>
              </a:rPr>
              <a:t>0</a:t>
            </a:r>
            <a:r>
              <a:rPr sz="2667" dirty="0">
                <a:latin typeface="Cambria Math"/>
                <a:cs typeface="Cambria Math"/>
              </a:rPr>
              <a:t>	</a:t>
            </a:r>
            <a:r>
              <a:rPr sz="2667" spc="27" dirty="0">
                <a:latin typeface="Cambria Math"/>
                <a:cs typeface="Cambria Math"/>
              </a:rPr>
              <a:t>=</a:t>
            </a:r>
            <a:endParaRPr sz="2667">
              <a:latin typeface="Cambria Math"/>
              <a:cs typeface="Cambria Math"/>
            </a:endParaRPr>
          </a:p>
        </p:txBody>
      </p:sp>
      <p:grpSp>
        <p:nvGrpSpPr>
          <p:cNvPr id="41" name="object 41"/>
          <p:cNvGrpSpPr/>
          <p:nvPr/>
        </p:nvGrpSpPr>
        <p:grpSpPr>
          <a:xfrm>
            <a:off x="1003301" y="1107273"/>
            <a:ext cx="5796281" cy="4840393"/>
            <a:chOff x="752475" y="796162"/>
            <a:chExt cx="4347210" cy="3630295"/>
          </a:xfrm>
        </p:grpSpPr>
        <p:sp>
          <p:nvSpPr>
            <p:cNvPr id="42" name="object 42"/>
            <p:cNvSpPr/>
            <p:nvPr/>
          </p:nvSpPr>
          <p:spPr>
            <a:xfrm>
              <a:off x="962025" y="3200399"/>
              <a:ext cx="1527175" cy="707390"/>
            </a:xfrm>
            <a:custGeom>
              <a:avLst/>
              <a:gdLst/>
              <a:ahLst/>
              <a:cxnLst/>
              <a:rect l="l" t="t" r="r" b="b"/>
              <a:pathLst>
                <a:path w="1527175" h="707389">
                  <a:moveTo>
                    <a:pt x="0" y="0"/>
                  </a:moveTo>
                  <a:lnTo>
                    <a:pt x="1527048" y="707110"/>
                  </a:lnTo>
                </a:path>
              </a:pathLst>
            </a:custGeom>
            <a:ln w="38100">
              <a:solidFill>
                <a:srgbClr val="4285F4"/>
              </a:solidFill>
            </a:ln>
          </p:spPr>
          <p:txBody>
            <a:bodyPr wrap="square" lIns="0" tIns="0" rIns="0" bIns="0" rtlCol="0"/>
            <a:lstStyle/>
            <a:p>
              <a:endParaRPr sz="2400"/>
            </a:p>
          </p:txBody>
        </p:sp>
        <p:sp>
          <p:nvSpPr>
            <p:cNvPr id="43" name="object 43"/>
            <p:cNvSpPr/>
            <p:nvPr/>
          </p:nvSpPr>
          <p:spPr>
            <a:xfrm>
              <a:off x="771525" y="1076324"/>
              <a:ext cx="3063240" cy="2447925"/>
            </a:xfrm>
            <a:custGeom>
              <a:avLst/>
              <a:gdLst/>
              <a:ahLst/>
              <a:cxnLst/>
              <a:rect l="l" t="t" r="r" b="b"/>
              <a:pathLst>
                <a:path w="3063240" h="2447925">
                  <a:moveTo>
                    <a:pt x="0" y="2447798"/>
                  </a:moveTo>
                  <a:lnTo>
                    <a:pt x="3063240" y="0"/>
                  </a:lnTo>
                </a:path>
              </a:pathLst>
            </a:custGeom>
            <a:ln w="38100">
              <a:solidFill>
                <a:srgbClr val="FF40FF"/>
              </a:solidFill>
            </a:ln>
          </p:spPr>
          <p:txBody>
            <a:bodyPr wrap="square" lIns="0" tIns="0" rIns="0" bIns="0" rtlCol="0"/>
            <a:lstStyle/>
            <a:p>
              <a:endParaRPr sz="2400"/>
            </a:p>
          </p:txBody>
        </p:sp>
        <p:sp>
          <p:nvSpPr>
            <p:cNvPr id="44" name="object 44"/>
            <p:cNvSpPr/>
            <p:nvPr/>
          </p:nvSpPr>
          <p:spPr>
            <a:xfrm>
              <a:off x="914400" y="3286124"/>
              <a:ext cx="2916555" cy="0"/>
            </a:xfrm>
            <a:custGeom>
              <a:avLst/>
              <a:gdLst/>
              <a:ahLst/>
              <a:cxnLst/>
              <a:rect l="l" t="t" r="r" b="b"/>
              <a:pathLst>
                <a:path w="2916554">
                  <a:moveTo>
                    <a:pt x="0" y="0"/>
                  </a:moveTo>
                  <a:lnTo>
                    <a:pt x="2916047" y="0"/>
                  </a:lnTo>
                </a:path>
              </a:pathLst>
            </a:custGeom>
            <a:ln w="38100">
              <a:solidFill>
                <a:srgbClr val="FFC000"/>
              </a:solidFill>
            </a:ln>
          </p:spPr>
          <p:txBody>
            <a:bodyPr wrap="square" lIns="0" tIns="0" rIns="0" bIns="0" rtlCol="0"/>
            <a:lstStyle/>
            <a:p>
              <a:endParaRPr sz="2400"/>
            </a:p>
          </p:txBody>
        </p:sp>
        <p:pic>
          <p:nvPicPr>
            <p:cNvPr id="45" name="object 45"/>
            <p:cNvPicPr/>
            <p:nvPr/>
          </p:nvPicPr>
          <p:blipFill>
            <a:blip r:embed="rId3" cstate="print"/>
            <a:stretch>
              <a:fillRect/>
            </a:stretch>
          </p:blipFill>
          <p:spPr>
            <a:xfrm>
              <a:off x="3835019" y="796162"/>
              <a:ext cx="555625" cy="220345"/>
            </a:xfrm>
            <a:prstGeom prst="rect">
              <a:avLst/>
            </a:prstGeom>
          </p:spPr>
        </p:pic>
        <p:pic>
          <p:nvPicPr>
            <p:cNvPr id="46" name="object 46"/>
            <p:cNvPicPr/>
            <p:nvPr/>
          </p:nvPicPr>
          <p:blipFill>
            <a:blip r:embed="rId4" cstate="print"/>
            <a:stretch>
              <a:fillRect/>
            </a:stretch>
          </p:blipFill>
          <p:spPr>
            <a:xfrm>
              <a:off x="3834892" y="1648968"/>
              <a:ext cx="164412" cy="275590"/>
            </a:xfrm>
            <a:prstGeom prst="rect">
              <a:avLst/>
            </a:prstGeom>
          </p:spPr>
        </p:pic>
        <p:sp>
          <p:nvSpPr>
            <p:cNvPr id="47" name="object 47"/>
            <p:cNvSpPr/>
            <p:nvPr/>
          </p:nvSpPr>
          <p:spPr>
            <a:xfrm>
              <a:off x="3664204" y="2777489"/>
              <a:ext cx="727075" cy="67310"/>
            </a:xfrm>
            <a:custGeom>
              <a:avLst/>
              <a:gdLst/>
              <a:ahLst/>
              <a:cxnLst/>
              <a:rect l="l" t="t" r="r" b="b"/>
              <a:pathLst>
                <a:path w="727075" h="67310">
                  <a:moveTo>
                    <a:pt x="117348" y="39751"/>
                  </a:moveTo>
                  <a:lnTo>
                    <a:pt x="102235" y="40640"/>
                  </a:lnTo>
                  <a:lnTo>
                    <a:pt x="101726" y="40640"/>
                  </a:lnTo>
                  <a:lnTo>
                    <a:pt x="87630" y="42164"/>
                  </a:lnTo>
                  <a:lnTo>
                    <a:pt x="88011" y="42164"/>
                  </a:lnTo>
                  <a:lnTo>
                    <a:pt x="75057" y="43053"/>
                  </a:lnTo>
                  <a:lnTo>
                    <a:pt x="74803" y="43053"/>
                  </a:lnTo>
                  <a:lnTo>
                    <a:pt x="62484" y="44196"/>
                  </a:lnTo>
                  <a:lnTo>
                    <a:pt x="51688" y="45466"/>
                  </a:lnTo>
                  <a:lnTo>
                    <a:pt x="30353" y="48260"/>
                  </a:lnTo>
                  <a:lnTo>
                    <a:pt x="30225" y="48260"/>
                  </a:lnTo>
                  <a:lnTo>
                    <a:pt x="6858" y="51816"/>
                  </a:lnTo>
                  <a:lnTo>
                    <a:pt x="2794" y="52324"/>
                  </a:lnTo>
                  <a:lnTo>
                    <a:pt x="0" y="56007"/>
                  </a:lnTo>
                  <a:lnTo>
                    <a:pt x="1016" y="64008"/>
                  </a:lnTo>
                  <a:lnTo>
                    <a:pt x="4699" y="66929"/>
                  </a:lnTo>
                  <a:lnTo>
                    <a:pt x="32131" y="64262"/>
                  </a:lnTo>
                  <a:lnTo>
                    <a:pt x="53467" y="61976"/>
                  </a:lnTo>
                  <a:lnTo>
                    <a:pt x="64135" y="61087"/>
                  </a:lnTo>
                  <a:lnTo>
                    <a:pt x="76326" y="60198"/>
                  </a:lnTo>
                  <a:lnTo>
                    <a:pt x="76073" y="60198"/>
                  </a:lnTo>
                  <a:lnTo>
                    <a:pt x="89026" y="59562"/>
                  </a:lnTo>
                  <a:lnTo>
                    <a:pt x="89408" y="59562"/>
                  </a:lnTo>
                  <a:lnTo>
                    <a:pt x="103505" y="58166"/>
                  </a:lnTo>
                  <a:lnTo>
                    <a:pt x="106019" y="58166"/>
                  </a:lnTo>
                  <a:lnTo>
                    <a:pt x="118110" y="57658"/>
                  </a:lnTo>
                  <a:lnTo>
                    <a:pt x="118491" y="57531"/>
                  </a:lnTo>
                  <a:lnTo>
                    <a:pt x="135000" y="56261"/>
                  </a:lnTo>
                  <a:lnTo>
                    <a:pt x="196215" y="53086"/>
                  </a:lnTo>
                  <a:lnTo>
                    <a:pt x="250190" y="51054"/>
                  </a:lnTo>
                  <a:lnTo>
                    <a:pt x="277368" y="49530"/>
                  </a:lnTo>
                  <a:lnTo>
                    <a:pt x="338328" y="47371"/>
                  </a:lnTo>
                  <a:lnTo>
                    <a:pt x="437896" y="42545"/>
                  </a:lnTo>
                  <a:lnTo>
                    <a:pt x="477878" y="39878"/>
                  </a:lnTo>
                  <a:lnTo>
                    <a:pt x="116967" y="39878"/>
                  </a:lnTo>
                  <a:lnTo>
                    <a:pt x="117348" y="39751"/>
                  </a:lnTo>
                  <a:close/>
                </a:path>
                <a:path w="727075" h="67310">
                  <a:moveTo>
                    <a:pt x="106019" y="58166"/>
                  </a:moveTo>
                  <a:lnTo>
                    <a:pt x="103505" y="58166"/>
                  </a:lnTo>
                  <a:lnTo>
                    <a:pt x="102997" y="58293"/>
                  </a:lnTo>
                  <a:lnTo>
                    <a:pt x="106019" y="58166"/>
                  </a:lnTo>
                  <a:close/>
                </a:path>
                <a:path w="727075" h="67310">
                  <a:moveTo>
                    <a:pt x="688721" y="3175"/>
                  </a:moveTo>
                  <a:lnTo>
                    <a:pt x="687324" y="3302"/>
                  </a:lnTo>
                  <a:lnTo>
                    <a:pt x="664591" y="5968"/>
                  </a:lnTo>
                  <a:lnTo>
                    <a:pt x="665099" y="5968"/>
                  </a:lnTo>
                  <a:lnTo>
                    <a:pt x="652526" y="6731"/>
                  </a:lnTo>
                  <a:lnTo>
                    <a:pt x="652272" y="6731"/>
                  </a:lnTo>
                  <a:lnTo>
                    <a:pt x="588518" y="12827"/>
                  </a:lnTo>
                  <a:lnTo>
                    <a:pt x="527431" y="17780"/>
                  </a:lnTo>
                  <a:lnTo>
                    <a:pt x="436753" y="24003"/>
                  </a:lnTo>
                  <a:lnTo>
                    <a:pt x="437007" y="24003"/>
                  </a:lnTo>
                  <a:lnTo>
                    <a:pt x="407162" y="25400"/>
                  </a:lnTo>
                  <a:lnTo>
                    <a:pt x="373888" y="27305"/>
                  </a:lnTo>
                  <a:lnTo>
                    <a:pt x="374015" y="27305"/>
                  </a:lnTo>
                  <a:lnTo>
                    <a:pt x="337566" y="29083"/>
                  </a:lnTo>
                  <a:lnTo>
                    <a:pt x="276606" y="31242"/>
                  </a:lnTo>
                  <a:lnTo>
                    <a:pt x="170942" y="36068"/>
                  </a:lnTo>
                  <a:lnTo>
                    <a:pt x="133731" y="38354"/>
                  </a:lnTo>
                  <a:lnTo>
                    <a:pt x="133476" y="38354"/>
                  </a:lnTo>
                  <a:lnTo>
                    <a:pt x="116967" y="39878"/>
                  </a:lnTo>
                  <a:lnTo>
                    <a:pt x="477878" y="39878"/>
                  </a:lnTo>
                  <a:lnTo>
                    <a:pt x="528828" y="36449"/>
                  </a:lnTo>
                  <a:lnTo>
                    <a:pt x="590169" y="31368"/>
                  </a:lnTo>
                  <a:lnTo>
                    <a:pt x="612521" y="29210"/>
                  </a:lnTo>
                  <a:lnTo>
                    <a:pt x="634238" y="26924"/>
                  </a:lnTo>
                  <a:lnTo>
                    <a:pt x="635431" y="26924"/>
                  </a:lnTo>
                  <a:lnTo>
                    <a:pt x="653923" y="25146"/>
                  </a:lnTo>
                  <a:lnTo>
                    <a:pt x="666623" y="23749"/>
                  </a:lnTo>
                  <a:lnTo>
                    <a:pt x="666876" y="23749"/>
                  </a:lnTo>
                  <a:lnTo>
                    <a:pt x="689483" y="20701"/>
                  </a:lnTo>
                  <a:lnTo>
                    <a:pt x="698881" y="18796"/>
                  </a:lnTo>
                  <a:lnTo>
                    <a:pt x="699135" y="18796"/>
                  </a:lnTo>
                  <a:lnTo>
                    <a:pt x="713359" y="15493"/>
                  </a:lnTo>
                  <a:lnTo>
                    <a:pt x="716534" y="14732"/>
                  </a:lnTo>
                  <a:lnTo>
                    <a:pt x="719709" y="14097"/>
                  </a:lnTo>
                  <a:lnTo>
                    <a:pt x="720471" y="13843"/>
                  </a:lnTo>
                  <a:lnTo>
                    <a:pt x="719328" y="13843"/>
                  </a:lnTo>
                  <a:lnTo>
                    <a:pt x="721487" y="13462"/>
                  </a:lnTo>
                  <a:lnTo>
                    <a:pt x="724281" y="13462"/>
                  </a:lnTo>
                  <a:lnTo>
                    <a:pt x="726948" y="10795"/>
                  </a:lnTo>
                  <a:lnTo>
                    <a:pt x="726948" y="3556"/>
                  </a:lnTo>
                  <a:lnTo>
                    <a:pt x="696468" y="3556"/>
                  </a:lnTo>
                  <a:lnTo>
                    <a:pt x="696780" y="3520"/>
                  </a:lnTo>
                  <a:lnTo>
                    <a:pt x="688721" y="3175"/>
                  </a:lnTo>
                  <a:close/>
                </a:path>
                <a:path w="727075" h="67310">
                  <a:moveTo>
                    <a:pt x="635431" y="26924"/>
                  </a:moveTo>
                  <a:lnTo>
                    <a:pt x="634238" y="26924"/>
                  </a:lnTo>
                  <a:lnTo>
                    <a:pt x="634111" y="27051"/>
                  </a:lnTo>
                  <a:lnTo>
                    <a:pt x="635431" y="26924"/>
                  </a:lnTo>
                  <a:close/>
                </a:path>
                <a:path w="727075" h="67310">
                  <a:moveTo>
                    <a:pt x="721487" y="13462"/>
                  </a:moveTo>
                  <a:lnTo>
                    <a:pt x="719328" y="13843"/>
                  </a:lnTo>
                  <a:lnTo>
                    <a:pt x="720471" y="13843"/>
                  </a:lnTo>
                  <a:lnTo>
                    <a:pt x="721487" y="13462"/>
                  </a:lnTo>
                  <a:close/>
                </a:path>
                <a:path w="727075" h="67310">
                  <a:moveTo>
                    <a:pt x="724281" y="13462"/>
                  </a:moveTo>
                  <a:lnTo>
                    <a:pt x="721487" y="13462"/>
                  </a:lnTo>
                  <a:lnTo>
                    <a:pt x="720471" y="13843"/>
                  </a:lnTo>
                  <a:lnTo>
                    <a:pt x="723900" y="13843"/>
                  </a:lnTo>
                  <a:lnTo>
                    <a:pt x="724281" y="13462"/>
                  </a:lnTo>
                  <a:close/>
                </a:path>
                <a:path w="727075" h="67310">
                  <a:moveTo>
                    <a:pt x="696780" y="3520"/>
                  </a:moveTo>
                  <a:lnTo>
                    <a:pt x="696468" y="3556"/>
                  </a:lnTo>
                  <a:lnTo>
                    <a:pt x="697611" y="3556"/>
                  </a:lnTo>
                  <a:lnTo>
                    <a:pt x="696780" y="3520"/>
                  </a:lnTo>
                  <a:close/>
                </a:path>
                <a:path w="727075" h="67310">
                  <a:moveTo>
                    <a:pt x="710744" y="1927"/>
                  </a:moveTo>
                  <a:lnTo>
                    <a:pt x="696780" y="3520"/>
                  </a:lnTo>
                  <a:lnTo>
                    <a:pt x="697611" y="3556"/>
                  </a:lnTo>
                  <a:lnTo>
                    <a:pt x="726948" y="3556"/>
                  </a:lnTo>
                  <a:lnTo>
                    <a:pt x="726948" y="3175"/>
                  </a:lnTo>
                  <a:lnTo>
                    <a:pt x="725850" y="2032"/>
                  </a:lnTo>
                  <a:lnTo>
                    <a:pt x="710311" y="2032"/>
                  </a:lnTo>
                  <a:lnTo>
                    <a:pt x="710744" y="1927"/>
                  </a:lnTo>
                  <a:close/>
                </a:path>
                <a:path w="727075" h="67310">
                  <a:moveTo>
                    <a:pt x="710946" y="1905"/>
                  </a:moveTo>
                  <a:lnTo>
                    <a:pt x="710744" y="1927"/>
                  </a:lnTo>
                  <a:lnTo>
                    <a:pt x="710311" y="2032"/>
                  </a:lnTo>
                  <a:lnTo>
                    <a:pt x="710946" y="1905"/>
                  </a:lnTo>
                  <a:close/>
                </a:path>
                <a:path w="727075" h="67310">
                  <a:moveTo>
                    <a:pt x="725728" y="1905"/>
                  </a:moveTo>
                  <a:lnTo>
                    <a:pt x="710946" y="1905"/>
                  </a:lnTo>
                  <a:lnTo>
                    <a:pt x="710311" y="2032"/>
                  </a:lnTo>
                  <a:lnTo>
                    <a:pt x="725850" y="2032"/>
                  </a:lnTo>
                  <a:lnTo>
                    <a:pt x="725728" y="1905"/>
                  </a:lnTo>
                  <a:close/>
                </a:path>
                <a:path w="727075" h="67310">
                  <a:moveTo>
                    <a:pt x="716787" y="508"/>
                  </a:moveTo>
                  <a:lnTo>
                    <a:pt x="710744" y="1927"/>
                  </a:lnTo>
                  <a:lnTo>
                    <a:pt x="710946" y="1905"/>
                  </a:lnTo>
                  <a:lnTo>
                    <a:pt x="725728" y="1905"/>
                  </a:lnTo>
                  <a:lnTo>
                    <a:pt x="724631" y="762"/>
                  </a:lnTo>
                  <a:lnTo>
                    <a:pt x="716026" y="762"/>
                  </a:lnTo>
                  <a:lnTo>
                    <a:pt x="716787" y="508"/>
                  </a:lnTo>
                  <a:close/>
                </a:path>
                <a:path w="727075" h="67310">
                  <a:moveTo>
                    <a:pt x="723900" y="0"/>
                  </a:moveTo>
                  <a:lnTo>
                    <a:pt x="719328" y="0"/>
                  </a:lnTo>
                  <a:lnTo>
                    <a:pt x="717169" y="381"/>
                  </a:lnTo>
                  <a:lnTo>
                    <a:pt x="716026" y="762"/>
                  </a:lnTo>
                  <a:lnTo>
                    <a:pt x="724631" y="762"/>
                  </a:lnTo>
                  <a:lnTo>
                    <a:pt x="723900" y="0"/>
                  </a:lnTo>
                  <a:close/>
                </a:path>
              </a:pathLst>
            </a:custGeom>
            <a:solidFill>
              <a:srgbClr val="FFC000"/>
            </a:solidFill>
          </p:spPr>
          <p:txBody>
            <a:bodyPr wrap="square" lIns="0" tIns="0" rIns="0" bIns="0" rtlCol="0"/>
            <a:lstStyle/>
            <a:p>
              <a:endParaRPr sz="2400"/>
            </a:p>
          </p:txBody>
        </p:sp>
        <p:pic>
          <p:nvPicPr>
            <p:cNvPr id="48" name="object 48"/>
            <p:cNvPicPr/>
            <p:nvPr/>
          </p:nvPicPr>
          <p:blipFill>
            <a:blip r:embed="rId5" cstate="print"/>
            <a:stretch>
              <a:fillRect/>
            </a:stretch>
          </p:blipFill>
          <p:spPr>
            <a:xfrm>
              <a:off x="1013840" y="3896461"/>
              <a:ext cx="402336" cy="492302"/>
            </a:xfrm>
            <a:prstGeom prst="rect">
              <a:avLst/>
            </a:prstGeom>
          </p:spPr>
        </p:pic>
        <p:pic>
          <p:nvPicPr>
            <p:cNvPr id="49" name="object 49"/>
            <p:cNvPicPr/>
            <p:nvPr/>
          </p:nvPicPr>
          <p:blipFill>
            <a:blip r:embed="rId6" cstate="print"/>
            <a:stretch>
              <a:fillRect/>
            </a:stretch>
          </p:blipFill>
          <p:spPr>
            <a:xfrm>
              <a:off x="3208401" y="3990479"/>
              <a:ext cx="93472" cy="435609"/>
            </a:xfrm>
            <a:prstGeom prst="rect">
              <a:avLst/>
            </a:prstGeom>
          </p:spPr>
        </p:pic>
        <p:pic>
          <p:nvPicPr>
            <p:cNvPr id="50" name="object 50"/>
            <p:cNvPicPr/>
            <p:nvPr/>
          </p:nvPicPr>
          <p:blipFill>
            <a:blip r:embed="rId7" cstate="print"/>
            <a:stretch>
              <a:fillRect/>
            </a:stretch>
          </p:blipFill>
          <p:spPr>
            <a:xfrm>
              <a:off x="3385566" y="3680079"/>
              <a:ext cx="683487" cy="202425"/>
            </a:xfrm>
            <a:prstGeom prst="rect">
              <a:avLst/>
            </a:prstGeom>
          </p:spPr>
        </p:pic>
        <p:pic>
          <p:nvPicPr>
            <p:cNvPr id="51" name="object 51"/>
            <p:cNvPicPr/>
            <p:nvPr/>
          </p:nvPicPr>
          <p:blipFill>
            <a:blip r:embed="rId8" cstate="print"/>
            <a:stretch>
              <a:fillRect/>
            </a:stretch>
          </p:blipFill>
          <p:spPr>
            <a:xfrm>
              <a:off x="1486026" y="3928732"/>
              <a:ext cx="604011" cy="476250"/>
            </a:xfrm>
            <a:prstGeom prst="rect">
              <a:avLst/>
            </a:prstGeom>
          </p:spPr>
        </p:pic>
        <p:pic>
          <p:nvPicPr>
            <p:cNvPr id="52" name="object 52"/>
            <p:cNvPicPr/>
            <p:nvPr/>
          </p:nvPicPr>
          <p:blipFill>
            <a:blip r:embed="rId9" cstate="print"/>
            <a:stretch>
              <a:fillRect/>
            </a:stretch>
          </p:blipFill>
          <p:spPr>
            <a:xfrm>
              <a:off x="2655189" y="3687965"/>
              <a:ext cx="654050" cy="598271"/>
            </a:xfrm>
            <a:prstGeom prst="rect">
              <a:avLst/>
            </a:prstGeom>
          </p:spPr>
        </p:pic>
        <p:pic>
          <p:nvPicPr>
            <p:cNvPr id="53" name="object 53"/>
            <p:cNvPicPr/>
            <p:nvPr/>
          </p:nvPicPr>
          <p:blipFill>
            <a:blip r:embed="rId10" cstate="print"/>
            <a:stretch>
              <a:fillRect/>
            </a:stretch>
          </p:blipFill>
          <p:spPr>
            <a:xfrm>
              <a:off x="2165858" y="3977576"/>
              <a:ext cx="477900" cy="306717"/>
            </a:xfrm>
            <a:prstGeom prst="rect">
              <a:avLst/>
            </a:prstGeom>
          </p:spPr>
        </p:pic>
        <p:pic>
          <p:nvPicPr>
            <p:cNvPr id="54" name="object 54"/>
            <p:cNvPicPr/>
            <p:nvPr/>
          </p:nvPicPr>
          <p:blipFill>
            <a:blip r:embed="rId11" cstate="print"/>
            <a:stretch>
              <a:fillRect/>
            </a:stretch>
          </p:blipFill>
          <p:spPr>
            <a:xfrm>
              <a:off x="3388614" y="3977347"/>
              <a:ext cx="929259" cy="409117"/>
            </a:xfrm>
            <a:prstGeom prst="rect">
              <a:avLst/>
            </a:prstGeom>
          </p:spPr>
        </p:pic>
        <p:pic>
          <p:nvPicPr>
            <p:cNvPr id="55" name="object 55"/>
            <p:cNvPicPr/>
            <p:nvPr/>
          </p:nvPicPr>
          <p:blipFill>
            <a:blip r:embed="rId12" cstate="print"/>
            <a:stretch>
              <a:fillRect/>
            </a:stretch>
          </p:blipFill>
          <p:spPr>
            <a:xfrm>
              <a:off x="4398390" y="4038498"/>
              <a:ext cx="700786" cy="242570"/>
            </a:xfrm>
            <a:prstGeom prst="rect">
              <a:avLst/>
            </a:prstGeom>
          </p:spPr>
        </p:pic>
        <p:sp>
          <p:nvSpPr>
            <p:cNvPr id="56" name="object 56"/>
            <p:cNvSpPr/>
            <p:nvPr/>
          </p:nvSpPr>
          <p:spPr>
            <a:xfrm>
              <a:off x="914400" y="2295524"/>
              <a:ext cx="2966085" cy="1068070"/>
            </a:xfrm>
            <a:custGeom>
              <a:avLst/>
              <a:gdLst/>
              <a:ahLst/>
              <a:cxnLst/>
              <a:rect l="l" t="t" r="r" b="b"/>
              <a:pathLst>
                <a:path w="2966085" h="1068070">
                  <a:moveTo>
                    <a:pt x="0" y="1068070"/>
                  </a:moveTo>
                  <a:lnTo>
                    <a:pt x="2965577" y="0"/>
                  </a:lnTo>
                </a:path>
              </a:pathLst>
            </a:custGeom>
            <a:ln w="38100">
              <a:solidFill>
                <a:srgbClr val="7030A0"/>
              </a:solidFill>
            </a:ln>
          </p:spPr>
          <p:txBody>
            <a:bodyPr wrap="square" lIns="0" tIns="0" rIns="0" bIns="0" rtlCol="0"/>
            <a:lstStyle/>
            <a:p>
              <a:endParaRPr sz="2400"/>
            </a:p>
          </p:txBody>
        </p:sp>
      </p:grpSp>
      <p:grpSp>
        <p:nvGrpSpPr>
          <p:cNvPr id="77" name="Group 76">
            <a:extLst>
              <a:ext uri="{FF2B5EF4-FFF2-40B4-BE49-F238E27FC236}">
                <a16:creationId xmlns:a16="http://schemas.microsoft.com/office/drawing/2014/main" id="{992D6845-5C3E-550E-C95B-0CAE201B476C}"/>
              </a:ext>
            </a:extLst>
          </p:cNvPr>
          <p:cNvGrpSpPr/>
          <p:nvPr/>
        </p:nvGrpSpPr>
        <p:grpSpPr>
          <a:xfrm>
            <a:off x="6310039" y="113538"/>
            <a:ext cx="5063572" cy="5085856"/>
            <a:chOff x="6310039" y="113538"/>
            <a:chExt cx="5063572" cy="5085856"/>
          </a:xfrm>
        </p:grpSpPr>
        <p:sp>
          <p:nvSpPr>
            <p:cNvPr id="18" name="object 18"/>
            <p:cNvSpPr txBox="1"/>
            <p:nvPr/>
          </p:nvSpPr>
          <p:spPr>
            <a:xfrm>
              <a:off x="8754026" y="113538"/>
              <a:ext cx="710353" cy="431807"/>
            </a:xfrm>
            <a:prstGeom prst="rect">
              <a:avLst/>
            </a:prstGeom>
          </p:spPr>
          <p:txBody>
            <a:bodyPr vert="horz" wrap="square" lIns="0" tIns="21167" rIns="0" bIns="0" rtlCol="0">
              <a:spAutoFit/>
            </a:bodyPr>
            <a:lstStyle/>
            <a:p>
              <a:pPr marL="16933">
                <a:spcBef>
                  <a:spcPts val="167"/>
                </a:spcBef>
              </a:pPr>
              <a:r>
                <a:rPr sz="2667" spc="100" dirty="0">
                  <a:solidFill>
                    <a:srgbClr val="AB7942"/>
                  </a:solidFill>
                  <a:latin typeface="Cambria Math"/>
                  <a:cs typeface="Cambria Math"/>
                </a:rPr>
                <a:t>𝐽</a:t>
              </a:r>
              <a:r>
                <a:rPr sz="2667" spc="-7" dirty="0">
                  <a:solidFill>
                    <a:srgbClr val="AB7942"/>
                  </a:solidFill>
                  <a:latin typeface="Cambria Math"/>
                  <a:cs typeface="Cambria Math"/>
                </a:rPr>
                <a:t>(</a:t>
              </a:r>
              <a:r>
                <a:rPr sz="2667" spc="27" dirty="0">
                  <a:solidFill>
                    <a:srgbClr val="AB7942"/>
                  </a:solidFill>
                  <a:latin typeface="Cambria Math"/>
                  <a:cs typeface="Cambria Math"/>
                </a:rPr>
                <a:t>𝑤)</a:t>
              </a:r>
              <a:endParaRPr sz="2667">
                <a:latin typeface="Cambria Math"/>
                <a:cs typeface="Cambria Math"/>
              </a:endParaRPr>
            </a:p>
          </p:txBody>
        </p:sp>
        <p:sp>
          <p:nvSpPr>
            <p:cNvPr id="20" name="object 20"/>
            <p:cNvSpPr txBox="1"/>
            <p:nvPr/>
          </p:nvSpPr>
          <p:spPr>
            <a:xfrm>
              <a:off x="7864689" y="825498"/>
              <a:ext cx="2283460" cy="387286"/>
            </a:xfrm>
            <a:prstGeom prst="rect">
              <a:avLst/>
            </a:prstGeom>
          </p:spPr>
          <p:txBody>
            <a:bodyPr vert="horz" wrap="square" lIns="0" tIns="17780" rIns="0" bIns="0" rtlCol="0">
              <a:spAutoFit/>
            </a:bodyPr>
            <a:lstStyle/>
            <a:p>
              <a:pPr marL="16933">
                <a:spcBef>
                  <a:spcPts val="140"/>
                </a:spcBef>
              </a:pPr>
              <a:r>
                <a:rPr sz="2400" spc="-20" dirty="0">
                  <a:latin typeface="Verdana"/>
                  <a:cs typeface="Verdana"/>
                </a:rPr>
                <a:t>(function</a:t>
              </a:r>
              <a:r>
                <a:rPr sz="2400" spc="-7" dirty="0">
                  <a:latin typeface="Verdana"/>
                  <a:cs typeface="Verdana"/>
                </a:rPr>
                <a:t> </a:t>
              </a:r>
              <a:r>
                <a:rPr sz="2400" spc="15" dirty="0">
                  <a:latin typeface="Verdana"/>
                  <a:cs typeface="Verdana"/>
                </a:rPr>
                <a:t>of </a:t>
              </a:r>
              <a:r>
                <a:rPr sz="2400" spc="15" dirty="0">
                  <a:latin typeface="Cambria Math"/>
                  <a:cs typeface="Cambria Math"/>
                </a:rPr>
                <a:t>𝑤</a:t>
              </a:r>
              <a:r>
                <a:rPr sz="2400" spc="15" dirty="0">
                  <a:latin typeface="Verdana"/>
                  <a:cs typeface="Verdana"/>
                </a:rPr>
                <a:t>)</a:t>
              </a:r>
              <a:endParaRPr sz="2400">
                <a:latin typeface="Verdana"/>
                <a:cs typeface="Verdana"/>
              </a:endParaRPr>
            </a:p>
          </p:txBody>
        </p:sp>
        <p:sp>
          <p:nvSpPr>
            <p:cNvPr id="25" name="object 25"/>
            <p:cNvSpPr/>
            <p:nvPr/>
          </p:nvSpPr>
          <p:spPr>
            <a:xfrm>
              <a:off x="7315201" y="1701803"/>
              <a:ext cx="3810000" cy="2679700"/>
            </a:xfrm>
            <a:custGeom>
              <a:avLst/>
              <a:gdLst/>
              <a:ahLst/>
              <a:cxnLst/>
              <a:rect l="l" t="t" r="r" b="b"/>
              <a:pathLst>
                <a:path w="2857500" h="2009775">
                  <a:moveTo>
                    <a:pt x="476250" y="1933575"/>
                  </a:moveTo>
                  <a:lnTo>
                    <a:pt x="476250" y="0"/>
                  </a:lnTo>
                </a:path>
                <a:path w="2857500" h="2009775">
                  <a:moveTo>
                    <a:pt x="400050" y="1933575"/>
                  </a:moveTo>
                  <a:lnTo>
                    <a:pt x="561975" y="1933575"/>
                  </a:lnTo>
                </a:path>
                <a:path w="2857500" h="2009775">
                  <a:moveTo>
                    <a:pt x="400050" y="1285875"/>
                  </a:moveTo>
                  <a:lnTo>
                    <a:pt x="561975" y="1285875"/>
                  </a:lnTo>
                </a:path>
                <a:path w="2857500" h="2009775">
                  <a:moveTo>
                    <a:pt x="400050" y="647700"/>
                  </a:moveTo>
                  <a:lnTo>
                    <a:pt x="561975" y="647700"/>
                  </a:lnTo>
                </a:path>
                <a:path w="2857500" h="2009775">
                  <a:moveTo>
                    <a:pt x="400050" y="0"/>
                  </a:moveTo>
                  <a:lnTo>
                    <a:pt x="561975" y="0"/>
                  </a:lnTo>
                </a:path>
                <a:path w="2857500" h="2009775">
                  <a:moveTo>
                    <a:pt x="0" y="1933575"/>
                  </a:moveTo>
                  <a:lnTo>
                    <a:pt x="2857500" y="1933575"/>
                  </a:lnTo>
                </a:path>
                <a:path w="2857500" h="2009775">
                  <a:moveTo>
                    <a:pt x="0" y="1847850"/>
                  </a:moveTo>
                  <a:lnTo>
                    <a:pt x="0" y="2009775"/>
                  </a:lnTo>
                </a:path>
                <a:path w="2857500" h="2009775">
                  <a:moveTo>
                    <a:pt x="476250" y="1847850"/>
                  </a:moveTo>
                  <a:lnTo>
                    <a:pt x="476250" y="2009775"/>
                  </a:lnTo>
                </a:path>
                <a:path w="2857500" h="2009775">
                  <a:moveTo>
                    <a:pt x="952500" y="1847850"/>
                  </a:moveTo>
                  <a:lnTo>
                    <a:pt x="952500" y="2009775"/>
                  </a:lnTo>
                </a:path>
                <a:path w="2857500" h="2009775">
                  <a:moveTo>
                    <a:pt x="1428750" y="1847850"/>
                  </a:moveTo>
                  <a:lnTo>
                    <a:pt x="1428750" y="2009775"/>
                  </a:lnTo>
                </a:path>
                <a:path w="2857500" h="2009775">
                  <a:moveTo>
                    <a:pt x="1905000" y="1847850"/>
                  </a:moveTo>
                  <a:lnTo>
                    <a:pt x="1905000" y="2009775"/>
                  </a:lnTo>
                </a:path>
                <a:path w="2857500" h="2009775">
                  <a:moveTo>
                    <a:pt x="2381250" y="1847850"/>
                  </a:moveTo>
                  <a:lnTo>
                    <a:pt x="2381250" y="2009775"/>
                  </a:lnTo>
                </a:path>
                <a:path w="2857500" h="2009775">
                  <a:moveTo>
                    <a:pt x="2857500" y="1847850"/>
                  </a:moveTo>
                  <a:lnTo>
                    <a:pt x="2857500" y="2009775"/>
                  </a:lnTo>
                </a:path>
              </a:pathLst>
            </a:custGeom>
            <a:ln w="38100">
              <a:solidFill>
                <a:srgbClr val="000000"/>
              </a:solidFill>
            </a:ln>
          </p:spPr>
          <p:txBody>
            <a:bodyPr wrap="square" lIns="0" tIns="0" rIns="0" bIns="0" rtlCol="0"/>
            <a:lstStyle/>
            <a:p>
              <a:endParaRPr sz="2400"/>
            </a:p>
          </p:txBody>
        </p:sp>
        <p:sp>
          <p:nvSpPr>
            <p:cNvPr id="26" name="object 26"/>
            <p:cNvSpPr txBox="1"/>
            <p:nvPr/>
          </p:nvSpPr>
          <p:spPr>
            <a:xfrm>
              <a:off x="7450330" y="4030049"/>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27" name="object 27"/>
            <p:cNvSpPr txBox="1"/>
            <p:nvPr/>
          </p:nvSpPr>
          <p:spPr>
            <a:xfrm>
              <a:off x="7450330" y="3169073"/>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1</a:t>
              </a:r>
              <a:endParaRPr sz="2667">
                <a:latin typeface="Cambria Math"/>
                <a:cs typeface="Cambria Math"/>
              </a:endParaRPr>
            </a:p>
          </p:txBody>
        </p:sp>
        <p:sp>
          <p:nvSpPr>
            <p:cNvPr id="28" name="object 28"/>
            <p:cNvSpPr txBox="1"/>
            <p:nvPr/>
          </p:nvSpPr>
          <p:spPr>
            <a:xfrm>
              <a:off x="7450330" y="2309285"/>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29" name="object 29"/>
            <p:cNvSpPr txBox="1"/>
            <p:nvPr/>
          </p:nvSpPr>
          <p:spPr>
            <a:xfrm>
              <a:off x="7450330" y="144830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30" name="object 30"/>
            <p:cNvSpPr txBox="1"/>
            <p:nvPr/>
          </p:nvSpPr>
          <p:spPr>
            <a:xfrm>
              <a:off x="7040374" y="4394454"/>
              <a:ext cx="593513" cy="431807"/>
            </a:xfrm>
            <a:prstGeom prst="rect">
              <a:avLst/>
            </a:prstGeom>
          </p:spPr>
          <p:txBody>
            <a:bodyPr vert="horz" wrap="square" lIns="0" tIns="21167" rIns="0" bIns="0" rtlCol="0">
              <a:spAutoFit/>
            </a:bodyPr>
            <a:lstStyle/>
            <a:p>
              <a:pPr marL="16933">
                <a:spcBef>
                  <a:spcPts val="167"/>
                </a:spcBef>
              </a:pPr>
              <a:r>
                <a:rPr sz="2667" dirty="0">
                  <a:latin typeface="Cambria Math"/>
                  <a:cs typeface="Cambria Math"/>
                </a:rPr>
                <a:t>-</a:t>
              </a:r>
              <a:r>
                <a:rPr sz="2667" spc="27" dirty="0">
                  <a:latin typeface="Cambria Math"/>
                  <a:cs typeface="Cambria Math"/>
                </a:rPr>
                <a:t>0</a:t>
              </a:r>
              <a:r>
                <a:rPr sz="2667" spc="-47" dirty="0">
                  <a:latin typeface="Cambria Math"/>
                  <a:cs typeface="Cambria Math"/>
                </a:rPr>
                <a:t>.</a:t>
              </a:r>
              <a:r>
                <a:rPr sz="2667" spc="20" dirty="0">
                  <a:latin typeface="Cambria Math"/>
                  <a:cs typeface="Cambria Math"/>
                </a:rPr>
                <a:t>5</a:t>
              </a:r>
              <a:endParaRPr sz="2667" dirty="0">
                <a:latin typeface="Cambria Math"/>
                <a:cs typeface="Cambria Math"/>
              </a:endParaRPr>
            </a:p>
          </p:txBody>
        </p:sp>
        <p:sp>
          <p:nvSpPr>
            <p:cNvPr id="31" name="object 31"/>
            <p:cNvSpPr txBox="1"/>
            <p:nvPr/>
          </p:nvSpPr>
          <p:spPr>
            <a:xfrm>
              <a:off x="6651920" y="2751243"/>
              <a:ext cx="711200" cy="431807"/>
            </a:xfrm>
            <a:prstGeom prst="rect">
              <a:avLst/>
            </a:prstGeom>
          </p:spPr>
          <p:txBody>
            <a:bodyPr vert="horz" wrap="square" lIns="0" tIns="21167" rIns="0" bIns="0" rtlCol="0">
              <a:spAutoFit/>
            </a:bodyPr>
            <a:lstStyle/>
            <a:p>
              <a:pPr marL="16933">
                <a:spcBef>
                  <a:spcPts val="167"/>
                </a:spcBef>
              </a:pPr>
              <a:r>
                <a:rPr sz="2667" spc="100" dirty="0">
                  <a:latin typeface="Cambria Math"/>
                  <a:cs typeface="Cambria Math"/>
                </a:rPr>
                <a:t>𝐽</a:t>
              </a:r>
              <a:r>
                <a:rPr sz="2667" spc="-15" dirty="0">
                  <a:latin typeface="Cambria Math"/>
                  <a:cs typeface="Cambria Math"/>
                </a:rPr>
                <a:t>(</a:t>
              </a:r>
              <a:r>
                <a:rPr sz="2667" spc="41" dirty="0">
                  <a:latin typeface="Cambria Math"/>
                  <a:cs typeface="Cambria Math"/>
                </a:rPr>
                <a:t>𝑤</a:t>
              </a:r>
              <a:r>
                <a:rPr sz="2667" spc="15" dirty="0">
                  <a:latin typeface="Cambria Math"/>
                  <a:cs typeface="Cambria Math"/>
                </a:rPr>
                <a:t>)</a:t>
              </a:r>
              <a:endParaRPr sz="2667">
                <a:latin typeface="Cambria Math"/>
                <a:cs typeface="Cambria Math"/>
              </a:endParaRPr>
            </a:p>
          </p:txBody>
        </p:sp>
        <p:sp>
          <p:nvSpPr>
            <p:cNvPr id="32" name="object 32"/>
            <p:cNvSpPr txBox="1"/>
            <p:nvPr/>
          </p:nvSpPr>
          <p:spPr>
            <a:xfrm>
              <a:off x="7850294" y="4458464"/>
              <a:ext cx="3520441" cy="740930"/>
            </a:xfrm>
            <a:prstGeom prst="rect">
              <a:avLst/>
            </a:prstGeom>
          </p:spPr>
          <p:txBody>
            <a:bodyPr vert="horz" wrap="square" lIns="0" tIns="21167" rIns="0" bIns="0" rtlCol="0">
              <a:spAutoFit/>
            </a:bodyPr>
            <a:lstStyle/>
            <a:p>
              <a:pPr algn="ctr">
                <a:lnSpc>
                  <a:spcPts val="2780"/>
                </a:lnSpc>
                <a:spcBef>
                  <a:spcPts val="167"/>
                </a:spcBef>
                <a:tabLst>
                  <a:tab pos="504589" algn="l"/>
                  <a:tab pos="1267396" algn="l"/>
                  <a:tab pos="1772832" algn="l"/>
                  <a:tab pos="2535641" algn="l"/>
                  <a:tab pos="3041075" algn="l"/>
                </a:tabLst>
              </a:pPr>
              <a:r>
                <a:rPr sz="2667" spc="20" dirty="0">
                  <a:latin typeface="Cambria Math"/>
                  <a:cs typeface="Cambria Math"/>
                </a:rPr>
                <a:t>0	</a:t>
              </a:r>
              <a:r>
                <a:rPr sz="2667" spc="-7" dirty="0">
                  <a:latin typeface="Cambria Math"/>
                  <a:cs typeface="Cambria Math"/>
                </a:rPr>
                <a:t>0.5	</a:t>
              </a:r>
              <a:r>
                <a:rPr sz="2667" spc="20" dirty="0">
                  <a:latin typeface="Cambria Math"/>
                  <a:cs typeface="Cambria Math"/>
                </a:rPr>
                <a:t>1	</a:t>
              </a:r>
              <a:r>
                <a:rPr sz="2667" dirty="0">
                  <a:latin typeface="Cambria Math"/>
                  <a:cs typeface="Cambria Math"/>
                </a:rPr>
                <a:t>1.5	</a:t>
              </a:r>
              <a:r>
                <a:rPr sz="2667" spc="20" dirty="0">
                  <a:latin typeface="Cambria Math"/>
                  <a:cs typeface="Cambria Math"/>
                </a:rPr>
                <a:t>2	</a:t>
              </a:r>
              <a:r>
                <a:rPr sz="2667" spc="-7" dirty="0">
                  <a:latin typeface="Cambria Math"/>
                  <a:cs typeface="Cambria Math"/>
                </a:rPr>
                <a:t>2.5</a:t>
              </a:r>
              <a:endParaRPr sz="2667">
                <a:latin typeface="Cambria Math"/>
                <a:cs typeface="Cambria Math"/>
              </a:endParaRPr>
            </a:p>
            <a:p>
              <a:pPr marR="804295" algn="ctr">
                <a:lnSpc>
                  <a:spcPts val="2780"/>
                </a:lnSpc>
              </a:pPr>
              <a:r>
                <a:rPr sz="2667" spc="27" dirty="0">
                  <a:latin typeface="Cambria Math"/>
                  <a:cs typeface="Cambria Math"/>
                </a:rPr>
                <a:t>𝑤</a:t>
              </a:r>
              <a:endParaRPr sz="2667">
                <a:latin typeface="Cambria Math"/>
                <a:cs typeface="Cambria Math"/>
              </a:endParaRPr>
            </a:p>
          </p:txBody>
        </p:sp>
        <p:grpSp>
          <p:nvGrpSpPr>
            <p:cNvPr id="33" name="object 33"/>
            <p:cNvGrpSpPr/>
            <p:nvPr/>
          </p:nvGrpSpPr>
          <p:grpSpPr>
            <a:xfrm>
              <a:off x="8445502" y="3683000"/>
              <a:ext cx="902548" cy="826347"/>
              <a:chOff x="6334125" y="2762250"/>
              <a:chExt cx="676910" cy="619760"/>
            </a:xfrm>
          </p:grpSpPr>
          <p:sp>
            <p:nvSpPr>
              <p:cNvPr id="34" name="object 34"/>
              <p:cNvSpPr/>
              <p:nvPr/>
            </p:nvSpPr>
            <p:spPr>
              <a:xfrm>
                <a:off x="6829425" y="3200400"/>
                <a:ext cx="162560" cy="162560"/>
              </a:xfrm>
              <a:custGeom>
                <a:avLst/>
                <a:gdLst/>
                <a:ahLst/>
                <a:cxnLst/>
                <a:rect l="l" t="t" r="r" b="b"/>
                <a:pathLst>
                  <a:path w="162559" h="162560">
                    <a:moveTo>
                      <a:pt x="0" y="0"/>
                    </a:moveTo>
                    <a:lnTo>
                      <a:pt x="162051" y="162051"/>
                    </a:lnTo>
                  </a:path>
                  <a:path w="162559" h="162560">
                    <a:moveTo>
                      <a:pt x="162051" y="0"/>
                    </a:moveTo>
                    <a:lnTo>
                      <a:pt x="0" y="162051"/>
                    </a:lnTo>
                  </a:path>
                </a:pathLst>
              </a:custGeom>
              <a:ln w="38100">
                <a:solidFill>
                  <a:srgbClr val="FF40FF"/>
                </a:solidFill>
              </a:ln>
            </p:spPr>
            <p:txBody>
              <a:bodyPr wrap="square" lIns="0" tIns="0" rIns="0" bIns="0" rtlCol="0"/>
              <a:lstStyle/>
              <a:p>
                <a:endParaRPr sz="2400"/>
              </a:p>
            </p:txBody>
          </p:sp>
          <p:sp>
            <p:nvSpPr>
              <p:cNvPr id="35" name="object 35"/>
              <p:cNvSpPr/>
              <p:nvPr/>
            </p:nvSpPr>
            <p:spPr>
              <a:xfrm>
                <a:off x="6353175" y="2781300"/>
                <a:ext cx="162560" cy="162560"/>
              </a:xfrm>
              <a:custGeom>
                <a:avLst/>
                <a:gdLst/>
                <a:ahLst/>
                <a:cxnLst/>
                <a:rect l="l" t="t" r="r" b="b"/>
                <a:pathLst>
                  <a:path w="162559" h="162560">
                    <a:moveTo>
                      <a:pt x="0" y="0"/>
                    </a:moveTo>
                    <a:lnTo>
                      <a:pt x="162051" y="162051"/>
                    </a:lnTo>
                  </a:path>
                  <a:path w="162559" h="162560">
                    <a:moveTo>
                      <a:pt x="162051" y="0"/>
                    </a:moveTo>
                    <a:lnTo>
                      <a:pt x="0" y="162051"/>
                    </a:lnTo>
                  </a:path>
                </a:pathLst>
              </a:custGeom>
              <a:ln w="38100">
                <a:solidFill>
                  <a:srgbClr val="7030A0"/>
                </a:solidFill>
              </a:ln>
            </p:spPr>
            <p:txBody>
              <a:bodyPr wrap="square" lIns="0" tIns="0" rIns="0" bIns="0" rtlCol="0"/>
              <a:lstStyle/>
              <a:p>
                <a:endParaRPr sz="2400"/>
              </a:p>
            </p:txBody>
          </p:sp>
        </p:grpSp>
        <p:pic>
          <p:nvPicPr>
            <p:cNvPr id="39" name="object 39"/>
            <p:cNvPicPr/>
            <p:nvPr/>
          </p:nvPicPr>
          <p:blipFill>
            <a:blip r:embed="rId13" cstate="print"/>
            <a:stretch>
              <a:fillRect/>
            </a:stretch>
          </p:blipFill>
          <p:spPr>
            <a:xfrm>
              <a:off x="6310039" y="577089"/>
              <a:ext cx="916432" cy="391668"/>
            </a:xfrm>
            <a:prstGeom prst="rect">
              <a:avLst/>
            </a:prstGeom>
          </p:spPr>
        </p:pic>
        <p:pic>
          <p:nvPicPr>
            <p:cNvPr id="40" name="object 40"/>
            <p:cNvPicPr/>
            <p:nvPr/>
          </p:nvPicPr>
          <p:blipFill>
            <a:blip r:embed="rId14" cstate="print"/>
            <a:stretch>
              <a:fillRect/>
            </a:stretch>
          </p:blipFill>
          <p:spPr>
            <a:xfrm>
              <a:off x="6453973" y="148844"/>
              <a:ext cx="529844" cy="301413"/>
            </a:xfrm>
            <a:prstGeom prst="rect">
              <a:avLst/>
            </a:prstGeom>
          </p:spPr>
        </p:pic>
        <p:grpSp>
          <p:nvGrpSpPr>
            <p:cNvPr id="57" name="object 57"/>
            <p:cNvGrpSpPr/>
            <p:nvPr/>
          </p:nvGrpSpPr>
          <p:grpSpPr>
            <a:xfrm>
              <a:off x="7191079" y="152229"/>
              <a:ext cx="4182532" cy="4216572"/>
              <a:chOff x="5393308" y="114172"/>
              <a:chExt cx="3136899" cy="3162428"/>
            </a:xfrm>
          </p:grpSpPr>
          <p:sp>
            <p:nvSpPr>
              <p:cNvPr id="58" name="object 58"/>
              <p:cNvSpPr/>
              <p:nvPr/>
            </p:nvSpPr>
            <p:spPr>
              <a:xfrm>
                <a:off x="5657849" y="180975"/>
                <a:ext cx="2762885" cy="3029585"/>
              </a:xfrm>
              <a:custGeom>
                <a:avLst/>
                <a:gdLst/>
                <a:ahLst/>
                <a:cxnLst/>
                <a:rect l="l" t="t" r="r" b="b"/>
                <a:pathLst>
                  <a:path w="2762884" h="3029585">
                    <a:moveTo>
                      <a:pt x="1647825" y="2609850"/>
                    </a:moveTo>
                    <a:lnTo>
                      <a:pt x="1809877" y="2771902"/>
                    </a:lnTo>
                  </a:path>
                  <a:path w="2762884" h="3029585">
                    <a:moveTo>
                      <a:pt x="1809877" y="2609850"/>
                    </a:moveTo>
                    <a:lnTo>
                      <a:pt x="1647825" y="2771902"/>
                    </a:lnTo>
                  </a:path>
                  <a:path w="2762884" h="3029585">
                    <a:moveTo>
                      <a:pt x="2600325" y="0"/>
                    </a:moveTo>
                    <a:lnTo>
                      <a:pt x="2762377" y="162051"/>
                    </a:lnTo>
                  </a:path>
                  <a:path w="2762884" h="3029585">
                    <a:moveTo>
                      <a:pt x="2762377" y="0"/>
                    </a:moveTo>
                    <a:lnTo>
                      <a:pt x="2600325" y="162051"/>
                    </a:lnTo>
                  </a:path>
                  <a:path w="2762884" h="3029585">
                    <a:moveTo>
                      <a:pt x="2124075" y="1447800"/>
                    </a:moveTo>
                    <a:lnTo>
                      <a:pt x="2286127" y="1609852"/>
                    </a:lnTo>
                  </a:path>
                  <a:path w="2762884" h="3029585">
                    <a:moveTo>
                      <a:pt x="2286127" y="1447800"/>
                    </a:moveTo>
                    <a:lnTo>
                      <a:pt x="2124075" y="1609852"/>
                    </a:lnTo>
                  </a:path>
                  <a:path w="2762884" h="3029585">
                    <a:moveTo>
                      <a:pt x="1438275" y="2867025"/>
                    </a:moveTo>
                    <a:lnTo>
                      <a:pt x="1600327" y="3029077"/>
                    </a:lnTo>
                  </a:path>
                  <a:path w="2762884" h="3029585">
                    <a:moveTo>
                      <a:pt x="1600327" y="2867025"/>
                    </a:moveTo>
                    <a:lnTo>
                      <a:pt x="1438275" y="3029077"/>
                    </a:lnTo>
                  </a:path>
                  <a:path w="2762884" h="3029585">
                    <a:moveTo>
                      <a:pt x="914400" y="2847975"/>
                    </a:moveTo>
                    <a:lnTo>
                      <a:pt x="1076452" y="3010027"/>
                    </a:lnTo>
                  </a:path>
                  <a:path w="2762884" h="3029585">
                    <a:moveTo>
                      <a:pt x="1076452" y="2847975"/>
                    </a:moveTo>
                    <a:lnTo>
                      <a:pt x="914400" y="3010027"/>
                    </a:lnTo>
                  </a:path>
                  <a:path w="2762884" h="3029585">
                    <a:moveTo>
                      <a:pt x="457200" y="2114550"/>
                    </a:moveTo>
                    <a:lnTo>
                      <a:pt x="619251" y="2276602"/>
                    </a:lnTo>
                  </a:path>
                  <a:path w="2762884" h="3029585">
                    <a:moveTo>
                      <a:pt x="619251" y="2114550"/>
                    </a:moveTo>
                    <a:lnTo>
                      <a:pt x="457200" y="2276602"/>
                    </a:lnTo>
                  </a:path>
                  <a:path w="2762884" h="3029585">
                    <a:moveTo>
                      <a:pt x="1885950" y="2114550"/>
                    </a:moveTo>
                    <a:lnTo>
                      <a:pt x="2048002" y="2276602"/>
                    </a:lnTo>
                  </a:path>
                  <a:path w="2762884" h="3029585">
                    <a:moveTo>
                      <a:pt x="2048002" y="2114550"/>
                    </a:moveTo>
                    <a:lnTo>
                      <a:pt x="1885950" y="2276602"/>
                    </a:lnTo>
                  </a:path>
                  <a:path w="2762884" h="3029585">
                    <a:moveTo>
                      <a:pt x="0" y="695325"/>
                    </a:moveTo>
                    <a:lnTo>
                      <a:pt x="162051" y="857376"/>
                    </a:lnTo>
                  </a:path>
                  <a:path w="2762884" h="3029585">
                    <a:moveTo>
                      <a:pt x="162051" y="695325"/>
                    </a:moveTo>
                    <a:lnTo>
                      <a:pt x="0" y="857376"/>
                    </a:lnTo>
                  </a:path>
                  <a:path w="2762884" h="3029585">
                    <a:moveTo>
                      <a:pt x="2362200" y="695325"/>
                    </a:moveTo>
                    <a:lnTo>
                      <a:pt x="2524252" y="857376"/>
                    </a:lnTo>
                  </a:path>
                  <a:path w="2762884" h="3029585">
                    <a:moveTo>
                      <a:pt x="2524252" y="695325"/>
                    </a:moveTo>
                    <a:lnTo>
                      <a:pt x="2362200" y="857376"/>
                    </a:lnTo>
                  </a:path>
                </a:pathLst>
              </a:custGeom>
              <a:ln w="38100">
                <a:solidFill>
                  <a:srgbClr val="FF2600"/>
                </a:solidFill>
              </a:ln>
            </p:spPr>
            <p:txBody>
              <a:bodyPr wrap="square" lIns="0" tIns="0" rIns="0" bIns="0" rtlCol="0"/>
              <a:lstStyle/>
              <a:p>
                <a:endParaRPr sz="2400"/>
              </a:p>
            </p:txBody>
          </p:sp>
          <p:sp>
            <p:nvSpPr>
              <p:cNvPr id="59" name="object 59"/>
              <p:cNvSpPr/>
              <p:nvPr/>
            </p:nvSpPr>
            <p:spPr>
              <a:xfrm>
                <a:off x="5514974" y="247650"/>
                <a:ext cx="2828925" cy="3028950"/>
              </a:xfrm>
              <a:custGeom>
                <a:avLst/>
                <a:gdLst/>
                <a:ahLst/>
                <a:cxnLst/>
                <a:rect l="l" t="t" r="r" b="b"/>
                <a:pathLst>
                  <a:path w="2828925" h="3028950">
                    <a:moveTo>
                      <a:pt x="0" y="0"/>
                    </a:moveTo>
                    <a:lnTo>
                      <a:pt x="14355" y="51788"/>
                    </a:lnTo>
                    <a:lnTo>
                      <a:pt x="28711" y="103558"/>
                    </a:lnTo>
                    <a:lnTo>
                      <a:pt x="43070" y="155289"/>
                    </a:lnTo>
                    <a:lnTo>
                      <a:pt x="57433" y="206962"/>
                    </a:lnTo>
                    <a:lnTo>
                      <a:pt x="71801" y="258557"/>
                    </a:lnTo>
                    <a:lnTo>
                      <a:pt x="86174" y="310055"/>
                    </a:lnTo>
                    <a:lnTo>
                      <a:pt x="100555" y="361436"/>
                    </a:lnTo>
                    <a:lnTo>
                      <a:pt x="114945" y="412680"/>
                    </a:lnTo>
                    <a:lnTo>
                      <a:pt x="129345" y="463768"/>
                    </a:lnTo>
                    <a:lnTo>
                      <a:pt x="143755" y="514679"/>
                    </a:lnTo>
                    <a:lnTo>
                      <a:pt x="158178" y="565395"/>
                    </a:lnTo>
                    <a:lnTo>
                      <a:pt x="172614" y="615896"/>
                    </a:lnTo>
                    <a:lnTo>
                      <a:pt x="187065" y="666162"/>
                    </a:lnTo>
                    <a:lnTo>
                      <a:pt x="201532" y="716173"/>
                    </a:lnTo>
                    <a:lnTo>
                      <a:pt x="216017" y="765910"/>
                    </a:lnTo>
                    <a:lnTo>
                      <a:pt x="230519" y="815353"/>
                    </a:lnTo>
                    <a:lnTo>
                      <a:pt x="245041" y="864483"/>
                    </a:lnTo>
                    <a:lnTo>
                      <a:pt x="259585" y="913279"/>
                    </a:lnTo>
                    <a:lnTo>
                      <a:pt x="274150" y="961723"/>
                    </a:lnTo>
                    <a:lnTo>
                      <a:pt x="288738" y="1009794"/>
                    </a:lnTo>
                    <a:lnTo>
                      <a:pt x="303352" y="1057474"/>
                    </a:lnTo>
                    <a:lnTo>
                      <a:pt x="317990" y="1104741"/>
                    </a:lnTo>
                    <a:lnTo>
                      <a:pt x="332656" y="1151577"/>
                    </a:lnTo>
                    <a:lnTo>
                      <a:pt x="347351" y="1197962"/>
                    </a:lnTo>
                    <a:lnTo>
                      <a:pt x="362074" y="1243876"/>
                    </a:lnTo>
                    <a:lnTo>
                      <a:pt x="376829" y="1289300"/>
                    </a:lnTo>
                    <a:lnTo>
                      <a:pt x="391615" y="1334215"/>
                    </a:lnTo>
                    <a:lnTo>
                      <a:pt x="406434" y="1378599"/>
                    </a:lnTo>
                    <a:lnTo>
                      <a:pt x="421288" y="1422434"/>
                    </a:lnTo>
                    <a:lnTo>
                      <a:pt x="436177" y="1465701"/>
                    </a:lnTo>
                    <a:lnTo>
                      <a:pt x="451103" y="1508378"/>
                    </a:lnTo>
                    <a:lnTo>
                      <a:pt x="470474" y="1563051"/>
                    </a:lnTo>
                    <a:lnTo>
                      <a:pt x="489942" y="1617548"/>
                    </a:lnTo>
                    <a:lnTo>
                      <a:pt x="509498" y="1671798"/>
                    </a:lnTo>
                    <a:lnTo>
                      <a:pt x="529135" y="1725729"/>
                    </a:lnTo>
                    <a:lnTo>
                      <a:pt x="548845" y="1779270"/>
                    </a:lnTo>
                    <a:lnTo>
                      <a:pt x="568620" y="1832350"/>
                    </a:lnTo>
                    <a:lnTo>
                      <a:pt x="588453" y="1884896"/>
                    </a:lnTo>
                    <a:lnTo>
                      <a:pt x="608334" y="1936839"/>
                    </a:lnTo>
                    <a:lnTo>
                      <a:pt x="628257" y="1988106"/>
                    </a:lnTo>
                    <a:lnTo>
                      <a:pt x="648214" y="2038626"/>
                    </a:lnTo>
                    <a:lnTo>
                      <a:pt x="668196" y="2088328"/>
                    </a:lnTo>
                    <a:lnTo>
                      <a:pt x="688197" y="2137140"/>
                    </a:lnTo>
                    <a:lnTo>
                      <a:pt x="708207" y="2184991"/>
                    </a:lnTo>
                    <a:lnTo>
                      <a:pt x="728219" y="2231809"/>
                    </a:lnTo>
                    <a:lnTo>
                      <a:pt x="748225" y="2277523"/>
                    </a:lnTo>
                    <a:lnTo>
                      <a:pt x="768218" y="2322063"/>
                    </a:lnTo>
                    <a:lnTo>
                      <a:pt x="788189" y="2365355"/>
                    </a:lnTo>
                    <a:lnTo>
                      <a:pt x="808130" y="2407330"/>
                    </a:lnTo>
                    <a:lnTo>
                      <a:pt x="828034" y="2447915"/>
                    </a:lnTo>
                    <a:lnTo>
                      <a:pt x="847893" y="2487040"/>
                    </a:lnTo>
                    <a:lnTo>
                      <a:pt x="867699" y="2524632"/>
                    </a:lnTo>
                    <a:lnTo>
                      <a:pt x="887444" y="2560621"/>
                    </a:lnTo>
                    <a:lnTo>
                      <a:pt x="907119" y="2594935"/>
                    </a:lnTo>
                    <a:lnTo>
                      <a:pt x="962690" y="2684116"/>
                    </a:lnTo>
                    <a:lnTo>
                      <a:pt x="998422" y="2736931"/>
                    </a:lnTo>
                    <a:lnTo>
                      <a:pt x="1033966" y="2785812"/>
                    </a:lnTo>
                    <a:lnTo>
                      <a:pt x="1069371" y="2830628"/>
                    </a:lnTo>
                    <a:lnTo>
                      <a:pt x="1104687" y="2871243"/>
                    </a:lnTo>
                    <a:lnTo>
                      <a:pt x="1139965" y="2907526"/>
                    </a:lnTo>
                    <a:lnTo>
                      <a:pt x="1175253" y="2939341"/>
                    </a:lnTo>
                    <a:lnTo>
                      <a:pt x="1210603" y="2966556"/>
                    </a:lnTo>
                    <a:lnTo>
                      <a:pt x="1246063" y="2989036"/>
                    </a:lnTo>
                    <a:lnTo>
                      <a:pt x="1281685" y="3006650"/>
                    </a:lnTo>
                    <a:lnTo>
                      <a:pt x="1353611" y="3026740"/>
                    </a:lnTo>
                    <a:lnTo>
                      <a:pt x="1390015" y="3028950"/>
                    </a:lnTo>
                    <a:lnTo>
                      <a:pt x="1424181" y="3026234"/>
                    </a:lnTo>
                    <a:lnTo>
                      <a:pt x="1493410" y="3007399"/>
                    </a:lnTo>
                    <a:lnTo>
                      <a:pt x="1528366" y="2991466"/>
                    </a:lnTo>
                    <a:lnTo>
                      <a:pt x="1563479" y="2971312"/>
                    </a:lnTo>
                    <a:lnTo>
                      <a:pt x="1598697" y="2947030"/>
                    </a:lnTo>
                    <a:lnTo>
                      <a:pt x="1633966" y="2918714"/>
                    </a:lnTo>
                    <a:lnTo>
                      <a:pt x="1669232" y="2886455"/>
                    </a:lnTo>
                    <a:lnTo>
                      <a:pt x="1704444" y="2850347"/>
                    </a:lnTo>
                    <a:lnTo>
                      <a:pt x="1739548" y="2810482"/>
                    </a:lnTo>
                    <a:lnTo>
                      <a:pt x="1774490" y="2766953"/>
                    </a:lnTo>
                    <a:lnTo>
                      <a:pt x="1809219" y="2719853"/>
                    </a:lnTo>
                    <a:lnTo>
                      <a:pt x="1843680" y="2669275"/>
                    </a:lnTo>
                    <a:lnTo>
                      <a:pt x="1877822" y="2615311"/>
                    </a:lnTo>
                    <a:lnTo>
                      <a:pt x="1897572" y="2581900"/>
                    </a:lnTo>
                    <a:lnTo>
                      <a:pt x="1917206" y="2546594"/>
                    </a:lnTo>
                    <a:lnTo>
                      <a:pt x="1936734" y="2509481"/>
                    </a:lnTo>
                    <a:lnTo>
                      <a:pt x="1956166" y="2470652"/>
                    </a:lnTo>
                    <a:lnTo>
                      <a:pt x="1975514" y="2430197"/>
                    </a:lnTo>
                    <a:lnTo>
                      <a:pt x="1994789" y="2388205"/>
                    </a:lnTo>
                    <a:lnTo>
                      <a:pt x="2013999" y="2344766"/>
                    </a:lnTo>
                    <a:lnTo>
                      <a:pt x="2033157" y="2299970"/>
                    </a:lnTo>
                    <a:lnTo>
                      <a:pt x="2052272" y="2253906"/>
                    </a:lnTo>
                    <a:lnTo>
                      <a:pt x="2071355" y="2206665"/>
                    </a:lnTo>
                    <a:lnTo>
                      <a:pt x="2090418" y="2158336"/>
                    </a:lnTo>
                    <a:lnTo>
                      <a:pt x="2109469" y="2109009"/>
                    </a:lnTo>
                    <a:lnTo>
                      <a:pt x="2128521" y="2058774"/>
                    </a:lnTo>
                    <a:lnTo>
                      <a:pt x="2147584" y="2007721"/>
                    </a:lnTo>
                    <a:lnTo>
                      <a:pt x="2166667" y="1955939"/>
                    </a:lnTo>
                    <a:lnTo>
                      <a:pt x="2185782" y="1903518"/>
                    </a:lnTo>
                    <a:lnTo>
                      <a:pt x="2204940" y="1850548"/>
                    </a:lnTo>
                    <a:lnTo>
                      <a:pt x="2224150" y="1797119"/>
                    </a:lnTo>
                    <a:lnTo>
                      <a:pt x="2243425" y="1743320"/>
                    </a:lnTo>
                    <a:lnTo>
                      <a:pt x="2262773" y="1689242"/>
                    </a:lnTo>
                    <a:lnTo>
                      <a:pt x="2282205" y="1634974"/>
                    </a:lnTo>
                    <a:lnTo>
                      <a:pt x="2301733" y="1580606"/>
                    </a:lnTo>
                    <a:lnTo>
                      <a:pt x="2321367" y="1526228"/>
                    </a:lnTo>
                    <a:lnTo>
                      <a:pt x="2341118" y="1471929"/>
                    </a:lnTo>
                    <a:lnTo>
                      <a:pt x="2356999" y="1428274"/>
                    </a:lnTo>
                    <a:lnTo>
                      <a:pt x="2372920" y="1384109"/>
                    </a:lnTo>
                    <a:lnTo>
                      <a:pt x="2388878" y="1339455"/>
                    </a:lnTo>
                    <a:lnTo>
                      <a:pt x="2404871" y="1294326"/>
                    </a:lnTo>
                    <a:lnTo>
                      <a:pt x="2420899" y="1248742"/>
                    </a:lnTo>
                    <a:lnTo>
                      <a:pt x="2436960" y="1202720"/>
                    </a:lnTo>
                    <a:lnTo>
                      <a:pt x="2453053" y="1156277"/>
                    </a:lnTo>
                    <a:lnTo>
                      <a:pt x="2469176" y="1109430"/>
                    </a:lnTo>
                    <a:lnTo>
                      <a:pt x="2485329" y="1062198"/>
                    </a:lnTo>
                    <a:lnTo>
                      <a:pt x="2501509" y="1014598"/>
                    </a:lnTo>
                    <a:lnTo>
                      <a:pt x="2517716" y="966647"/>
                    </a:lnTo>
                    <a:lnTo>
                      <a:pt x="2533948" y="918362"/>
                    </a:lnTo>
                    <a:lnTo>
                      <a:pt x="2550204" y="869761"/>
                    </a:lnTo>
                    <a:lnTo>
                      <a:pt x="2566483" y="820863"/>
                    </a:lnTo>
                    <a:lnTo>
                      <a:pt x="2582783" y="771683"/>
                    </a:lnTo>
                    <a:lnTo>
                      <a:pt x="2599102" y="722240"/>
                    </a:lnTo>
                    <a:lnTo>
                      <a:pt x="2615441" y="672552"/>
                    </a:lnTo>
                    <a:lnTo>
                      <a:pt x="2631796" y="622635"/>
                    </a:lnTo>
                    <a:lnTo>
                      <a:pt x="2648168" y="572507"/>
                    </a:lnTo>
                    <a:lnTo>
                      <a:pt x="2664554" y="522186"/>
                    </a:lnTo>
                    <a:lnTo>
                      <a:pt x="2680953" y="471689"/>
                    </a:lnTo>
                    <a:lnTo>
                      <a:pt x="2697364" y="421034"/>
                    </a:lnTo>
                    <a:lnTo>
                      <a:pt x="2713786" y="370238"/>
                    </a:lnTo>
                    <a:lnTo>
                      <a:pt x="2730217" y="319318"/>
                    </a:lnTo>
                    <a:lnTo>
                      <a:pt x="2746656" y="268293"/>
                    </a:lnTo>
                    <a:lnTo>
                      <a:pt x="2763102" y="217179"/>
                    </a:lnTo>
                    <a:lnTo>
                      <a:pt x="2779553" y="165995"/>
                    </a:lnTo>
                    <a:lnTo>
                      <a:pt x="2796008" y="114757"/>
                    </a:lnTo>
                    <a:lnTo>
                      <a:pt x="2812466" y="63483"/>
                    </a:lnTo>
                    <a:lnTo>
                      <a:pt x="2828925" y="12191"/>
                    </a:lnTo>
                  </a:path>
                </a:pathLst>
              </a:custGeom>
              <a:ln w="38100">
                <a:solidFill>
                  <a:srgbClr val="AB7942"/>
                </a:solidFill>
              </a:ln>
            </p:spPr>
            <p:txBody>
              <a:bodyPr wrap="square" lIns="0" tIns="0" rIns="0" bIns="0" rtlCol="0"/>
              <a:lstStyle/>
              <a:p>
                <a:endParaRPr sz="2400"/>
              </a:p>
            </p:txBody>
          </p:sp>
          <p:pic>
            <p:nvPicPr>
              <p:cNvPr id="60" name="object 60"/>
              <p:cNvPicPr/>
              <p:nvPr/>
            </p:nvPicPr>
            <p:blipFill>
              <a:blip r:embed="rId15" cstate="print"/>
              <a:stretch>
                <a:fillRect/>
              </a:stretch>
            </p:blipFill>
            <p:spPr>
              <a:xfrm>
                <a:off x="5393308" y="114172"/>
                <a:ext cx="258571" cy="270510"/>
              </a:xfrm>
              <a:prstGeom prst="rect">
                <a:avLst/>
              </a:prstGeom>
            </p:spPr>
          </p:pic>
          <p:pic>
            <p:nvPicPr>
              <p:cNvPr id="61" name="object 61"/>
              <p:cNvPicPr/>
              <p:nvPr/>
            </p:nvPicPr>
            <p:blipFill>
              <a:blip r:embed="rId16" cstate="print"/>
              <a:stretch>
                <a:fillRect/>
              </a:stretch>
            </p:blipFill>
            <p:spPr>
              <a:xfrm>
                <a:off x="7727188" y="2805302"/>
                <a:ext cx="257555" cy="198119"/>
              </a:xfrm>
              <a:prstGeom prst="rect">
                <a:avLst/>
              </a:prstGeom>
            </p:spPr>
          </p:pic>
          <p:pic>
            <p:nvPicPr>
              <p:cNvPr id="62" name="object 62"/>
              <p:cNvPicPr/>
              <p:nvPr/>
            </p:nvPicPr>
            <p:blipFill>
              <a:blip r:embed="rId17" cstate="print"/>
              <a:stretch>
                <a:fillRect/>
              </a:stretch>
            </p:blipFill>
            <p:spPr>
              <a:xfrm>
                <a:off x="8220201" y="2005711"/>
                <a:ext cx="310006" cy="323850"/>
              </a:xfrm>
              <a:prstGeom prst="rect">
                <a:avLst/>
              </a:prstGeom>
            </p:spPr>
          </p:pic>
          <p:pic>
            <p:nvPicPr>
              <p:cNvPr id="63" name="object 63"/>
              <p:cNvPicPr/>
              <p:nvPr/>
            </p:nvPicPr>
            <p:blipFill>
              <a:blip r:embed="rId18" cstate="print"/>
              <a:stretch>
                <a:fillRect/>
              </a:stretch>
            </p:blipFill>
            <p:spPr>
              <a:xfrm>
                <a:off x="6847331" y="1831212"/>
                <a:ext cx="691388" cy="1277747"/>
              </a:xfrm>
              <a:prstGeom prst="rect">
                <a:avLst/>
              </a:prstGeom>
            </p:spPr>
          </p:pic>
          <p:pic>
            <p:nvPicPr>
              <p:cNvPr id="64" name="object 64"/>
              <p:cNvPicPr/>
              <p:nvPr/>
            </p:nvPicPr>
            <p:blipFill>
              <a:blip r:embed="rId19" cstate="print"/>
              <a:stretch>
                <a:fillRect/>
              </a:stretch>
            </p:blipFill>
            <p:spPr>
              <a:xfrm>
                <a:off x="6433946" y="1990343"/>
                <a:ext cx="155321" cy="694690"/>
              </a:xfrm>
              <a:prstGeom prst="rect">
                <a:avLst/>
              </a:prstGeom>
            </p:spPr>
          </p:pic>
          <p:pic>
            <p:nvPicPr>
              <p:cNvPr id="65" name="object 65"/>
              <p:cNvPicPr/>
              <p:nvPr/>
            </p:nvPicPr>
            <p:blipFill>
              <a:blip r:embed="rId20" cstate="print"/>
              <a:stretch>
                <a:fillRect/>
              </a:stretch>
            </p:blipFill>
            <p:spPr>
              <a:xfrm>
                <a:off x="5861430" y="1072006"/>
                <a:ext cx="351536" cy="796290"/>
              </a:xfrm>
              <a:prstGeom prst="rect">
                <a:avLst/>
              </a:prstGeom>
            </p:spPr>
          </p:pic>
          <p:sp>
            <p:nvSpPr>
              <p:cNvPr id="70" name="object 70"/>
              <p:cNvSpPr/>
              <p:nvPr/>
            </p:nvSpPr>
            <p:spPr>
              <a:xfrm>
                <a:off x="6557136" y="455422"/>
                <a:ext cx="659765" cy="24130"/>
              </a:xfrm>
              <a:custGeom>
                <a:avLst/>
                <a:gdLst/>
                <a:ahLst/>
                <a:cxnLst/>
                <a:rect l="l" t="t" r="r" b="b"/>
                <a:pathLst>
                  <a:path w="659765" h="24129">
                    <a:moveTo>
                      <a:pt x="596519" y="22351"/>
                    </a:moveTo>
                    <a:lnTo>
                      <a:pt x="197579" y="22352"/>
                    </a:lnTo>
                    <a:lnTo>
                      <a:pt x="344678" y="23622"/>
                    </a:lnTo>
                    <a:lnTo>
                      <a:pt x="470662" y="23875"/>
                    </a:lnTo>
                    <a:lnTo>
                      <a:pt x="530606" y="23113"/>
                    </a:lnTo>
                    <a:lnTo>
                      <a:pt x="556895" y="23113"/>
                    </a:lnTo>
                    <a:lnTo>
                      <a:pt x="596519" y="22351"/>
                    </a:lnTo>
                    <a:close/>
                  </a:path>
                  <a:path w="659765" h="24129">
                    <a:moveTo>
                      <a:pt x="608541" y="22098"/>
                    </a:moveTo>
                    <a:lnTo>
                      <a:pt x="58674" y="22098"/>
                    </a:lnTo>
                    <a:lnTo>
                      <a:pt x="71628" y="22605"/>
                    </a:lnTo>
                    <a:lnTo>
                      <a:pt x="85852" y="22732"/>
                    </a:lnTo>
                    <a:lnTo>
                      <a:pt x="85725" y="22732"/>
                    </a:lnTo>
                    <a:lnTo>
                      <a:pt x="101473" y="23113"/>
                    </a:lnTo>
                    <a:lnTo>
                      <a:pt x="119634" y="23240"/>
                    </a:lnTo>
                    <a:lnTo>
                      <a:pt x="197579" y="22352"/>
                    </a:lnTo>
                    <a:lnTo>
                      <a:pt x="596519" y="22351"/>
                    </a:lnTo>
                    <a:lnTo>
                      <a:pt x="608541" y="22098"/>
                    </a:lnTo>
                    <a:close/>
                  </a:path>
                  <a:path w="659765" h="24129">
                    <a:moveTo>
                      <a:pt x="5080" y="0"/>
                    </a:moveTo>
                    <a:lnTo>
                      <a:pt x="1778" y="1777"/>
                    </a:lnTo>
                    <a:lnTo>
                      <a:pt x="0" y="8127"/>
                    </a:lnTo>
                    <a:lnTo>
                      <a:pt x="1778" y="11302"/>
                    </a:lnTo>
                    <a:lnTo>
                      <a:pt x="4826" y="12318"/>
                    </a:lnTo>
                    <a:lnTo>
                      <a:pt x="20955" y="17399"/>
                    </a:lnTo>
                    <a:lnTo>
                      <a:pt x="21209" y="17525"/>
                    </a:lnTo>
                    <a:lnTo>
                      <a:pt x="36195" y="21589"/>
                    </a:lnTo>
                    <a:lnTo>
                      <a:pt x="37846" y="21843"/>
                    </a:lnTo>
                    <a:lnTo>
                      <a:pt x="48006" y="21970"/>
                    </a:lnTo>
                    <a:lnTo>
                      <a:pt x="58801" y="22225"/>
                    </a:lnTo>
                    <a:lnTo>
                      <a:pt x="58674" y="22098"/>
                    </a:lnTo>
                    <a:lnTo>
                      <a:pt x="608541" y="22098"/>
                    </a:lnTo>
                    <a:lnTo>
                      <a:pt x="614553" y="21970"/>
                    </a:lnTo>
                    <a:lnTo>
                      <a:pt x="623824" y="21843"/>
                    </a:lnTo>
                    <a:lnTo>
                      <a:pt x="631698" y="21843"/>
                    </a:lnTo>
                    <a:lnTo>
                      <a:pt x="632333" y="21716"/>
                    </a:lnTo>
                    <a:lnTo>
                      <a:pt x="638810" y="21208"/>
                    </a:lnTo>
                    <a:lnTo>
                      <a:pt x="643763" y="20827"/>
                    </a:lnTo>
                    <a:lnTo>
                      <a:pt x="644652" y="20700"/>
                    </a:lnTo>
                    <a:lnTo>
                      <a:pt x="648208" y="20065"/>
                    </a:lnTo>
                    <a:lnTo>
                      <a:pt x="647700" y="20065"/>
                    </a:lnTo>
                    <a:lnTo>
                      <a:pt x="650240" y="19812"/>
                    </a:lnTo>
                    <a:lnTo>
                      <a:pt x="656463" y="19812"/>
                    </a:lnTo>
                    <a:lnTo>
                      <a:pt x="659638" y="16637"/>
                    </a:lnTo>
                    <a:lnTo>
                      <a:pt x="659638" y="8762"/>
                    </a:lnTo>
                    <a:lnTo>
                      <a:pt x="39624" y="8762"/>
                    </a:lnTo>
                    <a:lnTo>
                      <a:pt x="37846" y="8636"/>
                    </a:lnTo>
                    <a:lnTo>
                      <a:pt x="39039" y="8621"/>
                    </a:lnTo>
                    <a:lnTo>
                      <a:pt x="24384" y="5079"/>
                    </a:lnTo>
                    <a:lnTo>
                      <a:pt x="8255" y="762"/>
                    </a:lnTo>
                    <a:lnTo>
                      <a:pt x="5080" y="0"/>
                    </a:lnTo>
                    <a:close/>
                  </a:path>
                  <a:path w="659765" h="24129">
                    <a:moveTo>
                      <a:pt x="39039" y="8621"/>
                    </a:moveTo>
                    <a:lnTo>
                      <a:pt x="37846" y="8636"/>
                    </a:lnTo>
                    <a:lnTo>
                      <a:pt x="39624" y="8762"/>
                    </a:lnTo>
                    <a:lnTo>
                      <a:pt x="39039" y="8621"/>
                    </a:lnTo>
                    <a:close/>
                  </a:path>
                  <a:path w="659765" h="24129">
                    <a:moveTo>
                      <a:pt x="59055" y="8381"/>
                    </a:moveTo>
                    <a:lnTo>
                      <a:pt x="39039" y="8621"/>
                    </a:lnTo>
                    <a:lnTo>
                      <a:pt x="39624" y="8762"/>
                    </a:lnTo>
                    <a:lnTo>
                      <a:pt x="101854" y="8762"/>
                    </a:lnTo>
                    <a:lnTo>
                      <a:pt x="85979" y="8508"/>
                    </a:lnTo>
                    <a:lnTo>
                      <a:pt x="72009" y="8508"/>
                    </a:lnTo>
                    <a:lnTo>
                      <a:pt x="59055" y="8381"/>
                    </a:lnTo>
                    <a:close/>
                  </a:path>
                  <a:path w="659765" h="24129">
                    <a:moveTo>
                      <a:pt x="623824" y="4952"/>
                    </a:moveTo>
                    <a:lnTo>
                      <a:pt x="614172" y="4952"/>
                    </a:lnTo>
                    <a:lnTo>
                      <a:pt x="608202" y="5079"/>
                    </a:lnTo>
                    <a:lnTo>
                      <a:pt x="580644" y="5587"/>
                    </a:lnTo>
                    <a:lnTo>
                      <a:pt x="556641" y="5968"/>
                    </a:lnTo>
                    <a:lnTo>
                      <a:pt x="402336" y="6857"/>
                    </a:lnTo>
                    <a:lnTo>
                      <a:pt x="174752" y="8381"/>
                    </a:lnTo>
                    <a:lnTo>
                      <a:pt x="149860" y="8381"/>
                    </a:lnTo>
                    <a:lnTo>
                      <a:pt x="119634" y="8762"/>
                    </a:lnTo>
                    <a:lnTo>
                      <a:pt x="659638" y="8762"/>
                    </a:lnTo>
                    <a:lnTo>
                      <a:pt x="656971" y="6095"/>
                    </a:lnTo>
                    <a:lnTo>
                      <a:pt x="645795" y="6095"/>
                    </a:lnTo>
                    <a:lnTo>
                      <a:pt x="647113" y="5900"/>
                    </a:lnTo>
                    <a:lnTo>
                      <a:pt x="644652" y="5461"/>
                    </a:lnTo>
                    <a:lnTo>
                      <a:pt x="643763" y="5333"/>
                    </a:lnTo>
                    <a:lnTo>
                      <a:pt x="640376" y="5079"/>
                    </a:lnTo>
                    <a:lnTo>
                      <a:pt x="631444" y="5079"/>
                    </a:lnTo>
                    <a:lnTo>
                      <a:pt x="623824" y="4952"/>
                    </a:lnTo>
                    <a:close/>
                  </a:path>
                  <a:path w="659765" h="24129">
                    <a:moveTo>
                      <a:pt x="647113" y="5900"/>
                    </a:moveTo>
                    <a:lnTo>
                      <a:pt x="645795" y="6095"/>
                    </a:lnTo>
                    <a:lnTo>
                      <a:pt x="648208" y="6095"/>
                    </a:lnTo>
                    <a:lnTo>
                      <a:pt x="647113" y="5900"/>
                    </a:lnTo>
                    <a:close/>
                  </a:path>
                  <a:path w="659765" h="24129">
                    <a:moveTo>
                      <a:pt x="656463" y="5587"/>
                    </a:moveTo>
                    <a:lnTo>
                      <a:pt x="649224" y="5587"/>
                    </a:lnTo>
                    <a:lnTo>
                      <a:pt x="647113" y="5900"/>
                    </a:lnTo>
                    <a:lnTo>
                      <a:pt x="648208" y="6095"/>
                    </a:lnTo>
                    <a:lnTo>
                      <a:pt x="656971" y="6095"/>
                    </a:lnTo>
                    <a:lnTo>
                      <a:pt x="656463" y="5587"/>
                    </a:lnTo>
                    <a:close/>
                  </a:path>
                  <a:path w="659765" h="24129">
                    <a:moveTo>
                      <a:pt x="631558" y="5077"/>
                    </a:moveTo>
                    <a:lnTo>
                      <a:pt x="631698" y="5079"/>
                    </a:lnTo>
                    <a:lnTo>
                      <a:pt x="631558" y="5077"/>
                    </a:lnTo>
                    <a:close/>
                  </a:path>
                  <a:path w="659765" h="24129">
                    <a:moveTo>
                      <a:pt x="638683" y="4952"/>
                    </a:moveTo>
                    <a:lnTo>
                      <a:pt x="637921" y="4952"/>
                    </a:lnTo>
                    <a:lnTo>
                      <a:pt x="631558" y="5077"/>
                    </a:lnTo>
                    <a:lnTo>
                      <a:pt x="631698" y="5079"/>
                    </a:lnTo>
                    <a:lnTo>
                      <a:pt x="640376" y="5079"/>
                    </a:lnTo>
                    <a:lnTo>
                      <a:pt x="638683" y="4952"/>
                    </a:lnTo>
                    <a:close/>
                  </a:path>
                </a:pathLst>
              </a:custGeom>
              <a:solidFill>
                <a:srgbClr val="E71224"/>
              </a:solidFill>
            </p:spPr>
            <p:txBody>
              <a:bodyPr wrap="square" lIns="0" tIns="0" rIns="0" bIns="0" rtlCol="0"/>
              <a:lstStyle/>
              <a:p>
                <a:endParaRPr sz="2400"/>
              </a:p>
            </p:txBody>
          </p:sp>
        </p:grpSp>
      </p:grpSp>
      <p:pic>
        <p:nvPicPr>
          <p:cNvPr id="71" name="object 71"/>
          <p:cNvPicPr/>
          <p:nvPr/>
        </p:nvPicPr>
        <p:blipFill>
          <a:blip r:embed="rId21" cstate="print"/>
          <a:stretch>
            <a:fillRect/>
          </a:stretch>
        </p:blipFill>
        <p:spPr>
          <a:xfrm>
            <a:off x="8111405" y="5438259"/>
            <a:ext cx="605028" cy="266532"/>
          </a:xfrm>
          <a:prstGeom prst="rect">
            <a:avLst/>
          </a:prstGeom>
        </p:spPr>
      </p:pic>
      <p:pic>
        <p:nvPicPr>
          <p:cNvPr id="72" name="object 72"/>
          <p:cNvPicPr/>
          <p:nvPr/>
        </p:nvPicPr>
        <p:blipFill>
          <a:blip r:embed="rId22" cstate="print"/>
          <a:stretch>
            <a:fillRect/>
          </a:stretch>
        </p:blipFill>
        <p:spPr>
          <a:xfrm>
            <a:off x="8887294" y="5451469"/>
            <a:ext cx="364404" cy="267428"/>
          </a:xfrm>
          <a:prstGeom prst="rect">
            <a:avLst/>
          </a:prstGeom>
        </p:spPr>
      </p:pic>
      <p:pic>
        <p:nvPicPr>
          <p:cNvPr id="73" name="object 73"/>
          <p:cNvPicPr/>
          <p:nvPr/>
        </p:nvPicPr>
        <p:blipFill>
          <a:blip r:embed="rId23" cstate="print"/>
          <a:stretch>
            <a:fillRect/>
          </a:stretch>
        </p:blipFill>
        <p:spPr>
          <a:xfrm>
            <a:off x="9453711" y="5393960"/>
            <a:ext cx="1291167" cy="324949"/>
          </a:xfrm>
          <a:prstGeom prst="rect">
            <a:avLst/>
          </a:prstGeom>
        </p:spPr>
      </p:pic>
      <p:pic>
        <p:nvPicPr>
          <p:cNvPr id="74" name="object 74"/>
          <p:cNvPicPr/>
          <p:nvPr/>
        </p:nvPicPr>
        <p:blipFill>
          <a:blip r:embed="rId24" cstate="print"/>
          <a:stretch>
            <a:fillRect/>
          </a:stretch>
        </p:blipFill>
        <p:spPr>
          <a:xfrm>
            <a:off x="10937243" y="5391115"/>
            <a:ext cx="434679" cy="409567"/>
          </a:xfrm>
          <a:prstGeom prst="rect">
            <a:avLst/>
          </a:prstGeom>
        </p:spPr>
      </p:pic>
      <p:sp>
        <p:nvSpPr>
          <p:cNvPr id="76" name="Slide Number Placeholder 75">
            <a:extLst>
              <a:ext uri="{FF2B5EF4-FFF2-40B4-BE49-F238E27FC236}">
                <a16:creationId xmlns:a16="http://schemas.microsoft.com/office/drawing/2014/main" id="{95110F26-E62D-0822-D4FC-3C12AEA0258C}"/>
              </a:ext>
            </a:extLst>
          </p:cNvPr>
          <p:cNvSpPr>
            <a:spLocks noGrp="1"/>
          </p:cNvSpPr>
          <p:nvPr>
            <p:ph type="sldNum" sz="quarter" idx="12"/>
          </p:nvPr>
        </p:nvSpPr>
        <p:spPr/>
        <p:txBody>
          <a:bodyPr/>
          <a:lstStyle/>
          <a:p>
            <a:fld id="{233E71FE-A542-4040-BA29-68F56A442EAC}" type="slidenum">
              <a:rPr lang="en-PS" smtClean="0"/>
              <a:t>20</a:t>
            </a:fld>
            <a:endParaRPr lang="en-P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102434" y="285835"/>
            <a:ext cx="11855" cy="4492415"/>
          </a:xfrm>
          <a:custGeom>
            <a:avLst/>
            <a:gdLst/>
            <a:ahLst/>
            <a:cxnLst/>
            <a:rect l="l" t="t" r="r" b="b"/>
            <a:pathLst>
              <a:path w="8889" h="3369310">
                <a:moveTo>
                  <a:pt x="8762" y="0"/>
                </a:moveTo>
                <a:lnTo>
                  <a:pt x="0" y="3368929"/>
                </a:lnTo>
              </a:path>
            </a:pathLst>
          </a:custGeom>
          <a:ln w="25400">
            <a:solidFill>
              <a:srgbClr val="7F7F7F"/>
            </a:solidFill>
          </a:ln>
        </p:spPr>
        <p:txBody>
          <a:bodyPr wrap="square" lIns="0" tIns="0" rIns="0" bIns="0" rtlCol="0"/>
          <a:lstStyle/>
          <a:p>
            <a:endParaRPr sz="2400"/>
          </a:p>
        </p:txBody>
      </p:sp>
      <p:pic>
        <p:nvPicPr>
          <p:cNvPr id="15" name="object 15"/>
          <p:cNvPicPr/>
          <p:nvPr/>
        </p:nvPicPr>
        <p:blipFill>
          <a:blip r:embed="rId2" cstate="print"/>
          <a:stretch>
            <a:fillRect/>
          </a:stretch>
        </p:blipFill>
        <p:spPr>
          <a:xfrm>
            <a:off x="8317654" y="5439664"/>
            <a:ext cx="2584196" cy="411193"/>
          </a:xfrm>
          <a:prstGeom prst="rect">
            <a:avLst/>
          </a:prstGeom>
        </p:spPr>
      </p:pic>
      <p:sp>
        <p:nvSpPr>
          <p:cNvPr id="16" name="object 16"/>
          <p:cNvSpPr txBox="1">
            <a:spLocks noGrp="1"/>
          </p:cNvSpPr>
          <p:nvPr>
            <p:ph type="title"/>
          </p:nvPr>
        </p:nvSpPr>
        <p:spPr>
          <a:xfrm>
            <a:off x="395055" y="991441"/>
            <a:ext cx="5169748" cy="516552"/>
          </a:xfrm>
          <a:prstGeom prst="rect">
            <a:avLst/>
          </a:prstGeom>
        </p:spPr>
        <p:txBody>
          <a:bodyPr vert="horz" wrap="square" lIns="0" tIns="17780" rIns="0" bIns="0" rtlCol="0" anchor="ctr">
            <a:spAutoFit/>
          </a:bodyPr>
          <a:lstStyle/>
          <a:p>
            <a:pPr marL="16933">
              <a:spcBef>
                <a:spcPts val="140"/>
              </a:spcBef>
            </a:pPr>
            <a:r>
              <a:rPr sz="3600" spc="-20" dirty="0"/>
              <a:t>goal</a:t>
            </a:r>
            <a:r>
              <a:rPr sz="3600" spc="60" dirty="0"/>
              <a:t> </a:t>
            </a:r>
            <a:r>
              <a:rPr sz="3600" spc="-27" dirty="0"/>
              <a:t>of</a:t>
            </a:r>
            <a:r>
              <a:rPr sz="3600" spc="20" dirty="0"/>
              <a:t> </a:t>
            </a:r>
            <a:r>
              <a:rPr sz="3600" spc="-7" dirty="0"/>
              <a:t>linear</a:t>
            </a:r>
            <a:r>
              <a:rPr sz="3600" spc="-15" dirty="0"/>
              <a:t> </a:t>
            </a:r>
            <a:r>
              <a:rPr sz="3600" dirty="0"/>
              <a:t>regression:</a:t>
            </a:r>
          </a:p>
        </p:txBody>
      </p:sp>
      <p:grpSp>
        <p:nvGrpSpPr>
          <p:cNvPr id="51" name="Group 50">
            <a:extLst>
              <a:ext uri="{FF2B5EF4-FFF2-40B4-BE49-F238E27FC236}">
                <a16:creationId xmlns:a16="http://schemas.microsoft.com/office/drawing/2014/main" id="{E0184E3E-0E0F-7EA7-0E25-3ABFCA0D5DE7}"/>
              </a:ext>
            </a:extLst>
          </p:cNvPr>
          <p:cNvGrpSpPr/>
          <p:nvPr/>
        </p:nvGrpSpPr>
        <p:grpSpPr>
          <a:xfrm>
            <a:off x="628152" y="2710391"/>
            <a:ext cx="3874511" cy="1996017"/>
            <a:chOff x="436035" y="1894757"/>
            <a:chExt cx="3874511" cy="1996017"/>
          </a:xfrm>
        </p:grpSpPr>
        <p:sp>
          <p:nvSpPr>
            <p:cNvPr id="17" name="object 17"/>
            <p:cNvSpPr/>
            <p:nvPr/>
          </p:nvSpPr>
          <p:spPr>
            <a:xfrm>
              <a:off x="3240703" y="1996270"/>
              <a:ext cx="488527" cy="317500"/>
            </a:xfrm>
            <a:custGeom>
              <a:avLst/>
              <a:gdLst/>
              <a:ahLst/>
              <a:cxnLst/>
              <a:rect l="l" t="t" r="r" b="b"/>
              <a:pathLst>
                <a:path w="366394" h="238125">
                  <a:moveTo>
                    <a:pt x="290322" y="0"/>
                  </a:moveTo>
                  <a:lnTo>
                    <a:pt x="286893" y="9651"/>
                  </a:lnTo>
                  <a:lnTo>
                    <a:pt x="300702" y="15652"/>
                  </a:lnTo>
                  <a:lnTo>
                    <a:pt x="312594" y="23939"/>
                  </a:lnTo>
                  <a:lnTo>
                    <a:pt x="336675" y="62277"/>
                  </a:lnTo>
                  <a:lnTo>
                    <a:pt x="344550" y="117856"/>
                  </a:lnTo>
                  <a:lnTo>
                    <a:pt x="343669" y="138884"/>
                  </a:lnTo>
                  <a:lnTo>
                    <a:pt x="330454" y="190373"/>
                  </a:lnTo>
                  <a:lnTo>
                    <a:pt x="300896" y="222502"/>
                  </a:lnTo>
                  <a:lnTo>
                    <a:pt x="287274" y="228473"/>
                  </a:lnTo>
                  <a:lnTo>
                    <a:pt x="290322" y="238125"/>
                  </a:lnTo>
                  <a:lnTo>
                    <a:pt x="335827" y="211139"/>
                  </a:lnTo>
                  <a:lnTo>
                    <a:pt x="361394" y="161242"/>
                  </a:lnTo>
                  <a:lnTo>
                    <a:pt x="366268" y="119125"/>
                  </a:lnTo>
                  <a:lnTo>
                    <a:pt x="365051" y="97287"/>
                  </a:lnTo>
                  <a:lnTo>
                    <a:pt x="355284" y="58564"/>
                  </a:lnTo>
                  <a:lnTo>
                    <a:pt x="322754" y="15208"/>
                  </a:lnTo>
                  <a:lnTo>
                    <a:pt x="307615" y="6187"/>
                  </a:lnTo>
                  <a:lnTo>
                    <a:pt x="290322" y="0"/>
                  </a:lnTo>
                  <a:close/>
                </a:path>
                <a:path w="366394" h="238125">
                  <a:moveTo>
                    <a:pt x="75946" y="0"/>
                  </a:moveTo>
                  <a:lnTo>
                    <a:pt x="30565" y="27039"/>
                  </a:lnTo>
                  <a:lnTo>
                    <a:pt x="4889" y="77104"/>
                  </a:lnTo>
                  <a:lnTo>
                    <a:pt x="0" y="119125"/>
                  </a:lnTo>
                  <a:lnTo>
                    <a:pt x="1216" y="141035"/>
                  </a:lnTo>
                  <a:lnTo>
                    <a:pt x="10983" y="179758"/>
                  </a:lnTo>
                  <a:lnTo>
                    <a:pt x="43465" y="222932"/>
                  </a:lnTo>
                  <a:lnTo>
                    <a:pt x="75946" y="238125"/>
                  </a:lnTo>
                  <a:lnTo>
                    <a:pt x="78993" y="228473"/>
                  </a:lnTo>
                  <a:lnTo>
                    <a:pt x="65371" y="222502"/>
                  </a:lnTo>
                  <a:lnTo>
                    <a:pt x="53641" y="214137"/>
                  </a:lnTo>
                  <a:lnTo>
                    <a:pt x="29646" y="175131"/>
                  </a:lnTo>
                  <a:lnTo>
                    <a:pt x="21717" y="117856"/>
                  </a:lnTo>
                  <a:lnTo>
                    <a:pt x="22598" y="97520"/>
                  </a:lnTo>
                  <a:lnTo>
                    <a:pt x="35813" y="47371"/>
                  </a:lnTo>
                  <a:lnTo>
                    <a:pt x="65585" y="15652"/>
                  </a:lnTo>
                  <a:lnTo>
                    <a:pt x="79375" y="9651"/>
                  </a:lnTo>
                  <a:lnTo>
                    <a:pt x="75946" y="0"/>
                  </a:lnTo>
                  <a:close/>
                </a:path>
              </a:pathLst>
            </a:custGeom>
            <a:solidFill>
              <a:srgbClr val="000000"/>
            </a:solidFill>
          </p:spPr>
          <p:txBody>
            <a:bodyPr wrap="square" lIns="0" tIns="0" rIns="0" bIns="0" rtlCol="0"/>
            <a:lstStyle/>
            <a:p>
              <a:endParaRPr sz="2400"/>
            </a:p>
          </p:txBody>
        </p:sp>
        <p:sp>
          <p:nvSpPr>
            <p:cNvPr id="18" name="object 18"/>
            <p:cNvSpPr/>
            <p:nvPr/>
          </p:nvSpPr>
          <p:spPr>
            <a:xfrm>
              <a:off x="3212425" y="3364993"/>
              <a:ext cx="818727" cy="318347"/>
            </a:xfrm>
            <a:custGeom>
              <a:avLst/>
              <a:gdLst/>
              <a:ahLst/>
              <a:cxnLst/>
              <a:rect l="l" t="t" r="r" b="b"/>
              <a:pathLst>
                <a:path w="614044" h="238760">
                  <a:moveTo>
                    <a:pt x="537971" y="0"/>
                  </a:moveTo>
                  <a:lnTo>
                    <a:pt x="534669" y="9779"/>
                  </a:lnTo>
                  <a:lnTo>
                    <a:pt x="548459" y="15708"/>
                  </a:lnTo>
                  <a:lnTo>
                    <a:pt x="560308" y="23971"/>
                  </a:lnTo>
                  <a:lnTo>
                    <a:pt x="584398" y="62404"/>
                  </a:lnTo>
                  <a:lnTo>
                    <a:pt x="592327" y="117982"/>
                  </a:lnTo>
                  <a:lnTo>
                    <a:pt x="591444" y="139009"/>
                  </a:lnTo>
                  <a:lnTo>
                    <a:pt x="578103" y="190373"/>
                  </a:lnTo>
                  <a:lnTo>
                    <a:pt x="548600" y="222573"/>
                  </a:lnTo>
                  <a:lnTo>
                    <a:pt x="535051" y="228600"/>
                  </a:lnTo>
                  <a:lnTo>
                    <a:pt x="537971" y="238251"/>
                  </a:lnTo>
                  <a:lnTo>
                    <a:pt x="583549" y="211195"/>
                  </a:lnTo>
                  <a:lnTo>
                    <a:pt x="609107" y="161305"/>
                  </a:lnTo>
                  <a:lnTo>
                    <a:pt x="614044" y="119253"/>
                  </a:lnTo>
                  <a:lnTo>
                    <a:pt x="612808" y="97414"/>
                  </a:lnTo>
                  <a:lnTo>
                    <a:pt x="602954" y="58691"/>
                  </a:lnTo>
                  <a:lnTo>
                    <a:pt x="570452" y="15319"/>
                  </a:lnTo>
                  <a:lnTo>
                    <a:pt x="555283" y="6260"/>
                  </a:lnTo>
                  <a:lnTo>
                    <a:pt x="537971" y="0"/>
                  </a:lnTo>
                  <a:close/>
                </a:path>
                <a:path w="614044" h="238760">
                  <a:moveTo>
                    <a:pt x="75945" y="0"/>
                  </a:moveTo>
                  <a:lnTo>
                    <a:pt x="30565" y="27164"/>
                  </a:lnTo>
                  <a:lnTo>
                    <a:pt x="4937" y="77231"/>
                  </a:lnTo>
                  <a:lnTo>
                    <a:pt x="0" y="119253"/>
                  </a:lnTo>
                  <a:lnTo>
                    <a:pt x="1234" y="141106"/>
                  </a:lnTo>
                  <a:lnTo>
                    <a:pt x="11037" y="179814"/>
                  </a:lnTo>
                  <a:lnTo>
                    <a:pt x="43465" y="222996"/>
                  </a:lnTo>
                  <a:lnTo>
                    <a:pt x="75945" y="238251"/>
                  </a:lnTo>
                  <a:lnTo>
                    <a:pt x="78993" y="228600"/>
                  </a:lnTo>
                  <a:lnTo>
                    <a:pt x="65444" y="222573"/>
                  </a:lnTo>
                  <a:lnTo>
                    <a:pt x="53752" y="214201"/>
                  </a:lnTo>
                  <a:lnTo>
                    <a:pt x="29700" y="175204"/>
                  </a:lnTo>
                  <a:lnTo>
                    <a:pt x="21716" y="117982"/>
                  </a:lnTo>
                  <a:lnTo>
                    <a:pt x="22600" y="97647"/>
                  </a:lnTo>
                  <a:lnTo>
                    <a:pt x="35940" y="47498"/>
                  </a:lnTo>
                  <a:lnTo>
                    <a:pt x="65658" y="15708"/>
                  </a:lnTo>
                  <a:lnTo>
                    <a:pt x="79375" y="9779"/>
                  </a:lnTo>
                  <a:lnTo>
                    <a:pt x="75945" y="0"/>
                  </a:lnTo>
                  <a:close/>
                </a:path>
              </a:pathLst>
            </a:custGeom>
            <a:solidFill>
              <a:srgbClr val="000000"/>
            </a:solidFill>
          </p:spPr>
          <p:txBody>
            <a:bodyPr wrap="square" lIns="0" tIns="0" rIns="0" bIns="0" rtlCol="0"/>
            <a:lstStyle/>
            <a:p>
              <a:endParaRPr sz="2400"/>
            </a:p>
          </p:txBody>
        </p:sp>
        <p:sp>
          <p:nvSpPr>
            <p:cNvPr id="19" name="object 19"/>
            <p:cNvSpPr txBox="1"/>
            <p:nvPr/>
          </p:nvSpPr>
          <p:spPr>
            <a:xfrm>
              <a:off x="436035" y="1894757"/>
              <a:ext cx="3874511" cy="1996017"/>
            </a:xfrm>
            <a:prstGeom prst="rect">
              <a:avLst/>
            </a:prstGeom>
          </p:spPr>
          <p:txBody>
            <a:bodyPr vert="horz" wrap="square" lIns="0" tIns="21167" rIns="0" bIns="0" rtlCol="0">
              <a:spAutoFit/>
            </a:bodyPr>
            <a:lstStyle/>
            <a:p>
              <a:pPr marL="1239458">
                <a:lnSpc>
                  <a:spcPts val="2735"/>
                </a:lnSpc>
                <a:spcBef>
                  <a:spcPts val="167"/>
                </a:spcBef>
              </a:pPr>
              <a:r>
                <a:rPr sz="2667" spc="-20" dirty="0">
                  <a:latin typeface="Cambria Math"/>
                  <a:cs typeface="Cambria Math"/>
                </a:rPr>
                <a:t>m</a:t>
              </a:r>
              <a:r>
                <a:rPr sz="2667" spc="47" dirty="0">
                  <a:latin typeface="Cambria Math"/>
                  <a:cs typeface="Cambria Math"/>
                </a:rPr>
                <a:t>i</a:t>
              </a:r>
              <a:r>
                <a:rPr sz="2667" spc="7" dirty="0">
                  <a:latin typeface="Cambria Math"/>
                  <a:cs typeface="Cambria Math"/>
                </a:rPr>
                <a:t>n</a:t>
              </a:r>
              <a:r>
                <a:rPr sz="2667" spc="47" dirty="0">
                  <a:latin typeface="Cambria Math"/>
                  <a:cs typeface="Cambria Math"/>
                </a:rPr>
                <a:t>i</a:t>
              </a:r>
              <a:r>
                <a:rPr sz="2667" spc="-20" dirty="0">
                  <a:latin typeface="Cambria Math"/>
                  <a:cs typeface="Cambria Math"/>
                </a:rPr>
                <a:t>m</a:t>
              </a:r>
              <a:r>
                <a:rPr sz="2667" spc="-47" dirty="0">
                  <a:latin typeface="Cambria Math"/>
                  <a:cs typeface="Cambria Math"/>
                </a:rPr>
                <a:t>i</a:t>
              </a:r>
              <a:r>
                <a:rPr sz="2667" spc="-20" dirty="0">
                  <a:latin typeface="Cambria Math"/>
                  <a:cs typeface="Cambria Math"/>
                </a:rPr>
                <a:t>z</a:t>
              </a:r>
              <a:r>
                <a:rPr sz="2667" spc="15" dirty="0">
                  <a:latin typeface="Cambria Math"/>
                  <a:cs typeface="Cambria Math"/>
                </a:rPr>
                <a:t>e</a:t>
              </a:r>
              <a:r>
                <a:rPr sz="2667" spc="-201" dirty="0">
                  <a:latin typeface="Cambria Math"/>
                  <a:cs typeface="Cambria Math"/>
                </a:rPr>
                <a:t> </a:t>
              </a:r>
              <a:r>
                <a:rPr sz="2667" spc="33" dirty="0">
                  <a:latin typeface="Cambria Math"/>
                  <a:cs typeface="Cambria Math"/>
                </a:rPr>
                <a:t>𝐽</a:t>
              </a:r>
              <a:r>
                <a:rPr sz="2667" dirty="0">
                  <a:latin typeface="Cambria Math"/>
                  <a:cs typeface="Cambria Math"/>
                </a:rPr>
                <a:t> </a:t>
              </a:r>
              <a:r>
                <a:rPr sz="2667" spc="-107" dirty="0">
                  <a:latin typeface="Cambria Math"/>
                  <a:cs typeface="Cambria Math"/>
                </a:rPr>
                <a:t> </a:t>
              </a:r>
              <a:r>
                <a:rPr sz="2667" spc="33" dirty="0">
                  <a:latin typeface="Cambria Math"/>
                  <a:cs typeface="Cambria Math"/>
                </a:rPr>
                <a:t>𝑤</a:t>
              </a:r>
              <a:endParaRPr sz="2667" dirty="0">
                <a:latin typeface="Cambria Math"/>
                <a:cs typeface="Cambria Math"/>
              </a:endParaRPr>
            </a:p>
            <a:p>
              <a:pPr marL="344577" algn="ctr">
                <a:lnSpc>
                  <a:spcPts val="1935"/>
                </a:lnSpc>
              </a:pPr>
              <a:r>
                <a:rPr sz="2000" spc="87" dirty="0">
                  <a:latin typeface="Cambria Math"/>
                  <a:cs typeface="Cambria Math"/>
                </a:rPr>
                <a:t>w</a:t>
              </a:r>
              <a:endParaRPr sz="2000" dirty="0">
                <a:latin typeface="Cambria Math"/>
                <a:cs typeface="Cambria Math"/>
              </a:endParaRPr>
            </a:p>
            <a:p>
              <a:pPr marL="16933">
                <a:spcBef>
                  <a:spcPts val="1607"/>
                </a:spcBef>
              </a:pPr>
              <a:r>
                <a:rPr sz="3200" spc="-7" dirty="0">
                  <a:latin typeface="Verdana"/>
                  <a:cs typeface="Verdana"/>
                </a:rPr>
                <a:t>general</a:t>
              </a:r>
              <a:r>
                <a:rPr sz="3200" spc="-60" dirty="0">
                  <a:latin typeface="Verdana"/>
                  <a:cs typeface="Verdana"/>
                </a:rPr>
                <a:t> </a:t>
              </a:r>
              <a:r>
                <a:rPr sz="3200" dirty="0">
                  <a:latin typeface="Verdana"/>
                  <a:cs typeface="Verdana"/>
                </a:rPr>
                <a:t>case:</a:t>
              </a:r>
            </a:p>
            <a:p>
              <a:pPr marL="1210674">
                <a:lnSpc>
                  <a:spcPts val="2735"/>
                </a:lnSpc>
                <a:spcBef>
                  <a:spcPts val="679"/>
                </a:spcBef>
              </a:pPr>
              <a:r>
                <a:rPr sz="2667" spc="-20" dirty="0">
                  <a:latin typeface="Cambria Math"/>
                  <a:cs typeface="Cambria Math"/>
                </a:rPr>
                <a:t>m</a:t>
              </a:r>
              <a:r>
                <a:rPr sz="2667" spc="53" dirty="0">
                  <a:latin typeface="Cambria Math"/>
                  <a:cs typeface="Cambria Math"/>
                </a:rPr>
                <a:t>i</a:t>
              </a:r>
              <a:r>
                <a:rPr sz="2667" spc="15" dirty="0">
                  <a:latin typeface="Cambria Math"/>
                  <a:cs typeface="Cambria Math"/>
                </a:rPr>
                <a:t>n</a:t>
              </a:r>
              <a:r>
                <a:rPr sz="2667" spc="47" dirty="0">
                  <a:latin typeface="Cambria Math"/>
                  <a:cs typeface="Cambria Math"/>
                </a:rPr>
                <a:t>i</a:t>
              </a:r>
              <a:r>
                <a:rPr sz="2667" spc="-33" dirty="0">
                  <a:latin typeface="Cambria Math"/>
                  <a:cs typeface="Cambria Math"/>
                </a:rPr>
                <a:t>mi</a:t>
              </a:r>
              <a:r>
                <a:rPr sz="2667" spc="-15" dirty="0">
                  <a:latin typeface="Cambria Math"/>
                  <a:cs typeface="Cambria Math"/>
                </a:rPr>
                <a:t>z</a:t>
              </a:r>
              <a:r>
                <a:rPr sz="2667" spc="15" dirty="0">
                  <a:latin typeface="Cambria Math"/>
                  <a:cs typeface="Cambria Math"/>
                </a:rPr>
                <a:t>e</a:t>
              </a:r>
              <a:r>
                <a:rPr sz="2667" spc="-213" dirty="0">
                  <a:latin typeface="Cambria Math"/>
                  <a:cs typeface="Cambria Math"/>
                </a:rPr>
                <a:t> </a:t>
              </a:r>
              <a:r>
                <a:rPr sz="2667" spc="41" dirty="0">
                  <a:latin typeface="Cambria Math"/>
                  <a:cs typeface="Cambria Math"/>
                </a:rPr>
                <a:t>𝐽</a:t>
              </a:r>
              <a:r>
                <a:rPr sz="2667" dirty="0">
                  <a:latin typeface="Cambria Math"/>
                  <a:cs typeface="Cambria Math"/>
                </a:rPr>
                <a:t> </a:t>
              </a:r>
              <a:r>
                <a:rPr sz="2667" spc="-113" dirty="0">
                  <a:latin typeface="Cambria Math"/>
                  <a:cs typeface="Cambria Math"/>
                </a:rPr>
                <a:t> </a:t>
              </a:r>
              <a:r>
                <a:rPr sz="2667" spc="140" dirty="0">
                  <a:latin typeface="Cambria Math"/>
                  <a:cs typeface="Cambria Math"/>
                </a:rPr>
                <a:t>𝑤</a:t>
              </a:r>
              <a:r>
                <a:rPr sz="2667" spc="7" dirty="0">
                  <a:latin typeface="Cambria Math"/>
                  <a:cs typeface="Cambria Math"/>
                </a:rPr>
                <a:t>,</a:t>
              </a:r>
              <a:r>
                <a:rPr sz="2667" spc="-148" dirty="0">
                  <a:latin typeface="Cambria Math"/>
                  <a:cs typeface="Cambria Math"/>
                </a:rPr>
                <a:t> </a:t>
              </a:r>
              <a:r>
                <a:rPr sz="2667" spc="41" dirty="0">
                  <a:latin typeface="Cambria Math"/>
                  <a:cs typeface="Cambria Math"/>
                </a:rPr>
                <a:t>𝑏</a:t>
              </a:r>
              <a:endParaRPr sz="2667" dirty="0">
                <a:latin typeface="Cambria Math"/>
                <a:cs typeface="Cambria Math"/>
              </a:endParaRPr>
            </a:p>
            <a:p>
              <a:pPr marL="270920" algn="ctr">
                <a:lnSpc>
                  <a:spcPts val="1935"/>
                </a:lnSpc>
              </a:pPr>
              <a:r>
                <a:rPr sz="2000" spc="80" dirty="0">
                  <a:latin typeface="Cambria Math"/>
                  <a:cs typeface="Cambria Math"/>
                </a:rPr>
                <a:t>w,𝑏</a:t>
              </a:r>
              <a:endParaRPr sz="2000" dirty="0">
                <a:latin typeface="Cambria Math"/>
                <a:cs typeface="Cambria Math"/>
              </a:endParaRPr>
            </a:p>
          </p:txBody>
        </p:sp>
      </p:grpSp>
      <p:pic>
        <p:nvPicPr>
          <p:cNvPr id="20" name="object 20"/>
          <p:cNvPicPr/>
          <p:nvPr/>
        </p:nvPicPr>
        <p:blipFill>
          <a:blip r:embed="rId3" cstate="print"/>
          <a:stretch>
            <a:fillRect/>
          </a:stretch>
        </p:blipFill>
        <p:spPr>
          <a:xfrm>
            <a:off x="6247657" y="5503452"/>
            <a:ext cx="1065004" cy="286240"/>
          </a:xfrm>
          <a:prstGeom prst="rect">
            <a:avLst/>
          </a:prstGeom>
        </p:spPr>
      </p:pic>
      <p:pic>
        <p:nvPicPr>
          <p:cNvPr id="21" name="object 21"/>
          <p:cNvPicPr/>
          <p:nvPr/>
        </p:nvPicPr>
        <p:blipFill>
          <a:blip r:embed="rId4" cstate="print"/>
          <a:stretch>
            <a:fillRect/>
          </a:stretch>
        </p:blipFill>
        <p:spPr>
          <a:xfrm>
            <a:off x="7424244" y="5594250"/>
            <a:ext cx="233179" cy="159173"/>
          </a:xfrm>
          <a:prstGeom prst="rect">
            <a:avLst/>
          </a:prstGeom>
        </p:spPr>
      </p:pic>
      <p:pic>
        <p:nvPicPr>
          <p:cNvPr id="22" name="object 22"/>
          <p:cNvPicPr/>
          <p:nvPr/>
        </p:nvPicPr>
        <p:blipFill>
          <a:blip r:embed="rId5" cstate="print"/>
          <a:stretch>
            <a:fillRect/>
          </a:stretch>
        </p:blipFill>
        <p:spPr>
          <a:xfrm>
            <a:off x="7784423" y="5517506"/>
            <a:ext cx="343995" cy="256287"/>
          </a:xfrm>
          <a:prstGeom prst="rect">
            <a:avLst/>
          </a:prstGeom>
        </p:spPr>
      </p:pic>
      <p:sp>
        <p:nvSpPr>
          <p:cNvPr id="24" name="Slide Number Placeholder 23">
            <a:extLst>
              <a:ext uri="{FF2B5EF4-FFF2-40B4-BE49-F238E27FC236}">
                <a16:creationId xmlns:a16="http://schemas.microsoft.com/office/drawing/2014/main" id="{1A9A88A8-ED55-A5FA-5A0D-20D2EEDB2356}"/>
              </a:ext>
            </a:extLst>
          </p:cNvPr>
          <p:cNvSpPr>
            <a:spLocks noGrp="1"/>
          </p:cNvSpPr>
          <p:nvPr>
            <p:ph type="sldNum" sz="quarter" idx="12"/>
          </p:nvPr>
        </p:nvSpPr>
        <p:spPr/>
        <p:txBody>
          <a:bodyPr/>
          <a:lstStyle/>
          <a:p>
            <a:fld id="{233E71FE-A542-4040-BA29-68F56A442EAC}" type="slidenum">
              <a:rPr lang="en-PS" smtClean="0"/>
              <a:t>21</a:t>
            </a:fld>
            <a:endParaRPr lang="en-PS"/>
          </a:p>
        </p:txBody>
      </p:sp>
      <p:grpSp>
        <p:nvGrpSpPr>
          <p:cNvPr id="25" name="Group 24">
            <a:extLst>
              <a:ext uri="{FF2B5EF4-FFF2-40B4-BE49-F238E27FC236}">
                <a16:creationId xmlns:a16="http://schemas.microsoft.com/office/drawing/2014/main" id="{DDA15DE9-01E8-4A4C-B0E4-C34AB630F736}"/>
              </a:ext>
            </a:extLst>
          </p:cNvPr>
          <p:cNvGrpSpPr/>
          <p:nvPr/>
        </p:nvGrpSpPr>
        <p:grpSpPr>
          <a:xfrm>
            <a:off x="6310039" y="113538"/>
            <a:ext cx="5063572" cy="5085856"/>
            <a:chOff x="6310039" y="113538"/>
            <a:chExt cx="5063572" cy="5085856"/>
          </a:xfrm>
        </p:grpSpPr>
        <p:sp>
          <p:nvSpPr>
            <p:cNvPr id="26" name="object 18">
              <a:extLst>
                <a:ext uri="{FF2B5EF4-FFF2-40B4-BE49-F238E27FC236}">
                  <a16:creationId xmlns:a16="http://schemas.microsoft.com/office/drawing/2014/main" id="{D57E9039-B6E5-2946-E9BF-793CF9069580}"/>
                </a:ext>
              </a:extLst>
            </p:cNvPr>
            <p:cNvSpPr txBox="1"/>
            <p:nvPr/>
          </p:nvSpPr>
          <p:spPr>
            <a:xfrm>
              <a:off x="8754026" y="113538"/>
              <a:ext cx="710353" cy="431807"/>
            </a:xfrm>
            <a:prstGeom prst="rect">
              <a:avLst/>
            </a:prstGeom>
          </p:spPr>
          <p:txBody>
            <a:bodyPr vert="horz" wrap="square" lIns="0" tIns="21167" rIns="0" bIns="0" rtlCol="0">
              <a:spAutoFit/>
            </a:bodyPr>
            <a:lstStyle/>
            <a:p>
              <a:pPr marL="16933">
                <a:spcBef>
                  <a:spcPts val="167"/>
                </a:spcBef>
              </a:pPr>
              <a:r>
                <a:rPr sz="2667" spc="100" dirty="0">
                  <a:solidFill>
                    <a:srgbClr val="AB7942"/>
                  </a:solidFill>
                  <a:latin typeface="Cambria Math"/>
                  <a:cs typeface="Cambria Math"/>
                </a:rPr>
                <a:t>𝐽</a:t>
              </a:r>
              <a:r>
                <a:rPr sz="2667" spc="-7" dirty="0">
                  <a:solidFill>
                    <a:srgbClr val="AB7942"/>
                  </a:solidFill>
                  <a:latin typeface="Cambria Math"/>
                  <a:cs typeface="Cambria Math"/>
                </a:rPr>
                <a:t>(</a:t>
              </a:r>
              <a:r>
                <a:rPr sz="2667" spc="27" dirty="0">
                  <a:solidFill>
                    <a:srgbClr val="AB7942"/>
                  </a:solidFill>
                  <a:latin typeface="Cambria Math"/>
                  <a:cs typeface="Cambria Math"/>
                </a:rPr>
                <a:t>𝑤)</a:t>
              </a:r>
              <a:endParaRPr sz="2667">
                <a:latin typeface="Cambria Math"/>
                <a:cs typeface="Cambria Math"/>
              </a:endParaRPr>
            </a:p>
          </p:txBody>
        </p:sp>
        <p:sp>
          <p:nvSpPr>
            <p:cNvPr id="27" name="object 20">
              <a:extLst>
                <a:ext uri="{FF2B5EF4-FFF2-40B4-BE49-F238E27FC236}">
                  <a16:creationId xmlns:a16="http://schemas.microsoft.com/office/drawing/2014/main" id="{60BD7DDA-76DB-2BEB-4824-EDD8CBD6F012}"/>
                </a:ext>
              </a:extLst>
            </p:cNvPr>
            <p:cNvSpPr txBox="1"/>
            <p:nvPr/>
          </p:nvSpPr>
          <p:spPr>
            <a:xfrm>
              <a:off x="7864689" y="825498"/>
              <a:ext cx="2283460" cy="387286"/>
            </a:xfrm>
            <a:prstGeom prst="rect">
              <a:avLst/>
            </a:prstGeom>
          </p:spPr>
          <p:txBody>
            <a:bodyPr vert="horz" wrap="square" lIns="0" tIns="17780" rIns="0" bIns="0" rtlCol="0">
              <a:spAutoFit/>
            </a:bodyPr>
            <a:lstStyle/>
            <a:p>
              <a:pPr marL="16933">
                <a:spcBef>
                  <a:spcPts val="140"/>
                </a:spcBef>
              </a:pPr>
              <a:r>
                <a:rPr sz="2400" spc="-20" dirty="0">
                  <a:latin typeface="Verdana"/>
                  <a:cs typeface="Verdana"/>
                </a:rPr>
                <a:t>(function</a:t>
              </a:r>
              <a:r>
                <a:rPr sz="2400" spc="-7" dirty="0">
                  <a:latin typeface="Verdana"/>
                  <a:cs typeface="Verdana"/>
                </a:rPr>
                <a:t> </a:t>
              </a:r>
              <a:r>
                <a:rPr sz="2400" spc="15" dirty="0">
                  <a:latin typeface="Verdana"/>
                  <a:cs typeface="Verdana"/>
                </a:rPr>
                <a:t>of </a:t>
              </a:r>
              <a:r>
                <a:rPr sz="2400" spc="15" dirty="0">
                  <a:latin typeface="Cambria Math"/>
                  <a:cs typeface="Cambria Math"/>
                </a:rPr>
                <a:t>𝑤</a:t>
              </a:r>
              <a:r>
                <a:rPr sz="2400" spc="15" dirty="0">
                  <a:latin typeface="Verdana"/>
                  <a:cs typeface="Verdana"/>
                </a:rPr>
                <a:t>)</a:t>
              </a:r>
              <a:endParaRPr sz="2400">
                <a:latin typeface="Verdana"/>
                <a:cs typeface="Verdana"/>
              </a:endParaRPr>
            </a:p>
          </p:txBody>
        </p:sp>
        <p:sp>
          <p:nvSpPr>
            <p:cNvPr id="28" name="object 25">
              <a:extLst>
                <a:ext uri="{FF2B5EF4-FFF2-40B4-BE49-F238E27FC236}">
                  <a16:creationId xmlns:a16="http://schemas.microsoft.com/office/drawing/2014/main" id="{FC46427D-A52C-299D-132B-E8DEFC5C0372}"/>
                </a:ext>
              </a:extLst>
            </p:cNvPr>
            <p:cNvSpPr/>
            <p:nvPr/>
          </p:nvSpPr>
          <p:spPr>
            <a:xfrm>
              <a:off x="7315201" y="1701803"/>
              <a:ext cx="3810000" cy="2679700"/>
            </a:xfrm>
            <a:custGeom>
              <a:avLst/>
              <a:gdLst/>
              <a:ahLst/>
              <a:cxnLst/>
              <a:rect l="l" t="t" r="r" b="b"/>
              <a:pathLst>
                <a:path w="2857500" h="2009775">
                  <a:moveTo>
                    <a:pt x="476250" y="1933575"/>
                  </a:moveTo>
                  <a:lnTo>
                    <a:pt x="476250" y="0"/>
                  </a:lnTo>
                </a:path>
                <a:path w="2857500" h="2009775">
                  <a:moveTo>
                    <a:pt x="400050" y="1933575"/>
                  </a:moveTo>
                  <a:lnTo>
                    <a:pt x="561975" y="1933575"/>
                  </a:lnTo>
                </a:path>
                <a:path w="2857500" h="2009775">
                  <a:moveTo>
                    <a:pt x="400050" y="1285875"/>
                  </a:moveTo>
                  <a:lnTo>
                    <a:pt x="561975" y="1285875"/>
                  </a:lnTo>
                </a:path>
                <a:path w="2857500" h="2009775">
                  <a:moveTo>
                    <a:pt x="400050" y="647700"/>
                  </a:moveTo>
                  <a:lnTo>
                    <a:pt x="561975" y="647700"/>
                  </a:lnTo>
                </a:path>
                <a:path w="2857500" h="2009775">
                  <a:moveTo>
                    <a:pt x="400050" y="0"/>
                  </a:moveTo>
                  <a:lnTo>
                    <a:pt x="561975" y="0"/>
                  </a:lnTo>
                </a:path>
                <a:path w="2857500" h="2009775">
                  <a:moveTo>
                    <a:pt x="0" y="1933575"/>
                  </a:moveTo>
                  <a:lnTo>
                    <a:pt x="2857500" y="1933575"/>
                  </a:lnTo>
                </a:path>
                <a:path w="2857500" h="2009775">
                  <a:moveTo>
                    <a:pt x="0" y="1847850"/>
                  </a:moveTo>
                  <a:lnTo>
                    <a:pt x="0" y="2009775"/>
                  </a:lnTo>
                </a:path>
                <a:path w="2857500" h="2009775">
                  <a:moveTo>
                    <a:pt x="476250" y="1847850"/>
                  </a:moveTo>
                  <a:lnTo>
                    <a:pt x="476250" y="2009775"/>
                  </a:lnTo>
                </a:path>
                <a:path w="2857500" h="2009775">
                  <a:moveTo>
                    <a:pt x="952500" y="1847850"/>
                  </a:moveTo>
                  <a:lnTo>
                    <a:pt x="952500" y="2009775"/>
                  </a:lnTo>
                </a:path>
                <a:path w="2857500" h="2009775">
                  <a:moveTo>
                    <a:pt x="1428750" y="1847850"/>
                  </a:moveTo>
                  <a:lnTo>
                    <a:pt x="1428750" y="2009775"/>
                  </a:lnTo>
                </a:path>
                <a:path w="2857500" h="2009775">
                  <a:moveTo>
                    <a:pt x="1905000" y="1847850"/>
                  </a:moveTo>
                  <a:lnTo>
                    <a:pt x="1905000" y="2009775"/>
                  </a:lnTo>
                </a:path>
                <a:path w="2857500" h="2009775">
                  <a:moveTo>
                    <a:pt x="2381250" y="1847850"/>
                  </a:moveTo>
                  <a:lnTo>
                    <a:pt x="2381250" y="2009775"/>
                  </a:lnTo>
                </a:path>
                <a:path w="2857500" h="2009775">
                  <a:moveTo>
                    <a:pt x="2857500" y="1847850"/>
                  </a:moveTo>
                  <a:lnTo>
                    <a:pt x="2857500" y="2009775"/>
                  </a:lnTo>
                </a:path>
              </a:pathLst>
            </a:custGeom>
            <a:ln w="38100">
              <a:solidFill>
                <a:srgbClr val="000000"/>
              </a:solidFill>
            </a:ln>
          </p:spPr>
          <p:txBody>
            <a:bodyPr wrap="square" lIns="0" tIns="0" rIns="0" bIns="0" rtlCol="0"/>
            <a:lstStyle/>
            <a:p>
              <a:endParaRPr sz="2400"/>
            </a:p>
          </p:txBody>
        </p:sp>
        <p:sp>
          <p:nvSpPr>
            <p:cNvPr id="29" name="object 26">
              <a:extLst>
                <a:ext uri="{FF2B5EF4-FFF2-40B4-BE49-F238E27FC236}">
                  <a16:creationId xmlns:a16="http://schemas.microsoft.com/office/drawing/2014/main" id="{136A4A4F-4710-665D-D5C9-F06D134CC7B2}"/>
                </a:ext>
              </a:extLst>
            </p:cNvPr>
            <p:cNvSpPr txBox="1"/>
            <p:nvPr/>
          </p:nvSpPr>
          <p:spPr>
            <a:xfrm>
              <a:off x="7450330" y="4030049"/>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0</a:t>
              </a:r>
              <a:endParaRPr sz="2667">
                <a:latin typeface="Cambria Math"/>
                <a:cs typeface="Cambria Math"/>
              </a:endParaRPr>
            </a:p>
          </p:txBody>
        </p:sp>
        <p:sp>
          <p:nvSpPr>
            <p:cNvPr id="30" name="object 27">
              <a:extLst>
                <a:ext uri="{FF2B5EF4-FFF2-40B4-BE49-F238E27FC236}">
                  <a16:creationId xmlns:a16="http://schemas.microsoft.com/office/drawing/2014/main" id="{9DB363E6-CE71-4D4C-D1D6-8AE2606B19B7}"/>
                </a:ext>
              </a:extLst>
            </p:cNvPr>
            <p:cNvSpPr txBox="1"/>
            <p:nvPr/>
          </p:nvSpPr>
          <p:spPr>
            <a:xfrm>
              <a:off x="7450330" y="3169073"/>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1</a:t>
              </a:r>
              <a:endParaRPr sz="2667">
                <a:latin typeface="Cambria Math"/>
                <a:cs typeface="Cambria Math"/>
              </a:endParaRPr>
            </a:p>
          </p:txBody>
        </p:sp>
        <p:sp>
          <p:nvSpPr>
            <p:cNvPr id="31" name="object 28">
              <a:extLst>
                <a:ext uri="{FF2B5EF4-FFF2-40B4-BE49-F238E27FC236}">
                  <a16:creationId xmlns:a16="http://schemas.microsoft.com/office/drawing/2014/main" id="{AD4F9B83-D28F-D161-16B6-31691436816F}"/>
                </a:ext>
              </a:extLst>
            </p:cNvPr>
            <p:cNvSpPr txBox="1"/>
            <p:nvPr/>
          </p:nvSpPr>
          <p:spPr>
            <a:xfrm>
              <a:off x="7450330" y="2309285"/>
              <a:ext cx="224367" cy="431807"/>
            </a:xfrm>
            <a:prstGeom prst="rect">
              <a:avLst/>
            </a:prstGeom>
          </p:spPr>
          <p:txBody>
            <a:bodyPr vert="horz" wrap="square" lIns="0" tIns="21167" rIns="0" bIns="0" rtlCol="0">
              <a:spAutoFit/>
            </a:bodyPr>
            <a:lstStyle/>
            <a:p>
              <a:pPr marL="16933">
                <a:spcBef>
                  <a:spcPts val="167"/>
                </a:spcBef>
              </a:pPr>
              <a:r>
                <a:rPr sz="2667" spc="20" dirty="0">
                  <a:latin typeface="Cambria Math"/>
                  <a:cs typeface="Cambria Math"/>
                </a:rPr>
                <a:t>2</a:t>
              </a:r>
              <a:endParaRPr sz="2667">
                <a:latin typeface="Cambria Math"/>
                <a:cs typeface="Cambria Math"/>
              </a:endParaRPr>
            </a:p>
          </p:txBody>
        </p:sp>
        <p:sp>
          <p:nvSpPr>
            <p:cNvPr id="32" name="object 29">
              <a:extLst>
                <a:ext uri="{FF2B5EF4-FFF2-40B4-BE49-F238E27FC236}">
                  <a16:creationId xmlns:a16="http://schemas.microsoft.com/office/drawing/2014/main" id="{E1F43457-CBE1-C762-929E-632C01FCBCE8}"/>
                </a:ext>
              </a:extLst>
            </p:cNvPr>
            <p:cNvSpPr txBox="1"/>
            <p:nvPr/>
          </p:nvSpPr>
          <p:spPr>
            <a:xfrm>
              <a:off x="7450330" y="1448307"/>
              <a:ext cx="224367" cy="432663"/>
            </a:xfrm>
            <a:prstGeom prst="rect">
              <a:avLst/>
            </a:prstGeom>
          </p:spPr>
          <p:txBody>
            <a:bodyPr vert="horz" wrap="square" lIns="0" tIns="22015" rIns="0" bIns="0" rtlCol="0">
              <a:spAutoFit/>
            </a:bodyPr>
            <a:lstStyle/>
            <a:p>
              <a:pPr marL="16933">
                <a:spcBef>
                  <a:spcPts val="175"/>
                </a:spcBef>
              </a:pPr>
              <a:r>
                <a:rPr sz="2667" spc="20" dirty="0">
                  <a:latin typeface="Cambria Math"/>
                  <a:cs typeface="Cambria Math"/>
                </a:rPr>
                <a:t>3</a:t>
              </a:r>
              <a:endParaRPr sz="2667">
                <a:latin typeface="Cambria Math"/>
                <a:cs typeface="Cambria Math"/>
              </a:endParaRPr>
            </a:p>
          </p:txBody>
        </p:sp>
        <p:sp>
          <p:nvSpPr>
            <p:cNvPr id="33" name="object 30">
              <a:extLst>
                <a:ext uri="{FF2B5EF4-FFF2-40B4-BE49-F238E27FC236}">
                  <a16:creationId xmlns:a16="http://schemas.microsoft.com/office/drawing/2014/main" id="{5B3E2D23-32E5-CC4A-01BE-62386C27590F}"/>
                </a:ext>
              </a:extLst>
            </p:cNvPr>
            <p:cNvSpPr txBox="1"/>
            <p:nvPr/>
          </p:nvSpPr>
          <p:spPr>
            <a:xfrm>
              <a:off x="7040374" y="4394454"/>
              <a:ext cx="593513" cy="431807"/>
            </a:xfrm>
            <a:prstGeom prst="rect">
              <a:avLst/>
            </a:prstGeom>
          </p:spPr>
          <p:txBody>
            <a:bodyPr vert="horz" wrap="square" lIns="0" tIns="21167" rIns="0" bIns="0" rtlCol="0">
              <a:spAutoFit/>
            </a:bodyPr>
            <a:lstStyle/>
            <a:p>
              <a:pPr marL="16933">
                <a:spcBef>
                  <a:spcPts val="167"/>
                </a:spcBef>
              </a:pPr>
              <a:r>
                <a:rPr sz="2667" dirty="0">
                  <a:latin typeface="Cambria Math"/>
                  <a:cs typeface="Cambria Math"/>
                </a:rPr>
                <a:t>-</a:t>
              </a:r>
              <a:r>
                <a:rPr sz="2667" spc="27" dirty="0">
                  <a:latin typeface="Cambria Math"/>
                  <a:cs typeface="Cambria Math"/>
                </a:rPr>
                <a:t>0</a:t>
              </a:r>
              <a:r>
                <a:rPr sz="2667" spc="-47" dirty="0">
                  <a:latin typeface="Cambria Math"/>
                  <a:cs typeface="Cambria Math"/>
                </a:rPr>
                <a:t>.</a:t>
              </a:r>
              <a:r>
                <a:rPr sz="2667" spc="20" dirty="0">
                  <a:latin typeface="Cambria Math"/>
                  <a:cs typeface="Cambria Math"/>
                </a:rPr>
                <a:t>5</a:t>
              </a:r>
              <a:endParaRPr sz="2667" dirty="0">
                <a:latin typeface="Cambria Math"/>
                <a:cs typeface="Cambria Math"/>
              </a:endParaRPr>
            </a:p>
          </p:txBody>
        </p:sp>
        <p:sp>
          <p:nvSpPr>
            <p:cNvPr id="34" name="object 31">
              <a:extLst>
                <a:ext uri="{FF2B5EF4-FFF2-40B4-BE49-F238E27FC236}">
                  <a16:creationId xmlns:a16="http://schemas.microsoft.com/office/drawing/2014/main" id="{C20D87B8-1C15-D8A0-81C8-DFEB094B67D1}"/>
                </a:ext>
              </a:extLst>
            </p:cNvPr>
            <p:cNvSpPr txBox="1"/>
            <p:nvPr/>
          </p:nvSpPr>
          <p:spPr>
            <a:xfrm>
              <a:off x="6651920" y="2751243"/>
              <a:ext cx="711200" cy="431807"/>
            </a:xfrm>
            <a:prstGeom prst="rect">
              <a:avLst/>
            </a:prstGeom>
          </p:spPr>
          <p:txBody>
            <a:bodyPr vert="horz" wrap="square" lIns="0" tIns="21167" rIns="0" bIns="0" rtlCol="0">
              <a:spAutoFit/>
            </a:bodyPr>
            <a:lstStyle/>
            <a:p>
              <a:pPr marL="16933">
                <a:spcBef>
                  <a:spcPts val="167"/>
                </a:spcBef>
              </a:pPr>
              <a:r>
                <a:rPr sz="2667" spc="100" dirty="0">
                  <a:latin typeface="Cambria Math"/>
                  <a:cs typeface="Cambria Math"/>
                </a:rPr>
                <a:t>𝐽</a:t>
              </a:r>
              <a:r>
                <a:rPr sz="2667" spc="-15" dirty="0">
                  <a:latin typeface="Cambria Math"/>
                  <a:cs typeface="Cambria Math"/>
                </a:rPr>
                <a:t>(</a:t>
              </a:r>
              <a:r>
                <a:rPr sz="2667" spc="41" dirty="0">
                  <a:latin typeface="Cambria Math"/>
                  <a:cs typeface="Cambria Math"/>
                </a:rPr>
                <a:t>𝑤</a:t>
              </a:r>
              <a:r>
                <a:rPr sz="2667" spc="15" dirty="0">
                  <a:latin typeface="Cambria Math"/>
                  <a:cs typeface="Cambria Math"/>
                </a:rPr>
                <a:t>)</a:t>
              </a:r>
              <a:endParaRPr sz="2667">
                <a:latin typeface="Cambria Math"/>
                <a:cs typeface="Cambria Math"/>
              </a:endParaRPr>
            </a:p>
          </p:txBody>
        </p:sp>
        <p:sp>
          <p:nvSpPr>
            <p:cNvPr id="35" name="object 32">
              <a:extLst>
                <a:ext uri="{FF2B5EF4-FFF2-40B4-BE49-F238E27FC236}">
                  <a16:creationId xmlns:a16="http://schemas.microsoft.com/office/drawing/2014/main" id="{AEB6D2D1-80F2-8A85-88E0-C4BB66D95013}"/>
                </a:ext>
              </a:extLst>
            </p:cNvPr>
            <p:cNvSpPr txBox="1"/>
            <p:nvPr/>
          </p:nvSpPr>
          <p:spPr>
            <a:xfrm>
              <a:off x="7850294" y="4458464"/>
              <a:ext cx="3520441" cy="740930"/>
            </a:xfrm>
            <a:prstGeom prst="rect">
              <a:avLst/>
            </a:prstGeom>
          </p:spPr>
          <p:txBody>
            <a:bodyPr vert="horz" wrap="square" lIns="0" tIns="21167" rIns="0" bIns="0" rtlCol="0">
              <a:spAutoFit/>
            </a:bodyPr>
            <a:lstStyle/>
            <a:p>
              <a:pPr algn="ctr">
                <a:lnSpc>
                  <a:spcPts val="2780"/>
                </a:lnSpc>
                <a:spcBef>
                  <a:spcPts val="167"/>
                </a:spcBef>
                <a:tabLst>
                  <a:tab pos="504589" algn="l"/>
                  <a:tab pos="1267396" algn="l"/>
                  <a:tab pos="1772832" algn="l"/>
                  <a:tab pos="2535641" algn="l"/>
                  <a:tab pos="3041075" algn="l"/>
                </a:tabLst>
              </a:pPr>
              <a:r>
                <a:rPr sz="2667" spc="20" dirty="0">
                  <a:latin typeface="Cambria Math"/>
                  <a:cs typeface="Cambria Math"/>
                </a:rPr>
                <a:t>0	</a:t>
              </a:r>
              <a:r>
                <a:rPr sz="2667" spc="-7" dirty="0">
                  <a:latin typeface="Cambria Math"/>
                  <a:cs typeface="Cambria Math"/>
                </a:rPr>
                <a:t>0.5	</a:t>
              </a:r>
              <a:r>
                <a:rPr sz="2667" spc="20" dirty="0">
                  <a:latin typeface="Cambria Math"/>
                  <a:cs typeface="Cambria Math"/>
                </a:rPr>
                <a:t>1	</a:t>
              </a:r>
              <a:r>
                <a:rPr sz="2667" dirty="0">
                  <a:latin typeface="Cambria Math"/>
                  <a:cs typeface="Cambria Math"/>
                </a:rPr>
                <a:t>1.5	</a:t>
              </a:r>
              <a:r>
                <a:rPr sz="2667" spc="20" dirty="0">
                  <a:latin typeface="Cambria Math"/>
                  <a:cs typeface="Cambria Math"/>
                </a:rPr>
                <a:t>2	</a:t>
              </a:r>
              <a:r>
                <a:rPr sz="2667" spc="-7" dirty="0">
                  <a:latin typeface="Cambria Math"/>
                  <a:cs typeface="Cambria Math"/>
                </a:rPr>
                <a:t>2.5</a:t>
              </a:r>
              <a:endParaRPr sz="2667">
                <a:latin typeface="Cambria Math"/>
                <a:cs typeface="Cambria Math"/>
              </a:endParaRPr>
            </a:p>
            <a:p>
              <a:pPr marR="804295" algn="ctr">
                <a:lnSpc>
                  <a:spcPts val="2780"/>
                </a:lnSpc>
              </a:pPr>
              <a:r>
                <a:rPr sz="2667" spc="27" dirty="0">
                  <a:latin typeface="Cambria Math"/>
                  <a:cs typeface="Cambria Math"/>
                </a:rPr>
                <a:t>𝑤</a:t>
              </a:r>
              <a:endParaRPr sz="2667">
                <a:latin typeface="Cambria Math"/>
                <a:cs typeface="Cambria Math"/>
              </a:endParaRPr>
            </a:p>
          </p:txBody>
        </p:sp>
        <p:grpSp>
          <p:nvGrpSpPr>
            <p:cNvPr id="36" name="object 33">
              <a:extLst>
                <a:ext uri="{FF2B5EF4-FFF2-40B4-BE49-F238E27FC236}">
                  <a16:creationId xmlns:a16="http://schemas.microsoft.com/office/drawing/2014/main" id="{1845CA1D-9D81-4BC7-D0F2-CD5BA4F6AEA1}"/>
                </a:ext>
              </a:extLst>
            </p:cNvPr>
            <p:cNvGrpSpPr/>
            <p:nvPr/>
          </p:nvGrpSpPr>
          <p:grpSpPr>
            <a:xfrm>
              <a:off x="8445502" y="3683000"/>
              <a:ext cx="902548" cy="826347"/>
              <a:chOff x="6334125" y="2762250"/>
              <a:chExt cx="676910" cy="619760"/>
            </a:xfrm>
          </p:grpSpPr>
          <p:sp>
            <p:nvSpPr>
              <p:cNvPr id="49" name="object 34">
                <a:extLst>
                  <a:ext uri="{FF2B5EF4-FFF2-40B4-BE49-F238E27FC236}">
                    <a16:creationId xmlns:a16="http://schemas.microsoft.com/office/drawing/2014/main" id="{3A4F1047-E3DC-C6AC-D878-A78259BB7A04}"/>
                  </a:ext>
                </a:extLst>
              </p:cNvPr>
              <p:cNvSpPr/>
              <p:nvPr/>
            </p:nvSpPr>
            <p:spPr>
              <a:xfrm>
                <a:off x="6829425" y="3200400"/>
                <a:ext cx="162560" cy="162560"/>
              </a:xfrm>
              <a:custGeom>
                <a:avLst/>
                <a:gdLst/>
                <a:ahLst/>
                <a:cxnLst/>
                <a:rect l="l" t="t" r="r" b="b"/>
                <a:pathLst>
                  <a:path w="162559" h="162560">
                    <a:moveTo>
                      <a:pt x="0" y="0"/>
                    </a:moveTo>
                    <a:lnTo>
                      <a:pt x="162051" y="162051"/>
                    </a:lnTo>
                  </a:path>
                  <a:path w="162559" h="162560">
                    <a:moveTo>
                      <a:pt x="162051" y="0"/>
                    </a:moveTo>
                    <a:lnTo>
                      <a:pt x="0" y="162051"/>
                    </a:lnTo>
                  </a:path>
                </a:pathLst>
              </a:custGeom>
              <a:ln w="38100">
                <a:solidFill>
                  <a:srgbClr val="FF40FF"/>
                </a:solidFill>
              </a:ln>
            </p:spPr>
            <p:txBody>
              <a:bodyPr wrap="square" lIns="0" tIns="0" rIns="0" bIns="0" rtlCol="0"/>
              <a:lstStyle/>
              <a:p>
                <a:endParaRPr sz="2400"/>
              </a:p>
            </p:txBody>
          </p:sp>
          <p:sp>
            <p:nvSpPr>
              <p:cNvPr id="50" name="object 35">
                <a:extLst>
                  <a:ext uri="{FF2B5EF4-FFF2-40B4-BE49-F238E27FC236}">
                    <a16:creationId xmlns:a16="http://schemas.microsoft.com/office/drawing/2014/main" id="{9EC38426-E24C-23E0-BE9C-43DB5D6C99B9}"/>
                  </a:ext>
                </a:extLst>
              </p:cNvPr>
              <p:cNvSpPr/>
              <p:nvPr/>
            </p:nvSpPr>
            <p:spPr>
              <a:xfrm>
                <a:off x="6353175" y="2781300"/>
                <a:ext cx="162560" cy="162560"/>
              </a:xfrm>
              <a:custGeom>
                <a:avLst/>
                <a:gdLst/>
                <a:ahLst/>
                <a:cxnLst/>
                <a:rect l="l" t="t" r="r" b="b"/>
                <a:pathLst>
                  <a:path w="162559" h="162560">
                    <a:moveTo>
                      <a:pt x="0" y="0"/>
                    </a:moveTo>
                    <a:lnTo>
                      <a:pt x="162051" y="162051"/>
                    </a:lnTo>
                  </a:path>
                  <a:path w="162559" h="162560">
                    <a:moveTo>
                      <a:pt x="162051" y="0"/>
                    </a:moveTo>
                    <a:lnTo>
                      <a:pt x="0" y="162051"/>
                    </a:lnTo>
                  </a:path>
                </a:pathLst>
              </a:custGeom>
              <a:ln w="38100">
                <a:solidFill>
                  <a:srgbClr val="7030A0"/>
                </a:solidFill>
              </a:ln>
            </p:spPr>
            <p:txBody>
              <a:bodyPr wrap="square" lIns="0" tIns="0" rIns="0" bIns="0" rtlCol="0"/>
              <a:lstStyle/>
              <a:p>
                <a:endParaRPr sz="2400"/>
              </a:p>
            </p:txBody>
          </p:sp>
        </p:grpSp>
        <p:pic>
          <p:nvPicPr>
            <p:cNvPr id="37" name="object 39">
              <a:extLst>
                <a:ext uri="{FF2B5EF4-FFF2-40B4-BE49-F238E27FC236}">
                  <a16:creationId xmlns:a16="http://schemas.microsoft.com/office/drawing/2014/main" id="{C1EB83A4-7A09-AE18-2D24-664D64BD8697}"/>
                </a:ext>
              </a:extLst>
            </p:cNvPr>
            <p:cNvPicPr/>
            <p:nvPr/>
          </p:nvPicPr>
          <p:blipFill>
            <a:blip r:embed="rId6" cstate="print"/>
            <a:stretch>
              <a:fillRect/>
            </a:stretch>
          </p:blipFill>
          <p:spPr>
            <a:xfrm>
              <a:off x="6310039" y="577089"/>
              <a:ext cx="916432" cy="391668"/>
            </a:xfrm>
            <a:prstGeom prst="rect">
              <a:avLst/>
            </a:prstGeom>
          </p:spPr>
        </p:pic>
        <p:pic>
          <p:nvPicPr>
            <p:cNvPr id="38" name="object 40">
              <a:extLst>
                <a:ext uri="{FF2B5EF4-FFF2-40B4-BE49-F238E27FC236}">
                  <a16:creationId xmlns:a16="http://schemas.microsoft.com/office/drawing/2014/main" id="{A9A4F4E7-B662-7F66-73DA-78C293656786}"/>
                </a:ext>
              </a:extLst>
            </p:cNvPr>
            <p:cNvPicPr/>
            <p:nvPr/>
          </p:nvPicPr>
          <p:blipFill>
            <a:blip r:embed="rId7" cstate="print"/>
            <a:stretch>
              <a:fillRect/>
            </a:stretch>
          </p:blipFill>
          <p:spPr>
            <a:xfrm>
              <a:off x="6453973" y="148844"/>
              <a:ext cx="529844" cy="301413"/>
            </a:xfrm>
            <a:prstGeom prst="rect">
              <a:avLst/>
            </a:prstGeom>
          </p:spPr>
        </p:pic>
        <p:grpSp>
          <p:nvGrpSpPr>
            <p:cNvPr id="39" name="object 57">
              <a:extLst>
                <a:ext uri="{FF2B5EF4-FFF2-40B4-BE49-F238E27FC236}">
                  <a16:creationId xmlns:a16="http://schemas.microsoft.com/office/drawing/2014/main" id="{996A56D0-5EA4-5BD9-B4B0-C685E81741B0}"/>
                </a:ext>
              </a:extLst>
            </p:cNvPr>
            <p:cNvGrpSpPr/>
            <p:nvPr/>
          </p:nvGrpSpPr>
          <p:grpSpPr>
            <a:xfrm>
              <a:off x="7191079" y="152229"/>
              <a:ext cx="4182532" cy="4216572"/>
              <a:chOff x="5393308" y="114172"/>
              <a:chExt cx="3136899" cy="3162428"/>
            </a:xfrm>
          </p:grpSpPr>
          <p:sp>
            <p:nvSpPr>
              <p:cNvPr id="40" name="object 58">
                <a:extLst>
                  <a:ext uri="{FF2B5EF4-FFF2-40B4-BE49-F238E27FC236}">
                    <a16:creationId xmlns:a16="http://schemas.microsoft.com/office/drawing/2014/main" id="{FBF15CC1-AF91-71B8-2A15-24D9278C3912}"/>
                  </a:ext>
                </a:extLst>
              </p:cNvPr>
              <p:cNvSpPr/>
              <p:nvPr/>
            </p:nvSpPr>
            <p:spPr>
              <a:xfrm>
                <a:off x="5657849" y="180975"/>
                <a:ext cx="2762885" cy="3029585"/>
              </a:xfrm>
              <a:custGeom>
                <a:avLst/>
                <a:gdLst/>
                <a:ahLst/>
                <a:cxnLst/>
                <a:rect l="l" t="t" r="r" b="b"/>
                <a:pathLst>
                  <a:path w="2762884" h="3029585">
                    <a:moveTo>
                      <a:pt x="1647825" y="2609850"/>
                    </a:moveTo>
                    <a:lnTo>
                      <a:pt x="1809877" y="2771902"/>
                    </a:lnTo>
                  </a:path>
                  <a:path w="2762884" h="3029585">
                    <a:moveTo>
                      <a:pt x="1809877" y="2609850"/>
                    </a:moveTo>
                    <a:lnTo>
                      <a:pt x="1647825" y="2771902"/>
                    </a:lnTo>
                  </a:path>
                  <a:path w="2762884" h="3029585">
                    <a:moveTo>
                      <a:pt x="2600325" y="0"/>
                    </a:moveTo>
                    <a:lnTo>
                      <a:pt x="2762377" y="162051"/>
                    </a:lnTo>
                  </a:path>
                  <a:path w="2762884" h="3029585">
                    <a:moveTo>
                      <a:pt x="2762377" y="0"/>
                    </a:moveTo>
                    <a:lnTo>
                      <a:pt x="2600325" y="162051"/>
                    </a:lnTo>
                  </a:path>
                  <a:path w="2762884" h="3029585">
                    <a:moveTo>
                      <a:pt x="2124075" y="1447800"/>
                    </a:moveTo>
                    <a:lnTo>
                      <a:pt x="2286127" y="1609852"/>
                    </a:lnTo>
                  </a:path>
                  <a:path w="2762884" h="3029585">
                    <a:moveTo>
                      <a:pt x="2286127" y="1447800"/>
                    </a:moveTo>
                    <a:lnTo>
                      <a:pt x="2124075" y="1609852"/>
                    </a:lnTo>
                  </a:path>
                  <a:path w="2762884" h="3029585">
                    <a:moveTo>
                      <a:pt x="1438275" y="2867025"/>
                    </a:moveTo>
                    <a:lnTo>
                      <a:pt x="1600327" y="3029077"/>
                    </a:lnTo>
                  </a:path>
                  <a:path w="2762884" h="3029585">
                    <a:moveTo>
                      <a:pt x="1600327" y="2867025"/>
                    </a:moveTo>
                    <a:lnTo>
                      <a:pt x="1438275" y="3029077"/>
                    </a:lnTo>
                  </a:path>
                  <a:path w="2762884" h="3029585">
                    <a:moveTo>
                      <a:pt x="914400" y="2847975"/>
                    </a:moveTo>
                    <a:lnTo>
                      <a:pt x="1076452" y="3010027"/>
                    </a:lnTo>
                  </a:path>
                  <a:path w="2762884" h="3029585">
                    <a:moveTo>
                      <a:pt x="1076452" y="2847975"/>
                    </a:moveTo>
                    <a:lnTo>
                      <a:pt x="914400" y="3010027"/>
                    </a:lnTo>
                  </a:path>
                  <a:path w="2762884" h="3029585">
                    <a:moveTo>
                      <a:pt x="457200" y="2114550"/>
                    </a:moveTo>
                    <a:lnTo>
                      <a:pt x="619251" y="2276602"/>
                    </a:lnTo>
                  </a:path>
                  <a:path w="2762884" h="3029585">
                    <a:moveTo>
                      <a:pt x="619251" y="2114550"/>
                    </a:moveTo>
                    <a:lnTo>
                      <a:pt x="457200" y="2276602"/>
                    </a:lnTo>
                  </a:path>
                  <a:path w="2762884" h="3029585">
                    <a:moveTo>
                      <a:pt x="1885950" y="2114550"/>
                    </a:moveTo>
                    <a:lnTo>
                      <a:pt x="2048002" y="2276602"/>
                    </a:lnTo>
                  </a:path>
                  <a:path w="2762884" h="3029585">
                    <a:moveTo>
                      <a:pt x="2048002" y="2114550"/>
                    </a:moveTo>
                    <a:lnTo>
                      <a:pt x="1885950" y="2276602"/>
                    </a:lnTo>
                  </a:path>
                  <a:path w="2762884" h="3029585">
                    <a:moveTo>
                      <a:pt x="0" y="695325"/>
                    </a:moveTo>
                    <a:lnTo>
                      <a:pt x="162051" y="857376"/>
                    </a:lnTo>
                  </a:path>
                  <a:path w="2762884" h="3029585">
                    <a:moveTo>
                      <a:pt x="162051" y="695325"/>
                    </a:moveTo>
                    <a:lnTo>
                      <a:pt x="0" y="857376"/>
                    </a:lnTo>
                  </a:path>
                  <a:path w="2762884" h="3029585">
                    <a:moveTo>
                      <a:pt x="2362200" y="695325"/>
                    </a:moveTo>
                    <a:lnTo>
                      <a:pt x="2524252" y="857376"/>
                    </a:lnTo>
                  </a:path>
                  <a:path w="2762884" h="3029585">
                    <a:moveTo>
                      <a:pt x="2524252" y="695325"/>
                    </a:moveTo>
                    <a:lnTo>
                      <a:pt x="2362200" y="857376"/>
                    </a:lnTo>
                  </a:path>
                </a:pathLst>
              </a:custGeom>
              <a:ln w="38100">
                <a:solidFill>
                  <a:srgbClr val="FF2600"/>
                </a:solidFill>
              </a:ln>
            </p:spPr>
            <p:txBody>
              <a:bodyPr wrap="square" lIns="0" tIns="0" rIns="0" bIns="0" rtlCol="0"/>
              <a:lstStyle/>
              <a:p>
                <a:endParaRPr sz="2400"/>
              </a:p>
            </p:txBody>
          </p:sp>
          <p:sp>
            <p:nvSpPr>
              <p:cNvPr id="41" name="object 59">
                <a:extLst>
                  <a:ext uri="{FF2B5EF4-FFF2-40B4-BE49-F238E27FC236}">
                    <a16:creationId xmlns:a16="http://schemas.microsoft.com/office/drawing/2014/main" id="{A49E01E2-CBFA-B939-0EDA-DA4596014EF4}"/>
                  </a:ext>
                </a:extLst>
              </p:cNvPr>
              <p:cNvSpPr/>
              <p:nvPr/>
            </p:nvSpPr>
            <p:spPr>
              <a:xfrm>
                <a:off x="5514974" y="247650"/>
                <a:ext cx="2828925" cy="3028950"/>
              </a:xfrm>
              <a:custGeom>
                <a:avLst/>
                <a:gdLst/>
                <a:ahLst/>
                <a:cxnLst/>
                <a:rect l="l" t="t" r="r" b="b"/>
                <a:pathLst>
                  <a:path w="2828925" h="3028950">
                    <a:moveTo>
                      <a:pt x="0" y="0"/>
                    </a:moveTo>
                    <a:lnTo>
                      <a:pt x="14355" y="51788"/>
                    </a:lnTo>
                    <a:lnTo>
                      <a:pt x="28711" y="103558"/>
                    </a:lnTo>
                    <a:lnTo>
                      <a:pt x="43070" y="155289"/>
                    </a:lnTo>
                    <a:lnTo>
                      <a:pt x="57433" y="206962"/>
                    </a:lnTo>
                    <a:lnTo>
                      <a:pt x="71801" y="258557"/>
                    </a:lnTo>
                    <a:lnTo>
                      <a:pt x="86174" y="310055"/>
                    </a:lnTo>
                    <a:lnTo>
                      <a:pt x="100555" y="361436"/>
                    </a:lnTo>
                    <a:lnTo>
                      <a:pt x="114945" y="412680"/>
                    </a:lnTo>
                    <a:lnTo>
                      <a:pt x="129345" y="463768"/>
                    </a:lnTo>
                    <a:lnTo>
                      <a:pt x="143755" y="514679"/>
                    </a:lnTo>
                    <a:lnTo>
                      <a:pt x="158178" y="565395"/>
                    </a:lnTo>
                    <a:lnTo>
                      <a:pt x="172614" y="615896"/>
                    </a:lnTo>
                    <a:lnTo>
                      <a:pt x="187065" y="666162"/>
                    </a:lnTo>
                    <a:lnTo>
                      <a:pt x="201532" y="716173"/>
                    </a:lnTo>
                    <a:lnTo>
                      <a:pt x="216017" y="765910"/>
                    </a:lnTo>
                    <a:lnTo>
                      <a:pt x="230519" y="815353"/>
                    </a:lnTo>
                    <a:lnTo>
                      <a:pt x="245041" y="864483"/>
                    </a:lnTo>
                    <a:lnTo>
                      <a:pt x="259585" y="913279"/>
                    </a:lnTo>
                    <a:lnTo>
                      <a:pt x="274150" y="961723"/>
                    </a:lnTo>
                    <a:lnTo>
                      <a:pt x="288738" y="1009794"/>
                    </a:lnTo>
                    <a:lnTo>
                      <a:pt x="303352" y="1057474"/>
                    </a:lnTo>
                    <a:lnTo>
                      <a:pt x="317990" y="1104741"/>
                    </a:lnTo>
                    <a:lnTo>
                      <a:pt x="332656" y="1151577"/>
                    </a:lnTo>
                    <a:lnTo>
                      <a:pt x="347351" y="1197962"/>
                    </a:lnTo>
                    <a:lnTo>
                      <a:pt x="362074" y="1243876"/>
                    </a:lnTo>
                    <a:lnTo>
                      <a:pt x="376829" y="1289300"/>
                    </a:lnTo>
                    <a:lnTo>
                      <a:pt x="391615" y="1334215"/>
                    </a:lnTo>
                    <a:lnTo>
                      <a:pt x="406434" y="1378599"/>
                    </a:lnTo>
                    <a:lnTo>
                      <a:pt x="421288" y="1422434"/>
                    </a:lnTo>
                    <a:lnTo>
                      <a:pt x="436177" y="1465701"/>
                    </a:lnTo>
                    <a:lnTo>
                      <a:pt x="451103" y="1508378"/>
                    </a:lnTo>
                    <a:lnTo>
                      <a:pt x="470474" y="1563051"/>
                    </a:lnTo>
                    <a:lnTo>
                      <a:pt x="489942" y="1617548"/>
                    </a:lnTo>
                    <a:lnTo>
                      <a:pt x="509498" y="1671798"/>
                    </a:lnTo>
                    <a:lnTo>
                      <a:pt x="529135" y="1725729"/>
                    </a:lnTo>
                    <a:lnTo>
                      <a:pt x="548845" y="1779270"/>
                    </a:lnTo>
                    <a:lnTo>
                      <a:pt x="568620" y="1832350"/>
                    </a:lnTo>
                    <a:lnTo>
                      <a:pt x="588453" y="1884896"/>
                    </a:lnTo>
                    <a:lnTo>
                      <a:pt x="608334" y="1936839"/>
                    </a:lnTo>
                    <a:lnTo>
                      <a:pt x="628257" y="1988106"/>
                    </a:lnTo>
                    <a:lnTo>
                      <a:pt x="648214" y="2038626"/>
                    </a:lnTo>
                    <a:lnTo>
                      <a:pt x="668196" y="2088328"/>
                    </a:lnTo>
                    <a:lnTo>
                      <a:pt x="688197" y="2137140"/>
                    </a:lnTo>
                    <a:lnTo>
                      <a:pt x="708207" y="2184991"/>
                    </a:lnTo>
                    <a:lnTo>
                      <a:pt x="728219" y="2231809"/>
                    </a:lnTo>
                    <a:lnTo>
                      <a:pt x="748225" y="2277523"/>
                    </a:lnTo>
                    <a:lnTo>
                      <a:pt x="768218" y="2322063"/>
                    </a:lnTo>
                    <a:lnTo>
                      <a:pt x="788189" y="2365355"/>
                    </a:lnTo>
                    <a:lnTo>
                      <a:pt x="808130" y="2407330"/>
                    </a:lnTo>
                    <a:lnTo>
                      <a:pt x="828034" y="2447915"/>
                    </a:lnTo>
                    <a:lnTo>
                      <a:pt x="847893" y="2487040"/>
                    </a:lnTo>
                    <a:lnTo>
                      <a:pt x="867699" y="2524632"/>
                    </a:lnTo>
                    <a:lnTo>
                      <a:pt x="887444" y="2560621"/>
                    </a:lnTo>
                    <a:lnTo>
                      <a:pt x="907119" y="2594935"/>
                    </a:lnTo>
                    <a:lnTo>
                      <a:pt x="962690" y="2684116"/>
                    </a:lnTo>
                    <a:lnTo>
                      <a:pt x="998422" y="2736931"/>
                    </a:lnTo>
                    <a:lnTo>
                      <a:pt x="1033966" y="2785812"/>
                    </a:lnTo>
                    <a:lnTo>
                      <a:pt x="1069371" y="2830628"/>
                    </a:lnTo>
                    <a:lnTo>
                      <a:pt x="1104687" y="2871243"/>
                    </a:lnTo>
                    <a:lnTo>
                      <a:pt x="1139965" y="2907526"/>
                    </a:lnTo>
                    <a:lnTo>
                      <a:pt x="1175253" y="2939341"/>
                    </a:lnTo>
                    <a:lnTo>
                      <a:pt x="1210603" y="2966556"/>
                    </a:lnTo>
                    <a:lnTo>
                      <a:pt x="1246063" y="2989036"/>
                    </a:lnTo>
                    <a:lnTo>
                      <a:pt x="1281685" y="3006650"/>
                    </a:lnTo>
                    <a:lnTo>
                      <a:pt x="1353611" y="3026740"/>
                    </a:lnTo>
                    <a:lnTo>
                      <a:pt x="1390015" y="3028950"/>
                    </a:lnTo>
                    <a:lnTo>
                      <a:pt x="1424181" y="3026234"/>
                    </a:lnTo>
                    <a:lnTo>
                      <a:pt x="1493410" y="3007399"/>
                    </a:lnTo>
                    <a:lnTo>
                      <a:pt x="1528366" y="2991466"/>
                    </a:lnTo>
                    <a:lnTo>
                      <a:pt x="1563479" y="2971312"/>
                    </a:lnTo>
                    <a:lnTo>
                      <a:pt x="1598697" y="2947030"/>
                    </a:lnTo>
                    <a:lnTo>
                      <a:pt x="1633966" y="2918714"/>
                    </a:lnTo>
                    <a:lnTo>
                      <a:pt x="1669232" y="2886455"/>
                    </a:lnTo>
                    <a:lnTo>
                      <a:pt x="1704444" y="2850347"/>
                    </a:lnTo>
                    <a:lnTo>
                      <a:pt x="1739548" y="2810482"/>
                    </a:lnTo>
                    <a:lnTo>
                      <a:pt x="1774490" y="2766953"/>
                    </a:lnTo>
                    <a:lnTo>
                      <a:pt x="1809219" y="2719853"/>
                    </a:lnTo>
                    <a:lnTo>
                      <a:pt x="1843680" y="2669275"/>
                    </a:lnTo>
                    <a:lnTo>
                      <a:pt x="1877822" y="2615311"/>
                    </a:lnTo>
                    <a:lnTo>
                      <a:pt x="1897572" y="2581900"/>
                    </a:lnTo>
                    <a:lnTo>
                      <a:pt x="1917206" y="2546594"/>
                    </a:lnTo>
                    <a:lnTo>
                      <a:pt x="1936734" y="2509481"/>
                    </a:lnTo>
                    <a:lnTo>
                      <a:pt x="1956166" y="2470652"/>
                    </a:lnTo>
                    <a:lnTo>
                      <a:pt x="1975514" y="2430197"/>
                    </a:lnTo>
                    <a:lnTo>
                      <a:pt x="1994789" y="2388205"/>
                    </a:lnTo>
                    <a:lnTo>
                      <a:pt x="2013999" y="2344766"/>
                    </a:lnTo>
                    <a:lnTo>
                      <a:pt x="2033157" y="2299970"/>
                    </a:lnTo>
                    <a:lnTo>
                      <a:pt x="2052272" y="2253906"/>
                    </a:lnTo>
                    <a:lnTo>
                      <a:pt x="2071355" y="2206665"/>
                    </a:lnTo>
                    <a:lnTo>
                      <a:pt x="2090418" y="2158336"/>
                    </a:lnTo>
                    <a:lnTo>
                      <a:pt x="2109469" y="2109009"/>
                    </a:lnTo>
                    <a:lnTo>
                      <a:pt x="2128521" y="2058774"/>
                    </a:lnTo>
                    <a:lnTo>
                      <a:pt x="2147584" y="2007721"/>
                    </a:lnTo>
                    <a:lnTo>
                      <a:pt x="2166667" y="1955939"/>
                    </a:lnTo>
                    <a:lnTo>
                      <a:pt x="2185782" y="1903518"/>
                    </a:lnTo>
                    <a:lnTo>
                      <a:pt x="2204940" y="1850548"/>
                    </a:lnTo>
                    <a:lnTo>
                      <a:pt x="2224150" y="1797119"/>
                    </a:lnTo>
                    <a:lnTo>
                      <a:pt x="2243425" y="1743320"/>
                    </a:lnTo>
                    <a:lnTo>
                      <a:pt x="2262773" y="1689242"/>
                    </a:lnTo>
                    <a:lnTo>
                      <a:pt x="2282205" y="1634974"/>
                    </a:lnTo>
                    <a:lnTo>
                      <a:pt x="2301733" y="1580606"/>
                    </a:lnTo>
                    <a:lnTo>
                      <a:pt x="2321367" y="1526228"/>
                    </a:lnTo>
                    <a:lnTo>
                      <a:pt x="2341118" y="1471929"/>
                    </a:lnTo>
                    <a:lnTo>
                      <a:pt x="2356999" y="1428274"/>
                    </a:lnTo>
                    <a:lnTo>
                      <a:pt x="2372920" y="1384109"/>
                    </a:lnTo>
                    <a:lnTo>
                      <a:pt x="2388878" y="1339455"/>
                    </a:lnTo>
                    <a:lnTo>
                      <a:pt x="2404871" y="1294326"/>
                    </a:lnTo>
                    <a:lnTo>
                      <a:pt x="2420899" y="1248742"/>
                    </a:lnTo>
                    <a:lnTo>
                      <a:pt x="2436960" y="1202720"/>
                    </a:lnTo>
                    <a:lnTo>
                      <a:pt x="2453053" y="1156277"/>
                    </a:lnTo>
                    <a:lnTo>
                      <a:pt x="2469176" y="1109430"/>
                    </a:lnTo>
                    <a:lnTo>
                      <a:pt x="2485329" y="1062198"/>
                    </a:lnTo>
                    <a:lnTo>
                      <a:pt x="2501509" y="1014598"/>
                    </a:lnTo>
                    <a:lnTo>
                      <a:pt x="2517716" y="966647"/>
                    </a:lnTo>
                    <a:lnTo>
                      <a:pt x="2533948" y="918362"/>
                    </a:lnTo>
                    <a:lnTo>
                      <a:pt x="2550204" y="869761"/>
                    </a:lnTo>
                    <a:lnTo>
                      <a:pt x="2566483" y="820863"/>
                    </a:lnTo>
                    <a:lnTo>
                      <a:pt x="2582783" y="771683"/>
                    </a:lnTo>
                    <a:lnTo>
                      <a:pt x="2599102" y="722240"/>
                    </a:lnTo>
                    <a:lnTo>
                      <a:pt x="2615441" y="672552"/>
                    </a:lnTo>
                    <a:lnTo>
                      <a:pt x="2631796" y="622635"/>
                    </a:lnTo>
                    <a:lnTo>
                      <a:pt x="2648168" y="572507"/>
                    </a:lnTo>
                    <a:lnTo>
                      <a:pt x="2664554" y="522186"/>
                    </a:lnTo>
                    <a:lnTo>
                      <a:pt x="2680953" y="471689"/>
                    </a:lnTo>
                    <a:lnTo>
                      <a:pt x="2697364" y="421034"/>
                    </a:lnTo>
                    <a:lnTo>
                      <a:pt x="2713786" y="370238"/>
                    </a:lnTo>
                    <a:lnTo>
                      <a:pt x="2730217" y="319318"/>
                    </a:lnTo>
                    <a:lnTo>
                      <a:pt x="2746656" y="268293"/>
                    </a:lnTo>
                    <a:lnTo>
                      <a:pt x="2763102" y="217179"/>
                    </a:lnTo>
                    <a:lnTo>
                      <a:pt x="2779553" y="165995"/>
                    </a:lnTo>
                    <a:lnTo>
                      <a:pt x="2796008" y="114757"/>
                    </a:lnTo>
                    <a:lnTo>
                      <a:pt x="2812466" y="63483"/>
                    </a:lnTo>
                    <a:lnTo>
                      <a:pt x="2828925" y="12191"/>
                    </a:lnTo>
                  </a:path>
                </a:pathLst>
              </a:custGeom>
              <a:ln w="38100">
                <a:solidFill>
                  <a:srgbClr val="AB7942"/>
                </a:solidFill>
              </a:ln>
            </p:spPr>
            <p:txBody>
              <a:bodyPr wrap="square" lIns="0" tIns="0" rIns="0" bIns="0" rtlCol="0"/>
              <a:lstStyle/>
              <a:p>
                <a:endParaRPr sz="2400"/>
              </a:p>
            </p:txBody>
          </p:sp>
          <p:pic>
            <p:nvPicPr>
              <p:cNvPr id="42" name="object 60">
                <a:extLst>
                  <a:ext uri="{FF2B5EF4-FFF2-40B4-BE49-F238E27FC236}">
                    <a16:creationId xmlns:a16="http://schemas.microsoft.com/office/drawing/2014/main" id="{3242F322-4056-7EA0-FA0D-12AD94EDB28C}"/>
                  </a:ext>
                </a:extLst>
              </p:cNvPr>
              <p:cNvPicPr/>
              <p:nvPr/>
            </p:nvPicPr>
            <p:blipFill>
              <a:blip r:embed="rId8" cstate="print"/>
              <a:stretch>
                <a:fillRect/>
              </a:stretch>
            </p:blipFill>
            <p:spPr>
              <a:xfrm>
                <a:off x="5393308" y="114172"/>
                <a:ext cx="258571" cy="270510"/>
              </a:xfrm>
              <a:prstGeom prst="rect">
                <a:avLst/>
              </a:prstGeom>
            </p:spPr>
          </p:pic>
          <p:pic>
            <p:nvPicPr>
              <p:cNvPr id="43" name="object 61">
                <a:extLst>
                  <a:ext uri="{FF2B5EF4-FFF2-40B4-BE49-F238E27FC236}">
                    <a16:creationId xmlns:a16="http://schemas.microsoft.com/office/drawing/2014/main" id="{84E3954D-307D-1B38-7DB1-F10A762A4555}"/>
                  </a:ext>
                </a:extLst>
              </p:cNvPr>
              <p:cNvPicPr/>
              <p:nvPr/>
            </p:nvPicPr>
            <p:blipFill>
              <a:blip r:embed="rId9" cstate="print"/>
              <a:stretch>
                <a:fillRect/>
              </a:stretch>
            </p:blipFill>
            <p:spPr>
              <a:xfrm>
                <a:off x="7727188" y="2805302"/>
                <a:ext cx="257555" cy="198119"/>
              </a:xfrm>
              <a:prstGeom prst="rect">
                <a:avLst/>
              </a:prstGeom>
            </p:spPr>
          </p:pic>
          <p:pic>
            <p:nvPicPr>
              <p:cNvPr id="44" name="object 62">
                <a:extLst>
                  <a:ext uri="{FF2B5EF4-FFF2-40B4-BE49-F238E27FC236}">
                    <a16:creationId xmlns:a16="http://schemas.microsoft.com/office/drawing/2014/main" id="{D7A2B1FD-7098-5682-D356-37E0944113E3}"/>
                  </a:ext>
                </a:extLst>
              </p:cNvPr>
              <p:cNvPicPr/>
              <p:nvPr/>
            </p:nvPicPr>
            <p:blipFill>
              <a:blip r:embed="rId10" cstate="print"/>
              <a:stretch>
                <a:fillRect/>
              </a:stretch>
            </p:blipFill>
            <p:spPr>
              <a:xfrm>
                <a:off x="8220201" y="2005711"/>
                <a:ext cx="310006" cy="323850"/>
              </a:xfrm>
              <a:prstGeom prst="rect">
                <a:avLst/>
              </a:prstGeom>
            </p:spPr>
          </p:pic>
          <p:pic>
            <p:nvPicPr>
              <p:cNvPr id="45" name="object 63">
                <a:extLst>
                  <a:ext uri="{FF2B5EF4-FFF2-40B4-BE49-F238E27FC236}">
                    <a16:creationId xmlns:a16="http://schemas.microsoft.com/office/drawing/2014/main" id="{B2919D1A-0874-9512-A9EB-70A238692CB1}"/>
                  </a:ext>
                </a:extLst>
              </p:cNvPr>
              <p:cNvPicPr/>
              <p:nvPr/>
            </p:nvPicPr>
            <p:blipFill>
              <a:blip r:embed="rId11" cstate="print"/>
              <a:stretch>
                <a:fillRect/>
              </a:stretch>
            </p:blipFill>
            <p:spPr>
              <a:xfrm>
                <a:off x="6847331" y="1831212"/>
                <a:ext cx="691388" cy="1277747"/>
              </a:xfrm>
              <a:prstGeom prst="rect">
                <a:avLst/>
              </a:prstGeom>
            </p:spPr>
          </p:pic>
          <p:pic>
            <p:nvPicPr>
              <p:cNvPr id="46" name="object 64">
                <a:extLst>
                  <a:ext uri="{FF2B5EF4-FFF2-40B4-BE49-F238E27FC236}">
                    <a16:creationId xmlns:a16="http://schemas.microsoft.com/office/drawing/2014/main" id="{75E1154B-51DF-51D7-0DFD-5923ED9572BB}"/>
                  </a:ext>
                </a:extLst>
              </p:cNvPr>
              <p:cNvPicPr/>
              <p:nvPr/>
            </p:nvPicPr>
            <p:blipFill>
              <a:blip r:embed="rId12" cstate="print"/>
              <a:stretch>
                <a:fillRect/>
              </a:stretch>
            </p:blipFill>
            <p:spPr>
              <a:xfrm>
                <a:off x="6433946" y="1990343"/>
                <a:ext cx="155321" cy="694690"/>
              </a:xfrm>
              <a:prstGeom prst="rect">
                <a:avLst/>
              </a:prstGeom>
            </p:spPr>
          </p:pic>
          <p:pic>
            <p:nvPicPr>
              <p:cNvPr id="47" name="object 65">
                <a:extLst>
                  <a:ext uri="{FF2B5EF4-FFF2-40B4-BE49-F238E27FC236}">
                    <a16:creationId xmlns:a16="http://schemas.microsoft.com/office/drawing/2014/main" id="{81BA0438-E7B0-2FBE-D23C-AED08187CAA9}"/>
                  </a:ext>
                </a:extLst>
              </p:cNvPr>
              <p:cNvPicPr/>
              <p:nvPr/>
            </p:nvPicPr>
            <p:blipFill>
              <a:blip r:embed="rId13" cstate="print"/>
              <a:stretch>
                <a:fillRect/>
              </a:stretch>
            </p:blipFill>
            <p:spPr>
              <a:xfrm>
                <a:off x="5861430" y="1072006"/>
                <a:ext cx="351536" cy="796290"/>
              </a:xfrm>
              <a:prstGeom prst="rect">
                <a:avLst/>
              </a:prstGeom>
            </p:spPr>
          </p:pic>
          <p:sp>
            <p:nvSpPr>
              <p:cNvPr id="48" name="object 70">
                <a:extLst>
                  <a:ext uri="{FF2B5EF4-FFF2-40B4-BE49-F238E27FC236}">
                    <a16:creationId xmlns:a16="http://schemas.microsoft.com/office/drawing/2014/main" id="{2F059BB9-12B9-7C1B-5CAC-147B5CDE804F}"/>
                  </a:ext>
                </a:extLst>
              </p:cNvPr>
              <p:cNvSpPr/>
              <p:nvPr/>
            </p:nvSpPr>
            <p:spPr>
              <a:xfrm>
                <a:off x="6557136" y="455422"/>
                <a:ext cx="659765" cy="24130"/>
              </a:xfrm>
              <a:custGeom>
                <a:avLst/>
                <a:gdLst/>
                <a:ahLst/>
                <a:cxnLst/>
                <a:rect l="l" t="t" r="r" b="b"/>
                <a:pathLst>
                  <a:path w="659765" h="24129">
                    <a:moveTo>
                      <a:pt x="596519" y="22351"/>
                    </a:moveTo>
                    <a:lnTo>
                      <a:pt x="197579" y="22352"/>
                    </a:lnTo>
                    <a:lnTo>
                      <a:pt x="344678" y="23622"/>
                    </a:lnTo>
                    <a:lnTo>
                      <a:pt x="470662" y="23875"/>
                    </a:lnTo>
                    <a:lnTo>
                      <a:pt x="530606" y="23113"/>
                    </a:lnTo>
                    <a:lnTo>
                      <a:pt x="556895" y="23113"/>
                    </a:lnTo>
                    <a:lnTo>
                      <a:pt x="596519" y="22351"/>
                    </a:lnTo>
                    <a:close/>
                  </a:path>
                  <a:path w="659765" h="24129">
                    <a:moveTo>
                      <a:pt x="608541" y="22098"/>
                    </a:moveTo>
                    <a:lnTo>
                      <a:pt x="58674" y="22098"/>
                    </a:lnTo>
                    <a:lnTo>
                      <a:pt x="71628" y="22605"/>
                    </a:lnTo>
                    <a:lnTo>
                      <a:pt x="85852" y="22732"/>
                    </a:lnTo>
                    <a:lnTo>
                      <a:pt x="85725" y="22732"/>
                    </a:lnTo>
                    <a:lnTo>
                      <a:pt x="101473" y="23113"/>
                    </a:lnTo>
                    <a:lnTo>
                      <a:pt x="119634" y="23240"/>
                    </a:lnTo>
                    <a:lnTo>
                      <a:pt x="197579" y="22352"/>
                    </a:lnTo>
                    <a:lnTo>
                      <a:pt x="596519" y="22351"/>
                    </a:lnTo>
                    <a:lnTo>
                      <a:pt x="608541" y="22098"/>
                    </a:lnTo>
                    <a:close/>
                  </a:path>
                  <a:path w="659765" h="24129">
                    <a:moveTo>
                      <a:pt x="5080" y="0"/>
                    </a:moveTo>
                    <a:lnTo>
                      <a:pt x="1778" y="1777"/>
                    </a:lnTo>
                    <a:lnTo>
                      <a:pt x="0" y="8127"/>
                    </a:lnTo>
                    <a:lnTo>
                      <a:pt x="1778" y="11302"/>
                    </a:lnTo>
                    <a:lnTo>
                      <a:pt x="4826" y="12318"/>
                    </a:lnTo>
                    <a:lnTo>
                      <a:pt x="20955" y="17399"/>
                    </a:lnTo>
                    <a:lnTo>
                      <a:pt x="21209" y="17525"/>
                    </a:lnTo>
                    <a:lnTo>
                      <a:pt x="36195" y="21589"/>
                    </a:lnTo>
                    <a:lnTo>
                      <a:pt x="37846" y="21843"/>
                    </a:lnTo>
                    <a:lnTo>
                      <a:pt x="48006" y="21970"/>
                    </a:lnTo>
                    <a:lnTo>
                      <a:pt x="58801" y="22225"/>
                    </a:lnTo>
                    <a:lnTo>
                      <a:pt x="58674" y="22098"/>
                    </a:lnTo>
                    <a:lnTo>
                      <a:pt x="608541" y="22098"/>
                    </a:lnTo>
                    <a:lnTo>
                      <a:pt x="614553" y="21970"/>
                    </a:lnTo>
                    <a:lnTo>
                      <a:pt x="623824" y="21843"/>
                    </a:lnTo>
                    <a:lnTo>
                      <a:pt x="631698" y="21843"/>
                    </a:lnTo>
                    <a:lnTo>
                      <a:pt x="632333" y="21716"/>
                    </a:lnTo>
                    <a:lnTo>
                      <a:pt x="638810" y="21208"/>
                    </a:lnTo>
                    <a:lnTo>
                      <a:pt x="643763" y="20827"/>
                    </a:lnTo>
                    <a:lnTo>
                      <a:pt x="644652" y="20700"/>
                    </a:lnTo>
                    <a:lnTo>
                      <a:pt x="648208" y="20065"/>
                    </a:lnTo>
                    <a:lnTo>
                      <a:pt x="647700" y="20065"/>
                    </a:lnTo>
                    <a:lnTo>
                      <a:pt x="650240" y="19812"/>
                    </a:lnTo>
                    <a:lnTo>
                      <a:pt x="656463" y="19812"/>
                    </a:lnTo>
                    <a:lnTo>
                      <a:pt x="659638" y="16637"/>
                    </a:lnTo>
                    <a:lnTo>
                      <a:pt x="659638" y="8762"/>
                    </a:lnTo>
                    <a:lnTo>
                      <a:pt x="39624" y="8762"/>
                    </a:lnTo>
                    <a:lnTo>
                      <a:pt x="37846" y="8636"/>
                    </a:lnTo>
                    <a:lnTo>
                      <a:pt x="39039" y="8621"/>
                    </a:lnTo>
                    <a:lnTo>
                      <a:pt x="24384" y="5079"/>
                    </a:lnTo>
                    <a:lnTo>
                      <a:pt x="8255" y="762"/>
                    </a:lnTo>
                    <a:lnTo>
                      <a:pt x="5080" y="0"/>
                    </a:lnTo>
                    <a:close/>
                  </a:path>
                  <a:path w="659765" h="24129">
                    <a:moveTo>
                      <a:pt x="39039" y="8621"/>
                    </a:moveTo>
                    <a:lnTo>
                      <a:pt x="37846" y="8636"/>
                    </a:lnTo>
                    <a:lnTo>
                      <a:pt x="39624" y="8762"/>
                    </a:lnTo>
                    <a:lnTo>
                      <a:pt x="39039" y="8621"/>
                    </a:lnTo>
                    <a:close/>
                  </a:path>
                  <a:path w="659765" h="24129">
                    <a:moveTo>
                      <a:pt x="59055" y="8381"/>
                    </a:moveTo>
                    <a:lnTo>
                      <a:pt x="39039" y="8621"/>
                    </a:lnTo>
                    <a:lnTo>
                      <a:pt x="39624" y="8762"/>
                    </a:lnTo>
                    <a:lnTo>
                      <a:pt x="101854" y="8762"/>
                    </a:lnTo>
                    <a:lnTo>
                      <a:pt x="85979" y="8508"/>
                    </a:lnTo>
                    <a:lnTo>
                      <a:pt x="72009" y="8508"/>
                    </a:lnTo>
                    <a:lnTo>
                      <a:pt x="59055" y="8381"/>
                    </a:lnTo>
                    <a:close/>
                  </a:path>
                  <a:path w="659765" h="24129">
                    <a:moveTo>
                      <a:pt x="623824" y="4952"/>
                    </a:moveTo>
                    <a:lnTo>
                      <a:pt x="614172" y="4952"/>
                    </a:lnTo>
                    <a:lnTo>
                      <a:pt x="608202" y="5079"/>
                    </a:lnTo>
                    <a:lnTo>
                      <a:pt x="580644" y="5587"/>
                    </a:lnTo>
                    <a:lnTo>
                      <a:pt x="556641" y="5968"/>
                    </a:lnTo>
                    <a:lnTo>
                      <a:pt x="402336" y="6857"/>
                    </a:lnTo>
                    <a:lnTo>
                      <a:pt x="174752" y="8381"/>
                    </a:lnTo>
                    <a:lnTo>
                      <a:pt x="149860" y="8381"/>
                    </a:lnTo>
                    <a:lnTo>
                      <a:pt x="119634" y="8762"/>
                    </a:lnTo>
                    <a:lnTo>
                      <a:pt x="659638" y="8762"/>
                    </a:lnTo>
                    <a:lnTo>
                      <a:pt x="656971" y="6095"/>
                    </a:lnTo>
                    <a:lnTo>
                      <a:pt x="645795" y="6095"/>
                    </a:lnTo>
                    <a:lnTo>
                      <a:pt x="647113" y="5900"/>
                    </a:lnTo>
                    <a:lnTo>
                      <a:pt x="644652" y="5461"/>
                    </a:lnTo>
                    <a:lnTo>
                      <a:pt x="643763" y="5333"/>
                    </a:lnTo>
                    <a:lnTo>
                      <a:pt x="640376" y="5079"/>
                    </a:lnTo>
                    <a:lnTo>
                      <a:pt x="631444" y="5079"/>
                    </a:lnTo>
                    <a:lnTo>
                      <a:pt x="623824" y="4952"/>
                    </a:lnTo>
                    <a:close/>
                  </a:path>
                  <a:path w="659765" h="24129">
                    <a:moveTo>
                      <a:pt x="647113" y="5900"/>
                    </a:moveTo>
                    <a:lnTo>
                      <a:pt x="645795" y="6095"/>
                    </a:lnTo>
                    <a:lnTo>
                      <a:pt x="648208" y="6095"/>
                    </a:lnTo>
                    <a:lnTo>
                      <a:pt x="647113" y="5900"/>
                    </a:lnTo>
                    <a:close/>
                  </a:path>
                  <a:path w="659765" h="24129">
                    <a:moveTo>
                      <a:pt x="656463" y="5587"/>
                    </a:moveTo>
                    <a:lnTo>
                      <a:pt x="649224" y="5587"/>
                    </a:lnTo>
                    <a:lnTo>
                      <a:pt x="647113" y="5900"/>
                    </a:lnTo>
                    <a:lnTo>
                      <a:pt x="648208" y="6095"/>
                    </a:lnTo>
                    <a:lnTo>
                      <a:pt x="656971" y="6095"/>
                    </a:lnTo>
                    <a:lnTo>
                      <a:pt x="656463" y="5587"/>
                    </a:lnTo>
                    <a:close/>
                  </a:path>
                  <a:path w="659765" h="24129">
                    <a:moveTo>
                      <a:pt x="631558" y="5077"/>
                    </a:moveTo>
                    <a:lnTo>
                      <a:pt x="631698" y="5079"/>
                    </a:lnTo>
                    <a:lnTo>
                      <a:pt x="631558" y="5077"/>
                    </a:lnTo>
                    <a:close/>
                  </a:path>
                  <a:path w="659765" h="24129">
                    <a:moveTo>
                      <a:pt x="638683" y="4952"/>
                    </a:moveTo>
                    <a:lnTo>
                      <a:pt x="637921" y="4952"/>
                    </a:lnTo>
                    <a:lnTo>
                      <a:pt x="631558" y="5077"/>
                    </a:lnTo>
                    <a:lnTo>
                      <a:pt x="631698" y="5079"/>
                    </a:lnTo>
                    <a:lnTo>
                      <a:pt x="640376" y="5079"/>
                    </a:lnTo>
                    <a:lnTo>
                      <a:pt x="638683" y="4952"/>
                    </a:lnTo>
                    <a:close/>
                  </a:path>
                </a:pathLst>
              </a:custGeom>
              <a:solidFill>
                <a:srgbClr val="E71224"/>
              </a:solidFill>
            </p:spPr>
            <p:txBody>
              <a:bodyPr wrap="square" lIns="0" tIns="0" rIns="0" bIns="0" rtlCol="0"/>
              <a:lstStyle/>
              <a:p>
                <a:endParaRPr sz="2400"/>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26330" y="3142052"/>
            <a:ext cx="5732780" cy="1719318"/>
          </a:xfrm>
          <a:prstGeom prst="rect">
            <a:avLst/>
          </a:prstGeom>
        </p:spPr>
        <p:txBody>
          <a:bodyPr vert="horz" wrap="square" lIns="0" tIns="15241" rIns="0" bIns="0" rtlCol="0">
            <a:spAutoFit/>
          </a:bodyPr>
          <a:lstStyle/>
          <a:p>
            <a:pPr marL="16933" marR="6773" indent="1118391">
              <a:lnSpc>
                <a:spcPct val="115399"/>
              </a:lnSpc>
              <a:spcBef>
                <a:spcPts val="121"/>
              </a:spcBef>
            </a:pPr>
            <a:r>
              <a:rPr sz="5067" spc="20" dirty="0">
                <a:solidFill>
                  <a:srgbClr val="0432FF"/>
                </a:solidFill>
                <a:latin typeface="Verdana"/>
                <a:cs typeface="Verdana"/>
              </a:rPr>
              <a:t>Visualizing </a:t>
            </a:r>
            <a:r>
              <a:rPr sz="5067" spc="27" dirty="0">
                <a:solidFill>
                  <a:srgbClr val="0432FF"/>
                </a:solidFill>
                <a:latin typeface="Verdana"/>
                <a:cs typeface="Verdana"/>
              </a:rPr>
              <a:t> </a:t>
            </a:r>
            <a:r>
              <a:rPr sz="5067" dirty="0">
                <a:solidFill>
                  <a:srgbClr val="0432FF"/>
                </a:solidFill>
                <a:latin typeface="Verdana"/>
                <a:cs typeface="Verdana"/>
              </a:rPr>
              <a:t>the</a:t>
            </a:r>
            <a:r>
              <a:rPr sz="5067" spc="-73" dirty="0">
                <a:solidFill>
                  <a:srgbClr val="0432FF"/>
                </a:solidFill>
                <a:latin typeface="Verdana"/>
                <a:cs typeface="Verdana"/>
              </a:rPr>
              <a:t> </a:t>
            </a:r>
            <a:r>
              <a:rPr sz="5067" spc="41" dirty="0">
                <a:solidFill>
                  <a:srgbClr val="0432FF"/>
                </a:solidFill>
                <a:latin typeface="Verdana"/>
                <a:cs typeface="Verdana"/>
              </a:rPr>
              <a:t>Cost</a:t>
            </a:r>
            <a:r>
              <a:rPr sz="5067" spc="-233" dirty="0">
                <a:solidFill>
                  <a:srgbClr val="0432FF"/>
                </a:solidFill>
                <a:latin typeface="Verdana"/>
                <a:cs typeface="Verdana"/>
              </a:rPr>
              <a:t> </a:t>
            </a:r>
            <a:r>
              <a:rPr sz="5067" spc="20" dirty="0">
                <a:solidFill>
                  <a:srgbClr val="0432FF"/>
                </a:solidFill>
                <a:latin typeface="Verdana"/>
                <a:cs typeface="Verdana"/>
              </a:rPr>
              <a:t>Function</a:t>
            </a:r>
            <a:endParaRPr sz="5067" dirty="0">
              <a:solidFill>
                <a:srgbClr val="0432FF"/>
              </a:solidFill>
              <a:latin typeface="Verdana"/>
              <a:cs typeface="Verdana"/>
            </a:endParaRPr>
          </a:p>
        </p:txBody>
      </p:sp>
      <p:sp>
        <p:nvSpPr>
          <p:cNvPr id="5" name="Title 4">
            <a:extLst>
              <a:ext uri="{FF2B5EF4-FFF2-40B4-BE49-F238E27FC236}">
                <a16:creationId xmlns:a16="http://schemas.microsoft.com/office/drawing/2014/main" id="{9B8AB9B0-A8F5-CC96-27B9-B01853AAC7B5}"/>
              </a:ext>
            </a:extLst>
          </p:cNvPr>
          <p:cNvSpPr>
            <a:spLocks noGrp="1"/>
          </p:cNvSpPr>
          <p:nvPr>
            <p:ph type="title"/>
          </p:nvPr>
        </p:nvSpPr>
        <p:spPr>
          <a:xfrm>
            <a:off x="632100" y="1009460"/>
            <a:ext cx="10515600" cy="1235456"/>
          </a:xfrm>
        </p:spPr>
        <p:txBody>
          <a:bodyPr/>
          <a:lstStyle/>
          <a:p>
            <a:r>
              <a:rPr lang="en-PS" dirty="0"/>
              <a:t>Linear Regression with 1 variable</a:t>
            </a:r>
          </a:p>
        </p:txBody>
      </p:sp>
      <p:sp>
        <p:nvSpPr>
          <p:cNvPr id="4" name="Slide Number Placeholder 3">
            <a:extLst>
              <a:ext uri="{FF2B5EF4-FFF2-40B4-BE49-F238E27FC236}">
                <a16:creationId xmlns:a16="http://schemas.microsoft.com/office/drawing/2014/main" id="{27CA6241-E610-4DDB-FD72-B9051E5700DF}"/>
              </a:ext>
            </a:extLst>
          </p:cNvPr>
          <p:cNvSpPr>
            <a:spLocks noGrp="1"/>
          </p:cNvSpPr>
          <p:nvPr>
            <p:ph type="sldNum" sz="quarter" idx="12"/>
          </p:nvPr>
        </p:nvSpPr>
        <p:spPr/>
        <p:txBody>
          <a:bodyPr/>
          <a:lstStyle/>
          <a:p>
            <a:fld id="{B6F15528-21DE-4FAA-801E-634DDDAF4B2B}" type="slidenum">
              <a:rPr lang="en-PS" smtClean="0"/>
              <a:t>22</a:t>
            </a:fld>
            <a:endParaRPr lang="en-P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2960" y="1744897"/>
            <a:ext cx="1225973" cy="509541"/>
          </a:xfrm>
          <a:prstGeom prst="rect">
            <a:avLst/>
          </a:prstGeom>
        </p:spPr>
        <p:txBody>
          <a:bodyPr vert="horz" wrap="square" lIns="0" tIns="16933" rIns="0" bIns="0" rtlCol="0">
            <a:spAutoFit/>
          </a:bodyPr>
          <a:lstStyle/>
          <a:p>
            <a:pPr marL="16933">
              <a:spcBef>
                <a:spcPts val="133"/>
              </a:spcBef>
            </a:pPr>
            <a:r>
              <a:rPr sz="3200" dirty="0">
                <a:latin typeface="Verdana"/>
                <a:cs typeface="Verdana"/>
              </a:rPr>
              <a:t>M</a:t>
            </a:r>
            <a:r>
              <a:rPr sz="3200" spc="-47" dirty="0">
                <a:latin typeface="Verdana"/>
                <a:cs typeface="Verdana"/>
              </a:rPr>
              <a:t>o</a:t>
            </a:r>
            <a:r>
              <a:rPr sz="3200" spc="-7" dirty="0">
                <a:latin typeface="Verdana"/>
                <a:cs typeface="Verdana"/>
              </a:rPr>
              <a:t>del</a:t>
            </a:r>
            <a:endParaRPr sz="3200">
              <a:latin typeface="Verdana"/>
              <a:cs typeface="Verdana"/>
            </a:endParaRPr>
          </a:p>
        </p:txBody>
      </p:sp>
      <p:sp>
        <p:nvSpPr>
          <p:cNvPr id="3" name="object 3"/>
          <p:cNvSpPr txBox="1"/>
          <p:nvPr/>
        </p:nvSpPr>
        <p:spPr>
          <a:xfrm>
            <a:off x="4468539" y="1729573"/>
            <a:ext cx="747607" cy="510396"/>
          </a:xfrm>
          <a:prstGeom prst="rect">
            <a:avLst/>
          </a:prstGeom>
        </p:spPr>
        <p:txBody>
          <a:bodyPr vert="horz" wrap="square" lIns="0" tIns="17780" rIns="0" bIns="0" rtlCol="0">
            <a:spAutoFit/>
          </a:bodyPr>
          <a:lstStyle/>
          <a:p>
            <a:pPr marL="50797">
              <a:spcBef>
                <a:spcPts val="140"/>
              </a:spcBef>
            </a:pPr>
            <a:r>
              <a:rPr sz="4800" spc="239" baseline="12731" dirty="0">
                <a:latin typeface="Cambria Math"/>
                <a:cs typeface="Cambria Math"/>
              </a:rPr>
              <a:t>ƒ</a:t>
            </a:r>
            <a:r>
              <a:rPr sz="2267" spc="160" dirty="0">
                <a:latin typeface="Cambria Math"/>
                <a:cs typeface="Cambria Math"/>
              </a:rPr>
              <a:t>w,𝑏</a:t>
            </a:r>
            <a:endParaRPr sz="2267">
              <a:latin typeface="Cambria Math"/>
              <a:cs typeface="Cambria Math"/>
            </a:endParaRPr>
          </a:p>
        </p:txBody>
      </p:sp>
      <p:sp>
        <p:nvSpPr>
          <p:cNvPr id="4" name="object 4"/>
          <p:cNvSpPr/>
          <p:nvPr/>
        </p:nvSpPr>
        <p:spPr>
          <a:xfrm>
            <a:off x="5223427" y="1763439"/>
            <a:ext cx="491067" cy="376767"/>
          </a:xfrm>
          <a:custGeom>
            <a:avLst/>
            <a:gdLst/>
            <a:ahLst/>
            <a:cxnLst/>
            <a:rect l="l" t="t" r="r" b="b"/>
            <a:pathLst>
              <a:path w="368300" h="282575">
                <a:moveTo>
                  <a:pt x="278129" y="0"/>
                </a:moveTo>
                <a:lnTo>
                  <a:pt x="274193" y="11430"/>
                </a:lnTo>
                <a:lnTo>
                  <a:pt x="290500" y="18577"/>
                </a:lnTo>
                <a:lnTo>
                  <a:pt x="304546" y="28416"/>
                </a:lnTo>
                <a:lnTo>
                  <a:pt x="333089" y="73925"/>
                </a:lnTo>
                <a:lnTo>
                  <a:pt x="341471" y="115732"/>
                </a:lnTo>
                <a:lnTo>
                  <a:pt x="342519" y="139827"/>
                </a:lnTo>
                <a:lnTo>
                  <a:pt x="341471" y="164689"/>
                </a:lnTo>
                <a:lnTo>
                  <a:pt x="333089" y="207603"/>
                </a:lnTo>
                <a:lnTo>
                  <a:pt x="304593" y="253857"/>
                </a:lnTo>
                <a:lnTo>
                  <a:pt x="274574" y="270891"/>
                </a:lnTo>
                <a:lnTo>
                  <a:pt x="278129" y="282321"/>
                </a:lnTo>
                <a:lnTo>
                  <a:pt x="316690" y="264302"/>
                </a:lnTo>
                <a:lnTo>
                  <a:pt x="345059" y="233045"/>
                </a:lnTo>
                <a:lnTo>
                  <a:pt x="362378" y="191135"/>
                </a:lnTo>
                <a:lnTo>
                  <a:pt x="368173" y="141224"/>
                </a:lnTo>
                <a:lnTo>
                  <a:pt x="366720" y="115341"/>
                </a:lnTo>
                <a:lnTo>
                  <a:pt x="355099" y="69482"/>
                </a:lnTo>
                <a:lnTo>
                  <a:pt x="332047" y="32146"/>
                </a:lnTo>
                <a:lnTo>
                  <a:pt x="298658" y="7381"/>
                </a:lnTo>
                <a:lnTo>
                  <a:pt x="278129" y="0"/>
                </a:lnTo>
                <a:close/>
              </a:path>
              <a:path w="368300" h="282575">
                <a:moveTo>
                  <a:pt x="90043" y="0"/>
                </a:moveTo>
                <a:lnTo>
                  <a:pt x="51657" y="18097"/>
                </a:lnTo>
                <a:lnTo>
                  <a:pt x="23368" y="49530"/>
                </a:lnTo>
                <a:lnTo>
                  <a:pt x="5826" y="91424"/>
                </a:lnTo>
                <a:lnTo>
                  <a:pt x="0" y="141224"/>
                </a:lnTo>
                <a:lnTo>
                  <a:pt x="1452" y="167179"/>
                </a:lnTo>
                <a:lnTo>
                  <a:pt x="13073" y="213090"/>
                </a:lnTo>
                <a:lnTo>
                  <a:pt x="36125" y="250334"/>
                </a:lnTo>
                <a:lnTo>
                  <a:pt x="69514" y="274960"/>
                </a:lnTo>
                <a:lnTo>
                  <a:pt x="90043" y="282321"/>
                </a:lnTo>
                <a:lnTo>
                  <a:pt x="93599" y="270891"/>
                </a:lnTo>
                <a:lnTo>
                  <a:pt x="77549" y="263773"/>
                </a:lnTo>
                <a:lnTo>
                  <a:pt x="63690" y="253857"/>
                </a:lnTo>
                <a:lnTo>
                  <a:pt x="35210" y="207603"/>
                </a:lnTo>
                <a:lnTo>
                  <a:pt x="26828" y="164689"/>
                </a:lnTo>
                <a:lnTo>
                  <a:pt x="25781" y="139827"/>
                </a:lnTo>
                <a:lnTo>
                  <a:pt x="26828" y="115732"/>
                </a:lnTo>
                <a:lnTo>
                  <a:pt x="35210" y="73925"/>
                </a:lnTo>
                <a:lnTo>
                  <a:pt x="63801" y="28416"/>
                </a:lnTo>
                <a:lnTo>
                  <a:pt x="94107" y="11430"/>
                </a:lnTo>
                <a:lnTo>
                  <a:pt x="90043" y="0"/>
                </a:lnTo>
                <a:close/>
              </a:path>
            </a:pathLst>
          </a:custGeom>
          <a:solidFill>
            <a:srgbClr val="000000"/>
          </a:solidFill>
        </p:spPr>
        <p:txBody>
          <a:bodyPr wrap="square" lIns="0" tIns="0" rIns="0" bIns="0" rtlCol="0"/>
          <a:lstStyle/>
          <a:p>
            <a:endParaRPr sz="2400"/>
          </a:p>
        </p:txBody>
      </p:sp>
      <p:sp>
        <p:nvSpPr>
          <p:cNvPr id="5" name="object 5"/>
          <p:cNvSpPr txBox="1">
            <a:spLocks noGrp="1"/>
          </p:cNvSpPr>
          <p:nvPr>
            <p:ph type="title"/>
          </p:nvPr>
        </p:nvSpPr>
        <p:spPr>
          <a:xfrm>
            <a:off x="5341454" y="1664787"/>
            <a:ext cx="2198793" cy="461152"/>
          </a:xfrm>
          <a:prstGeom prst="rect">
            <a:avLst/>
          </a:prstGeom>
        </p:spPr>
        <p:txBody>
          <a:bodyPr vert="horz" wrap="square" lIns="0" tIns="17780" rIns="0" bIns="0" rtlCol="0" anchor="ctr">
            <a:spAutoFit/>
          </a:bodyPr>
          <a:lstStyle/>
          <a:p>
            <a:pPr marL="16933">
              <a:spcBef>
                <a:spcPts val="140"/>
              </a:spcBef>
              <a:tabLst>
                <a:tab pos="537607" algn="l"/>
              </a:tabLst>
            </a:pPr>
            <a:r>
              <a:rPr sz="3200" dirty="0">
                <a:latin typeface="Cambria Math"/>
                <a:cs typeface="Cambria Math"/>
              </a:rPr>
              <a:t>𝑥	=</a:t>
            </a:r>
            <a:r>
              <a:rPr sz="3200" spc="60" dirty="0">
                <a:latin typeface="Cambria Math"/>
                <a:cs typeface="Cambria Math"/>
              </a:rPr>
              <a:t> </a:t>
            </a:r>
            <a:r>
              <a:rPr sz="3200" spc="7" dirty="0">
                <a:latin typeface="Cambria Math"/>
                <a:cs typeface="Cambria Math"/>
              </a:rPr>
              <a:t>𝑤𝑥</a:t>
            </a:r>
            <a:r>
              <a:rPr sz="3200" spc="41" dirty="0">
                <a:latin typeface="Cambria Math"/>
                <a:cs typeface="Cambria Math"/>
              </a:rPr>
              <a:t> </a:t>
            </a:r>
            <a:r>
              <a:rPr sz="3200" dirty="0">
                <a:latin typeface="Cambria Math"/>
                <a:cs typeface="Cambria Math"/>
              </a:rPr>
              <a:t>+</a:t>
            </a:r>
            <a:r>
              <a:rPr sz="3200" spc="-33" dirty="0">
                <a:latin typeface="Cambria Math"/>
                <a:cs typeface="Cambria Math"/>
              </a:rPr>
              <a:t> </a:t>
            </a:r>
            <a:r>
              <a:rPr sz="3200" dirty="0">
                <a:latin typeface="Cambria Math"/>
                <a:cs typeface="Cambria Math"/>
              </a:rPr>
              <a:t>𝑏</a:t>
            </a:r>
            <a:endParaRPr sz="3200">
              <a:latin typeface="Cambria Math"/>
              <a:cs typeface="Cambria Math"/>
            </a:endParaRPr>
          </a:p>
        </p:txBody>
      </p:sp>
      <p:sp>
        <p:nvSpPr>
          <p:cNvPr id="6" name="object 6"/>
          <p:cNvSpPr txBox="1"/>
          <p:nvPr/>
        </p:nvSpPr>
        <p:spPr>
          <a:xfrm>
            <a:off x="912961" y="2866644"/>
            <a:ext cx="2367280" cy="510396"/>
          </a:xfrm>
          <a:prstGeom prst="rect">
            <a:avLst/>
          </a:prstGeom>
        </p:spPr>
        <p:txBody>
          <a:bodyPr vert="horz" wrap="square" lIns="0" tIns="17780" rIns="0" bIns="0" rtlCol="0">
            <a:spAutoFit/>
          </a:bodyPr>
          <a:lstStyle/>
          <a:p>
            <a:pPr marL="16933">
              <a:spcBef>
                <a:spcPts val="140"/>
              </a:spcBef>
            </a:pPr>
            <a:r>
              <a:rPr sz="3200" spc="-7" dirty="0">
                <a:latin typeface="Verdana"/>
                <a:cs typeface="Verdana"/>
              </a:rPr>
              <a:t>Parameters</a:t>
            </a:r>
            <a:endParaRPr sz="3200">
              <a:latin typeface="Verdana"/>
              <a:cs typeface="Verdana"/>
            </a:endParaRPr>
          </a:p>
        </p:txBody>
      </p:sp>
      <p:sp>
        <p:nvSpPr>
          <p:cNvPr id="7" name="object 7"/>
          <p:cNvSpPr txBox="1"/>
          <p:nvPr/>
        </p:nvSpPr>
        <p:spPr>
          <a:xfrm>
            <a:off x="4502404" y="2856147"/>
            <a:ext cx="711200" cy="510396"/>
          </a:xfrm>
          <a:prstGeom prst="rect">
            <a:avLst/>
          </a:prstGeom>
        </p:spPr>
        <p:txBody>
          <a:bodyPr vert="horz" wrap="square" lIns="0" tIns="17780" rIns="0" bIns="0" rtlCol="0">
            <a:spAutoFit/>
          </a:bodyPr>
          <a:lstStyle/>
          <a:p>
            <a:pPr marL="16933">
              <a:spcBef>
                <a:spcPts val="140"/>
              </a:spcBef>
            </a:pPr>
            <a:r>
              <a:rPr sz="3200" spc="140" dirty="0">
                <a:latin typeface="Cambria Math"/>
                <a:cs typeface="Cambria Math"/>
              </a:rPr>
              <a:t>𝑤</a:t>
            </a:r>
            <a:r>
              <a:rPr sz="3200" dirty="0">
                <a:latin typeface="Cambria Math"/>
                <a:cs typeface="Cambria Math"/>
              </a:rPr>
              <a:t>,</a:t>
            </a:r>
            <a:r>
              <a:rPr sz="3200" spc="-267" dirty="0">
                <a:latin typeface="Cambria Math"/>
                <a:cs typeface="Cambria Math"/>
              </a:rPr>
              <a:t> </a:t>
            </a:r>
            <a:r>
              <a:rPr sz="3200" spc="7" dirty="0">
                <a:latin typeface="Cambria Math"/>
                <a:cs typeface="Cambria Math"/>
              </a:rPr>
              <a:t>𝑏</a:t>
            </a:r>
            <a:endParaRPr sz="3200">
              <a:latin typeface="Cambria Math"/>
              <a:cs typeface="Cambria Math"/>
            </a:endParaRPr>
          </a:p>
        </p:txBody>
      </p:sp>
      <p:sp>
        <p:nvSpPr>
          <p:cNvPr id="8" name="object 8"/>
          <p:cNvSpPr txBox="1"/>
          <p:nvPr/>
        </p:nvSpPr>
        <p:spPr>
          <a:xfrm>
            <a:off x="912960" y="4177624"/>
            <a:ext cx="2804160" cy="510396"/>
          </a:xfrm>
          <a:prstGeom prst="rect">
            <a:avLst/>
          </a:prstGeom>
        </p:spPr>
        <p:txBody>
          <a:bodyPr vert="horz" wrap="square" lIns="0" tIns="17780" rIns="0" bIns="0" rtlCol="0">
            <a:spAutoFit/>
          </a:bodyPr>
          <a:lstStyle/>
          <a:p>
            <a:pPr marL="16933">
              <a:spcBef>
                <a:spcPts val="140"/>
              </a:spcBef>
            </a:pPr>
            <a:r>
              <a:rPr sz="3200" spc="-15" dirty="0">
                <a:latin typeface="Verdana"/>
                <a:cs typeface="Verdana"/>
              </a:rPr>
              <a:t>Cost</a:t>
            </a:r>
            <a:r>
              <a:rPr sz="3200" spc="-80" dirty="0">
                <a:latin typeface="Verdana"/>
                <a:cs typeface="Verdana"/>
              </a:rPr>
              <a:t> </a:t>
            </a:r>
            <a:r>
              <a:rPr sz="3200" spc="-15" dirty="0">
                <a:latin typeface="Verdana"/>
                <a:cs typeface="Verdana"/>
              </a:rPr>
              <a:t>Function</a:t>
            </a:r>
            <a:endParaRPr sz="3200">
              <a:latin typeface="Verdana"/>
              <a:cs typeface="Verdana"/>
            </a:endParaRPr>
          </a:p>
        </p:txBody>
      </p:sp>
      <p:grpSp>
        <p:nvGrpSpPr>
          <p:cNvPr id="9" name="object 9"/>
          <p:cNvGrpSpPr/>
          <p:nvPr/>
        </p:nvGrpSpPr>
        <p:grpSpPr>
          <a:xfrm>
            <a:off x="4478190" y="4276515"/>
            <a:ext cx="1198033" cy="376767"/>
            <a:chOff x="3386073" y="2308986"/>
            <a:chExt cx="898525" cy="282575"/>
          </a:xfrm>
        </p:grpSpPr>
        <p:sp>
          <p:nvSpPr>
            <p:cNvPr id="10" name="object 10"/>
            <p:cNvSpPr/>
            <p:nvPr/>
          </p:nvSpPr>
          <p:spPr>
            <a:xfrm>
              <a:off x="3386074" y="2308986"/>
              <a:ext cx="898525" cy="282575"/>
            </a:xfrm>
            <a:custGeom>
              <a:avLst/>
              <a:gdLst/>
              <a:ahLst/>
              <a:cxnLst/>
              <a:rect l="l" t="t" r="r" b="b"/>
              <a:pathLst>
                <a:path w="898525" h="282575">
                  <a:moveTo>
                    <a:pt x="135255" y="21463"/>
                  </a:moveTo>
                  <a:lnTo>
                    <a:pt x="75692" y="21463"/>
                  </a:lnTo>
                  <a:lnTo>
                    <a:pt x="74041" y="28702"/>
                  </a:lnTo>
                  <a:lnTo>
                    <a:pt x="79121" y="29083"/>
                  </a:lnTo>
                  <a:lnTo>
                    <a:pt x="82804" y="30099"/>
                  </a:lnTo>
                  <a:lnTo>
                    <a:pt x="87503" y="33782"/>
                  </a:lnTo>
                  <a:lnTo>
                    <a:pt x="88646" y="37084"/>
                  </a:lnTo>
                  <a:lnTo>
                    <a:pt x="88646" y="47879"/>
                  </a:lnTo>
                  <a:lnTo>
                    <a:pt x="50546" y="222504"/>
                  </a:lnTo>
                  <a:lnTo>
                    <a:pt x="32004" y="263906"/>
                  </a:lnTo>
                  <a:lnTo>
                    <a:pt x="24511" y="267589"/>
                  </a:lnTo>
                  <a:lnTo>
                    <a:pt x="9652" y="267589"/>
                  </a:lnTo>
                  <a:lnTo>
                    <a:pt x="5842" y="267208"/>
                  </a:lnTo>
                  <a:lnTo>
                    <a:pt x="3810" y="266446"/>
                  </a:lnTo>
                  <a:lnTo>
                    <a:pt x="0" y="280670"/>
                  </a:lnTo>
                  <a:lnTo>
                    <a:pt x="3683" y="281686"/>
                  </a:lnTo>
                  <a:lnTo>
                    <a:pt x="8382" y="282194"/>
                  </a:lnTo>
                  <a:lnTo>
                    <a:pt x="14097" y="282194"/>
                  </a:lnTo>
                  <a:lnTo>
                    <a:pt x="50952" y="271830"/>
                  </a:lnTo>
                  <a:lnTo>
                    <a:pt x="72644" y="239052"/>
                  </a:lnTo>
                  <a:lnTo>
                    <a:pt x="113919" y="56261"/>
                  </a:lnTo>
                  <a:lnTo>
                    <a:pt x="116967" y="45212"/>
                  </a:lnTo>
                  <a:lnTo>
                    <a:pt x="133604" y="28702"/>
                  </a:lnTo>
                  <a:lnTo>
                    <a:pt x="135255" y="21463"/>
                  </a:lnTo>
                  <a:close/>
                </a:path>
                <a:path w="898525" h="282575">
                  <a:moveTo>
                    <a:pt x="272034" y="11430"/>
                  </a:moveTo>
                  <a:lnTo>
                    <a:pt x="267970" y="0"/>
                  </a:lnTo>
                  <a:lnTo>
                    <a:pt x="247510" y="7391"/>
                  </a:lnTo>
                  <a:lnTo>
                    <a:pt x="229577" y="18097"/>
                  </a:lnTo>
                  <a:lnTo>
                    <a:pt x="201295" y="49530"/>
                  </a:lnTo>
                  <a:lnTo>
                    <a:pt x="183743" y="91427"/>
                  </a:lnTo>
                  <a:lnTo>
                    <a:pt x="177927" y="141224"/>
                  </a:lnTo>
                  <a:lnTo>
                    <a:pt x="179374" y="167182"/>
                  </a:lnTo>
                  <a:lnTo>
                    <a:pt x="190995" y="213093"/>
                  </a:lnTo>
                  <a:lnTo>
                    <a:pt x="214045" y="250342"/>
                  </a:lnTo>
                  <a:lnTo>
                    <a:pt x="247434" y="274967"/>
                  </a:lnTo>
                  <a:lnTo>
                    <a:pt x="267970" y="282321"/>
                  </a:lnTo>
                  <a:lnTo>
                    <a:pt x="271526" y="270891"/>
                  </a:lnTo>
                  <a:lnTo>
                    <a:pt x="255473" y="263779"/>
                  </a:lnTo>
                  <a:lnTo>
                    <a:pt x="241617" y="253860"/>
                  </a:lnTo>
                  <a:lnTo>
                    <a:pt x="213131" y="207606"/>
                  </a:lnTo>
                  <a:lnTo>
                    <a:pt x="204749" y="164693"/>
                  </a:lnTo>
                  <a:lnTo>
                    <a:pt x="203708" y="139827"/>
                  </a:lnTo>
                  <a:lnTo>
                    <a:pt x="204749" y="115735"/>
                  </a:lnTo>
                  <a:lnTo>
                    <a:pt x="213131" y="73926"/>
                  </a:lnTo>
                  <a:lnTo>
                    <a:pt x="241719" y="28422"/>
                  </a:lnTo>
                  <a:lnTo>
                    <a:pt x="255739" y="18580"/>
                  </a:lnTo>
                  <a:lnTo>
                    <a:pt x="272034" y="11430"/>
                  </a:lnTo>
                  <a:close/>
                </a:path>
                <a:path w="898525" h="282575">
                  <a:moveTo>
                    <a:pt x="898525" y="141224"/>
                  </a:moveTo>
                  <a:lnTo>
                    <a:pt x="892708" y="91427"/>
                  </a:lnTo>
                  <a:lnTo>
                    <a:pt x="875284" y="49530"/>
                  </a:lnTo>
                  <a:lnTo>
                    <a:pt x="846975" y="18097"/>
                  </a:lnTo>
                  <a:lnTo>
                    <a:pt x="808482" y="0"/>
                  </a:lnTo>
                  <a:lnTo>
                    <a:pt x="804545" y="11430"/>
                  </a:lnTo>
                  <a:lnTo>
                    <a:pt x="820851" y="18580"/>
                  </a:lnTo>
                  <a:lnTo>
                    <a:pt x="834898" y="28422"/>
                  </a:lnTo>
                  <a:lnTo>
                    <a:pt x="863434" y="73926"/>
                  </a:lnTo>
                  <a:lnTo>
                    <a:pt x="871816" y="115735"/>
                  </a:lnTo>
                  <a:lnTo>
                    <a:pt x="872871" y="139827"/>
                  </a:lnTo>
                  <a:lnTo>
                    <a:pt x="871816" y="164693"/>
                  </a:lnTo>
                  <a:lnTo>
                    <a:pt x="863434" y="207606"/>
                  </a:lnTo>
                  <a:lnTo>
                    <a:pt x="834936" y="253860"/>
                  </a:lnTo>
                  <a:lnTo>
                    <a:pt x="804926" y="270891"/>
                  </a:lnTo>
                  <a:lnTo>
                    <a:pt x="808482" y="282321"/>
                  </a:lnTo>
                  <a:lnTo>
                    <a:pt x="847039" y="264312"/>
                  </a:lnTo>
                  <a:lnTo>
                    <a:pt x="875411" y="233045"/>
                  </a:lnTo>
                  <a:lnTo>
                    <a:pt x="892721" y="191135"/>
                  </a:lnTo>
                  <a:lnTo>
                    <a:pt x="897064" y="167182"/>
                  </a:lnTo>
                  <a:lnTo>
                    <a:pt x="898525" y="141224"/>
                  </a:lnTo>
                  <a:close/>
                </a:path>
              </a:pathLst>
            </a:custGeom>
            <a:solidFill>
              <a:srgbClr val="000000"/>
            </a:solidFill>
          </p:spPr>
          <p:txBody>
            <a:bodyPr wrap="square" lIns="0" tIns="0" rIns="0" bIns="0" rtlCol="0"/>
            <a:lstStyle/>
            <a:p>
              <a:endParaRPr sz="2400"/>
            </a:p>
          </p:txBody>
        </p:sp>
        <p:pic>
          <p:nvPicPr>
            <p:cNvPr id="11" name="object 11"/>
            <p:cNvPicPr/>
            <p:nvPr/>
          </p:nvPicPr>
          <p:blipFill>
            <a:blip r:embed="rId2" cstate="print"/>
            <a:stretch>
              <a:fillRect/>
            </a:stretch>
          </p:blipFill>
          <p:spPr>
            <a:xfrm>
              <a:off x="3669283" y="2391282"/>
              <a:ext cx="212598" cy="144653"/>
            </a:xfrm>
            <a:prstGeom prst="rect">
              <a:avLst/>
            </a:prstGeom>
          </p:spPr>
        </p:pic>
        <p:sp>
          <p:nvSpPr>
            <p:cNvPr id="12" name="object 12"/>
            <p:cNvSpPr/>
            <p:nvPr/>
          </p:nvSpPr>
          <p:spPr>
            <a:xfrm>
              <a:off x="3902709" y="2499105"/>
              <a:ext cx="45085" cy="75565"/>
            </a:xfrm>
            <a:custGeom>
              <a:avLst/>
              <a:gdLst/>
              <a:ahLst/>
              <a:cxnLst/>
              <a:rect l="l" t="t" r="r" b="b"/>
              <a:pathLst>
                <a:path w="45085" h="75564">
                  <a:moveTo>
                    <a:pt x="42417" y="0"/>
                  </a:moveTo>
                  <a:lnTo>
                    <a:pt x="16382" y="0"/>
                  </a:lnTo>
                  <a:lnTo>
                    <a:pt x="17144" y="7238"/>
                  </a:lnTo>
                  <a:lnTo>
                    <a:pt x="17399" y="14731"/>
                  </a:lnTo>
                  <a:lnTo>
                    <a:pt x="17399" y="29591"/>
                  </a:lnTo>
                  <a:lnTo>
                    <a:pt x="17017" y="35687"/>
                  </a:lnTo>
                  <a:lnTo>
                    <a:pt x="0" y="66420"/>
                  </a:lnTo>
                  <a:lnTo>
                    <a:pt x="8127" y="75564"/>
                  </a:lnTo>
                  <a:lnTo>
                    <a:pt x="38607" y="45338"/>
                  </a:lnTo>
                  <a:lnTo>
                    <a:pt x="44576" y="27431"/>
                  </a:lnTo>
                  <a:lnTo>
                    <a:pt x="44576" y="13716"/>
                  </a:lnTo>
                  <a:lnTo>
                    <a:pt x="43814" y="6857"/>
                  </a:lnTo>
                  <a:lnTo>
                    <a:pt x="42417" y="0"/>
                  </a:lnTo>
                  <a:close/>
                </a:path>
              </a:pathLst>
            </a:custGeom>
            <a:solidFill>
              <a:srgbClr val="000000"/>
            </a:solidFill>
          </p:spPr>
          <p:txBody>
            <a:bodyPr wrap="square" lIns="0" tIns="0" rIns="0" bIns="0" rtlCol="0"/>
            <a:lstStyle/>
            <a:p>
              <a:endParaRPr sz="2400"/>
            </a:p>
          </p:txBody>
        </p:sp>
        <p:pic>
          <p:nvPicPr>
            <p:cNvPr id="13" name="object 13"/>
            <p:cNvPicPr/>
            <p:nvPr/>
          </p:nvPicPr>
          <p:blipFill>
            <a:blip r:embed="rId3" cstate="print"/>
            <a:stretch>
              <a:fillRect/>
            </a:stretch>
          </p:blipFill>
          <p:spPr>
            <a:xfrm>
              <a:off x="4027169" y="2320797"/>
              <a:ext cx="135000" cy="215137"/>
            </a:xfrm>
            <a:prstGeom prst="rect">
              <a:avLst/>
            </a:prstGeom>
          </p:spPr>
        </p:pic>
      </p:grpSp>
      <p:sp>
        <p:nvSpPr>
          <p:cNvPr id="14" name="object 14"/>
          <p:cNvSpPr/>
          <p:nvPr/>
        </p:nvSpPr>
        <p:spPr>
          <a:xfrm>
            <a:off x="5852331" y="4405546"/>
            <a:ext cx="244687" cy="109220"/>
          </a:xfrm>
          <a:custGeom>
            <a:avLst/>
            <a:gdLst/>
            <a:ahLst/>
            <a:cxnLst/>
            <a:rect l="l" t="t" r="r" b="b"/>
            <a:pathLst>
              <a:path w="183514" h="81914">
                <a:moveTo>
                  <a:pt x="183388" y="61722"/>
                </a:moveTo>
                <a:lnTo>
                  <a:pt x="0" y="61722"/>
                </a:lnTo>
                <a:lnTo>
                  <a:pt x="0" y="81534"/>
                </a:lnTo>
                <a:lnTo>
                  <a:pt x="183388" y="81534"/>
                </a:lnTo>
                <a:lnTo>
                  <a:pt x="183388" y="61722"/>
                </a:lnTo>
                <a:close/>
              </a:path>
              <a:path w="183514" h="81914">
                <a:moveTo>
                  <a:pt x="183388" y="0"/>
                </a:moveTo>
                <a:lnTo>
                  <a:pt x="0" y="0"/>
                </a:lnTo>
                <a:lnTo>
                  <a:pt x="0" y="19812"/>
                </a:lnTo>
                <a:lnTo>
                  <a:pt x="183388" y="19812"/>
                </a:lnTo>
                <a:lnTo>
                  <a:pt x="183388" y="0"/>
                </a:lnTo>
                <a:close/>
              </a:path>
            </a:pathLst>
          </a:custGeom>
          <a:solidFill>
            <a:srgbClr val="000000"/>
          </a:solidFill>
        </p:spPr>
        <p:txBody>
          <a:bodyPr wrap="square" lIns="0" tIns="0" rIns="0" bIns="0" rtlCol="0"/>
          <a:lstStyle/>
          <a:p>
            <a:endParaRPr sz="2400"/>
          </a:p>
        </p:txBody>
      </p:sp>
      <p:sp>
        <p:nvSpPr>
          <p:cNvPr id="15" name="object 15"/>
          <p:cNvSpPr/>
          <p:nvPr/>
        </p:nvSpPr>
        <p:spPr>
          <a:xfrm>
            <a:off x="6229097" y="4449064"/>
            <a:ext cx="571500" cy="25401"/>
          </a:xfrm>
          <a:custGeom>
            <a:avLst/>
            <a:gdLst/>
            <a:ahLst/>
            <a:cxnLst/>
            <a:rect l="l" t="t" r="r" b="b"/>
            <a:pathLst>
              <a:path w="428625" h="19050">
                <a:moveTo>
                  <a:pt x="428625" y="0"/>
                </a:moveTo>
                <a:lnTo>
                  <a:pt x="0" y="0"/>
                </a:lnTo>
                <a:lnTo>
                  <a:pt x="0" y="19050"/>
                </a:lnTo>
                <a:lnTo>
                  <a:pt x="428625" y="19050"/>
                </a:lnTo>
                <a:lnTo>
                  <a:pt x="428625" y="0"/>
                </a:lnTo>
                <a:close/>
              </a:path>
            </a:pathLst>
          </a:custGeom>
          <a:solidFill>
            <a:srgbClr val="000000"/>
          </a:solidFill>
        </p:spPr>
        <p:txBody>
          <a:bodyPr wrap="square" lIns="0" tIns="0" rIns="0" bIns="0" rtlCol="0"/>
          <a:lstStyle/>
          <a:p>
            <a:endParaRPr sz="2400"/>
          </a:p>
        </p:txBody>
      </p:sp>
      <p:pic>
        <p:nvPicPr>
          <p:cNvPr id="16" name="object 16"/>
          <p:cNvPicPr/>
          <p:nvPr/>
        </p:nvPicPr>
        <p:blipFill>
          <a:blip r:embed="rId4" cstate="print"/>
          <a:stretch>
            <a:fillRect/>
          </a:stretch>
        </p:blipFill>
        <p:spPr>
          <a:xfrm>
            <a:off x="6429586" y="3997114"/>
            <a:ext cx="157988" cy="274149"/>
          </a:xfrm>
          <a:prstGeom prst="rect">
            <a:avLst/>
          </a:prstGeom>
        </p:spPr>
      </p:pic>
      <p:sp>
        <p:nvSpPr>
          <p:cNvPr id="17" name="object 17"/>
          <p:cNvSpPr/>
          <p:nvPr/>
        </p:nvSpPr>
        <p:spPr>
          <a:xfrm>
            <a:off x="6254666" y="4568616"/>
            <a:ext cx="539327" cy="277705"/>
          </a:xfrm>
          <a:custGeom>
            <a:avLst/>
            <a:gdLst/>
            <a:ahLst/>
            <a:cxnLst/>
            <a:rect l="l" t="t" r="r" b="b"/>
            <a:pathLst>
              <a:path w="404495" h="208280">
                <a:moveTo>
                  <a:pt x="380890" y="78358"/>
                </a:moveTo>
                <a:lnTo>
                  <a:pt x="346710" y="78358"/>
                </a:lnTo>
                <a:lnTo>
                  <a:pt x="350520" y="79756"/>
                </a:lnTo>
                <a:lnTo>
                  <a:pt x="355092" y="85851"/>
                </a:lnTo>
                <a:lnTo>
                  <a:pt x="356235" y="90805"/>
                </a:lnTo>
                <a:lnTo>
                  <a:pt x="356166" y="101092"/>
                </a:lnTo>
                <a:lnTo>
                  <a:pt x="355832" y="104139"/>
                </a:lnTo>
                <a:lnTo>
                  <a:pt x="354330" y="113030"/>
                </a:lnTo>
                <a:lnTo>
                  <a:pt x="352806" y="119887"/>
                </a:lnTo>
                <a:lnTo>
                  <a:pt x="350393" y="129158"/>
                </a:lnTo>
                <a:lnTo>
                  <a:pt x="343789" y="154939"/>
                </a:lnTo>
                <a:lnTo>
                  <a:pt x="339087" y="190881"/>
                </a:lnTo>
                <a:lnTo>
                  <a:pt x="340868" y="196342"/>
                </a:lnTo>
                <a:lnTo>
                  <a:pt x="344678" y="201040"/>
                </a:lnTo>
                <a:lnTo>
                  <a:pt x="348615" y="205612"/>
                </a:lnTo>
                <a:lnTo>
                  <a:pt x="353822" y="207899"/>
                </a:lnTo>
                <a:lnTo>
                  <a:pt x="368300" y="207899"/>
                </a:lnTo>
                <a:lnTo>
                  <a:pt x="394887" y="190881"/>
                </a:lnTo>
                <a:lnTo>
                  <a:pt x="369189" y="190881"/>
                </a:lnTo>
                <a:lnTo>
                  <a:pt x="367157" y="189864"/>
                </a:lnTo>
                <a:lnTo>
                  <a:pt x="364617" y="186308"/>
                </a:lnTo>
                <a:lnTo>
                  <a:pt x="363982" y="183514"/>
                </a:lnTo>
                <a:lnTo>
                  <a:pt x="363982" y="175006"/>
                </a:lnTo>
                <a:lnTo>
                  <a:pt x="365252" y="167386"/>
                </a:lnTo>
                <a:lnTo>
                  <a:pt x="377689" y="117093"/>
                </a:lnTo>
                <a:lnTo>
                  <a:pt x="379477" y="109434"/>
                </a:lnTo>
                <a:lnTo>
                  <a:pt x="381889" y="81406"/>
                </a:lnTo>
                <a:lnTo>
                  <a:pt x="380890" y="78358"/>
                </a:lnTo>
                <a:close/>
              </a:path>
              <a:path w="404495" h="208280">
                <a:moveTo>
                  <a:pt x="219456" y="77850"/>
                </a:moveTo>
                <a:lnTo>
                  <a:pt x="191008" y="77850"/>
                </a:lnTo>
                <a:lnTo>
                  <a:pt x="193040" y="78739"/>
                </a:lnTo>
                <a:lnTo>
                  <a:pt x="195580" y="82295"/>
                </a:lnTo>
                <a:lnTo>
                  <a:pt x="196215" y="85217"/>
                </a:lnTo>
                <a:lnTo>
                  <a:pt x="196215" y="94361"/>
                </a:lnTo>
                <a:lnTo>
                  <a:pt x="195072" y="101726"/>
                </a:lnTo>
                <a:lnTo>
                  <a:pt x="191451" y="117601"/>
                </a:lnTo>
                <a:lnTo>
                  <a:pt x="171196" y="205612"/>
                </a:lnTo>
                <a:lnTo>
                  <a:pt x="196977" y="205612"/>
                </a:lnTo>
                <a:lnTo>
                  <a:pt x="211074" y="141096"/>
                </a:lnTo>
                <a:lnTo>
                  <a:pt x="226187" y="104901"/>
                </a:lnTo>
                <a:lnTo>
                  <a:pt x="229220" y="101092"/>
                </a:lnTo>
                <a:lnTo>
                  <a:pt x="217805" y="101092"/>
                </a:lnTo>
                <a:lnTo>
                  <a:pt x="216027" y="100456"/>
                </a:lnTo>
                <a:lnTo>
                  <a:pt x="218313" y="94361"/>
                </a:lnTo>
                <a:lnTo>
                  <a:pt x="219406" y="88773"/>
                </a:lnTo>
                <a:lnTo>
                  <a:pt x="219456" y="77850"/>
                </a:lnTo>
                <a:close/>
              </a:path>
              <a:path w="404495" h="208280">
                <a:moveTo>
                  <a:pt x="300375" y="78358"/>
                </a:moveTo>
                <a:lnTo>
                  <a:pt x="265303" y="78358"/>
                </a:lnTo>
                <a:lnTo>
                  <a:pt x="269240" y="79756"/>
                </a:lnTo>
                <a:lnTo>
                  <a:pt x="274320" y="85851"/>
                </a:lnTo>
                <a:lnTo>
                  <a:pt x="275558" y="90805"/>
                </a:lnTo>
                <a:lnTo>
                  <a:pt x="275485" y="102266"/>
                </a:lnTo>
                <a:lnTo>
                  <a:pt x="275209" y="105029"/>
                </a:lnTo>
                <a:lnTo>
                  <a:pt x="273685" y="113918"/>
                </a:lnTo>
                <a:lnTo>
                  <a:pt x="272288" y="120776"/>
                </a:lnTo>
                <a:lnTo>
                  <a:pt x="270129" y="129920"/>
                </a:lnTo>
                <a:lnTo>
                  <a:pt x="253111" y="205612"/>
                </a:lnTo>
                <a:lnTo>
                  <a:pt x="278765" y="205612"/>
                </a:lnTo>
                <a:lnTo>
                  <a:pt x="292354" y="140462"/>
                </a:lnTo>
                <a:lnTo>
                  <a:pt x="294386" y="131318"/>
                </a:lnTo>
                <a:lnTo>
                  <a:pt x="296926" y="123443"/>
                </a:lnTo>
                <a:lnTo>
                  <a:pt x="300355" y="117093"/>
                </a:lnTo>
                <a:lnTo>
                  <a:pt x="303657" y="110617"/>
                </a:lnTo>
                <a:lnTo>
                  <a:pt x="308075" y="104012"/>
                </a:lnTo>
                <a:lnTo>
                  <a:pt x="313782" y="96774"/>
                </a:lnTo>
                <a:lnTo>
                  <a:pt x="301371" y="96774"/>
                </a:lnTo>
                <a:lnTo>
                  <a:pt x="301603" y="95376"/>
                </a:lnTo>
                <a:lnTo>
                  <a:pt x="301625" y="82168"/>
                </a:lnTo>
                <a:lnTo>
                  <a:pt x="300375" y="78358"/>
                </a:lnTo>
                <a:close/>
              </a:path>
              <a:path w="404495" h="208280">
                <a:moveTo>
                  <a:pt x="395732" y="173227"/>
                </a:moveTo>
                <a:lnTo>
                  <a:pt x="374904" y="190881"/>
                </a:lnTo>
                <a:lnTo>
                  <a:pt x="394887" y="190881"/>
                </a:lnTo>
                <a:lnTo>
                  <a:pt x="398051" y="187922"/>
                </a:lnTo>
                <a:lnTo>
                  <a:pt x="404241" y="181610"/>
                </a:lnTo>
                <a:lnTo>
                  <a:pt x="395732" y="173227"/>
                </a:lnTo>
                <a:close/>
              </a:path>
              <a:path w="404495" h="208280">
                <a:moveTo>
                  <a:pt x="281940" y="60832"/>
                </a:moveTo>
                <a:lnTo>
                  <a:pt x="272415" y="60832"/>
                </a:lnTo>
                <a:lnTo>
                  <a:pt x="265485" y="61452"/>
                </a:lnTo>
                <a:lnTo>
                  <a:pt x="231441" y="83296"/>
                </a:lnTo>
                <a:lnTo>
                  <a:pt x="217805" y="101092"/>
                </a:lnTo>
                <a:lnTo>
                  <a:pt x="229220" y="101092"/>
                </a:lnTo>
                <a:lnTo>
                  <a:pt x="237109" y="91186"/>
                </a:lnTo>
                <a:lnTo>
                  <a:pt x="242189" y="86106"/>
                </a:lnTo>
                <a:lnTo>
                  <a:pt x="247015" y="82931"/>
                </a:lnTo>
                <a:lnTo>
                  <a:pt x="251841" y="79882"/>
                </a:lnTo>
                <a:lnTo>
                  <a:pt x="256159" y="78358"/>
                </a:lnTo>
                <a:lnTo>
                  <a:pt x="300375" y="78358"/>
                </a:lnTo>
                <a:lnTo>
                  <a:pt x="299085" y="74421"/>
                </a:lnTo>
                <a:lnTo>
                  <a:pt x="294014" y="68833"/>
                </a:lnTo>
                <a:lnTo>
                  <a:pt x="289179" y="63626"/>
                </a:lnTo>
                <a:lnTo>
                  <a:pt x="281940" y="60832"/>
                </a:lnTo>
                <a:close/>
              </a:path>
              <a:path w="404495" h="208280">
                <a:moveTo>
                  <a:pt x="362458" y="60832"/>
                </a:moveTo>
                <a:lnTo>
                  <a:pt x="353314" y="60832"/>
                </a:lnTo>
                <a:lnTo>
                  <a:pt x="346579" y="61400"/>
                </a:lnTo>
                <a:lnTo>
                  <a:pt x="307824" y="88296"/>
                </a:lnTo>
                <a:lnTo>
                  <a:pt x="301371" y="96774"/>
                </a:lnTo>
                <a:lnTo>
                  <a:pt x="313782" y="96774"/>
                </a:lnTo>
                <a:lnTo>
                  <a:pt x="318389" y="90931"/>
                </a:lnTo>
                <a:lnTo>
                  <a:pt x="323469" y="86106"/>
                </a:lnTo>
                <a:lnTo>
                  <a:pt x="328168" y="82931"/>
                </a:lnTo>
                <a:lnTo>
                  <a:pt x="332994" y="79882"/>
                </a:lnTo>
                <a:lnTo>
                  <a:pt x="337439" y="78358"/>
                </a:lnTo>
                <a:lnTo>
                  <a:pt x="380890" y="78358"/>
                </a:lnTo>
                <a:lnTo>
                  <a:pt x="379476" y="74040"/>
                </a:lnTo>
                <a:lnTo>
                  <a:pt x="374523" y="68833"/>
                </a:lnTo>
                <a:lnTo>
                  <a:pt x="369570" y="63500"/>
                </a:lnTo>
                <a:lnTo>
                  <a:pt x="362458" y="60832"/>
                </a:lnTo>
                <a:close/>
              </a:path>
              <a:path w="404495" h="208280">
                <a:moveTo>
                  <a:pt x="205486" y="60706"/>
                </a:moveTo>
                <a:lnTo>
                  <a:pt x="191643" y="60706"/>
                </a:lnTo>
                <a:lnTo>
                  <a:pt x="184658" y="62864"/>
                </a:lnTo>
                <a:lnTo>
                  <a:pt x="155829" y="87121"/>
                </a:lnTo>
                <a:lnTo>
                  <a:pt x="164338" y="95376"/>
                </a:lnTo>
                <a:lnTo>
                  <a:pt x="170307" y="88773"/>
                </a:lnTo>
                <a:lnTo>
                  <a:pt x="175006" y="84200"/>
                </a:lnTo>
                <a:lnTo>
                  <a:pt x="181864" y="79120"/>
                </a:lnTo>
                <a:lnTo>
                  <a:pt x="185039" y="77850"/>
                </a:lnTo>
                <a:lnTo>
                  <a:pt x="219456" y="77850"/>
                </a:lnTo>
                <a:lnTo>
                  <a:pt x="219422" y="76356"/>
                </a:lnTo>
                <a:lnTo>
                  <a:pt x="217551" y="70993"/>
                </a:lnTo>
                <a:lnTo>
                  <a:pt x="213995" y="66929"/>
                </a:lnTo>
                <a:lnTo>
                  <a:pt x="210312" y="62864"/>
                </a:lnTo>
                <a:lnTo>
                  <a:pt x="205486" y="60706"/>
                </a:lnTo>
                <a:close/>
              </a:path>
              <a:path w="404495" h="208280">
                <a:moveTo>
                  <a:pt x="109621" y="13715"/>
                </a:moveTo>
                <a:lnTo>
                  <a:pt x="67437" y="13715"/>
                </a:lnTo>
                <a:lnTo>
                  <a:pt x="73660" y="15367"/>
                </a:lnTo>
                <a:lnTo>
                  <a:pt x="83439" y="21843"/>
                </a:lnTo>
                <a:lnTo>
                  <a:pt x="87122" y="26415"/>
                </a:lnTo>
                <a:lnTo>
                  <a:pt x="89535" y="32131"/>
                </a:lnTo>
                <a:lnTo>
                  <a:pt x="91821" y="37845"/>
                </a:lnTo>
                <a:lnTo>
                  <a:pt x="93091" y="44323"/>
                </a:lnTo>
                <a:lnTo>
                  <a:pt x="92967" y="57404"/>
                </a:lnTo>
                <a:lnTo>
                  <a:pt x="85344" y="80518"/>
                </a:lnTo>
                <a:lnTo>
                  <a:pt x="82677" y="85725"/>
                </a:lnTo>
                <a:lnTo>
                  <a:pt x="56183" y="118935"/>
                </a:lnTo>
                <a:lnTo>
                  <a:pt x="48133" y="127888"/>
                </a:lnTo>
                <a:lnTo>
                  <a:pt x="38703" y="138580"/>
                </a:lnTo>
                <a:lnTo>
                  <a:pt x="12063" y="174625"/>
                </a:lnTo>
                <a:lnTo>
                  <a:pt x="0" y="198374"/>
                </a:lnTo>
                <a:lnTo>
                  <a:pt x="0" y="205612"/>
                </a:lnTo>
                <a:lnTo>
                  <a:pt x="122555" y="205612"/>
                </a:lnTo>
                <a:lnTo>
                  <a:pt x="123947" y="181737"/>
                </a:lnTo>
                <a:lnTo>
                  <a:pt x="29210" y="181737"/>
                </a:lnTo>
                <a:lnTo>
                  <a:pt x="36806" y="170116"/>
                </a:lnTo>
                <a:lnTo>
                  <a:pt x="46259" y="157543"/>
                </a:lnTo>
                <a:lnTo>
                  <a:pt x="57570" y="144018"/>
                </a:lnTo>
                <a:lnTo>
                  <a:pt x="70739" y="129539"/>
                </a:lnTo>
                <a:lnTo>
                  <a:pt x="85026" y="114204"/>
                </a:lnTo>
                <a:lnTo>
                  <a:pt x="90312" y="108465"/>
                </a:lnTo>
                <a:lnTo>
                  <a:pt x="115951" y="74930"/>
                </a:lnTo>
                <a:lnTo>
                  <a:pt x="120777" y="61849"/>
                </a:lnTo>
                <a:lnTo>
                  <a:pt x="121920" y="57404"/>
                </a:lnTo>
                <a:lnTo>
                  <a:pt x="122428" y="52577"/>
                </a:lnTo>
                <a:lnTo>
                  <a:pt x="122428" y="47370"/>
                </a:lnTo>
                <a:lnTo>
                  <a:pt x="121544" y="36516"/>
                </a:lnTo>
                <a:lnTo>
                  <a:pt x="118887" y="27019"/>
                </a:lnTo>
                <a:lnTo>
                  <a:pt x="114444" y="18903"/>
                </a:lnTo>
                <a:lnTo>
                  <a:pt x="109621" y="13715"/>
                </a:lnTo>
                <a:close/>
              </a:path>
              <a:path w="404495" h="208280">
                <a:moveTo>
                  <a:pt x="125095" y="162051"/>
                </a:moveTo>
                <a:lnTo>
                  <a:pt x="112395" y="162051"/>
                </a:lnTo>
                <a:lnTo>
                  <a:pt x="110871" y="166750"/>
                </a:lnTo>
                <a:lnTo>
                  <a:pt x="109474" y="170180"/>
                </a:lnTo>
                <a:lnTo>
                  <a:pt x="90170" y="181737"/>
                </a:lnTo>
                <a:lnTo>
                  <a:pt x="123947" y="181737"/>
                </a:lnTo>
                <a:lnTo>
                  <a:pt x="125095" y="162051"/>
                </a:lnTo>
                <a:close/>
              </a:path>
              <a:path w="404495" h="208280">
                <a:moveTo>
                  <a:pt x="66421" y="0"/>
                </a:moveTo>
                <a:lnTo>
                  <a:pt x="21971" y="8778"/>
                </a:lnTo>
                <a:lnTo>
                  <a:pt x="4572" y="16129"/>
                </a:lnTo>
                <a:lnTo>
                  <a:pt x="4572" y="44704"/>
                </a:lnTo>
                <a:lnTo>
                  <a:pt x="22479" y="44704"/>
                </a:lnTo>
                <a:lnTo>
                  <a:pt x="28477" y="31128"/>
                </a:lnTo>
                <a:lnTo>
                  <a:pt x="36750" y="21447"/>
                </a:lnTo>
                <a:lnTo>
                  <a:pt x="47285" y="15646"/>
                </a:lnTo>
                <a:lnTo>
                  <a:pt x="60071" y="13715"/>
                </a:lnTo>
                <a:lnTo>
                  <a:pt x="109621" y="13715"/>
                </a:lnTo>
                <a:lnTo>
                  <a:pt x="108204" y="12192"/>
                </a:lnTo>
                <a:lnTo>
                  <a:pt x="100300" y="6858"/>
                </a:lnTo>
                <a:lnTo>
                  <a:pt x="90693" y="3048"/>
                </a:lnTo>
                <a:lnTo>
                  <a:pt x="79396" y="762"/>
                </a:lnTo>
                <a:lnTo>
                  <a:pt x="66421" y="0"/>
                </a:lnTo>
                <a:close/>
              </a:path>
            </a:pathLst>
          </a:custGeom>
          <a:solidFill>
            <a:srgbClr val="000000"/>
          </a:solidFill>
        </p:spPr>
        <p:txBody>
          <a:bodyPr wrap="square" lIns="0" tIns="0" rIns="0" bIns="0" rtlCol="0"/>
          <a:lstStyle/>
          <a:p>
            <a:endParaRPr sz="2400"/>
          </a:p>
        </p:txBody>
      </p:sp>
      <p:grpSp>
        <p:nvGrpSpPr>
          <p:cNvPr id="18" name="object 18"/>
          <p:cNvGrpSpPr/>
          <p:nvPr/>
        </p:nvGrpSpPr>
        <p:grpSpPr>
          <a:xfrm>
            <a:off x="6882046" y="4084660"/>
            <a:ext cx="498687" cy="1015153"/>
            <a:chOff x="5188965" y="2165095"/>
            <a:chExt cx="374015" cy="761365"/>
          </a:xfrm>
        </p:grpSpPr>
        <p:sp>
          <p:nvSpPr>
            <p:cNvPr id="19" name="object 19"/>
            <p:cNvSpPr/>
            <p:nvPr/>
          </p:nvSpPr>
          <p:spPr>
            <a:xfrm>
              <a:off x="5188966" y="2165095"/>
              <a:ext cx="374015" cy="761365"/>
            </a:xfrm>
            <a:custGeom>
              <a:avLst/>
              <a:gdLst/>
              <a:ahLst/>
              <a:cxnLst/>
              <a:rect l="l" t="t" r="r" b="b"/>
              <a:pathLst>
                <a:path w="374014" h="761364">
                  <a:moveTo>
                    <a:pt x="72136" y="607822"/>
                  </a:moveTo>
                  <a:lnTo>
                    <a:pt x="50800" y="607822"/>
                  </a:lnTo>
                  <a:lnTo>
                    <a:pt x="45720" y="630809"/>
                  </a:lnTo>
                  <a:lnTo>
                    <a:pt x="66929" y="630809"/>
                  </a:lnTo>
                  <a:lnTo>
                    <a:pt x="72136" y="607822"/>
                  </a:lnTo>
                  <a:close/>
                </a:path>
                <a:path w="374014" h="761364">
                  <a:moveTo>
                    <a:pt x="76200" y="740410"/>
                  </a:moveTo>
                  <a:lnTo>
                    <a:pt x="68961" y="733298"/>
                  </a:lnTo>
                  <a:lnTo>
                    <a:pt x="66802" y="735711"/>
                  </a:lnTo>
                  <a:lnTo>
                    <a:pt x="64897" y="737743"/>
                  </a:lnTo>
                  <a:lnTo>
                    <a:pt x="59817" y="742442"/>
                  </a:lnTo>
                  <a:lnTo>
                    <a:pt x="58293" y="743458"/>
                  </a:lnTo>
                  <a:lnTo>
                    <a:pt x="56896" y="744601"/>
                  </a:lnTo>
                  <a:lnTo>
                    <a:pt x="55499" y="745363"/>
                  </a:lnTo>
                  <a:lnTo>
                    <a:pt x="52959" y="746379"/>
                  </a:lnTo>
                  <a:lnTo>
                    <a:pt x="51562" y="746633"/>
                  </a:lnTo>
                  <a:lnTo>
                    <a:pt x="48133" y="746633"/>
                  </a:lnTo>
                  <a:lnTo>
                    <a:pt x="46482" y="745998"/>
                  </a:lnTo>
                  <a:lnTo>
                    <a:pt x="45339" y="744855"/>
                  </a:lnTo>
                  <a:lnTo>
                    <a:pt x="44196" y="743585"/>
                  </a:lnTo>
                  <a:lnTo>
                    <a:pt x="43688" y="741680"/>
                  </a:lnTo>
                  <a:lnTo>
                    <a:pt x="43688" y="736854"/>
                  </a:lnTo>
                  <a:lnTo>
                    <a:pt x="43942" y="734695"/>
                  </a:lnTo>
                  <a:lnTo>
                    <a:pt x="44704" y="729615"/>
                  </a:lnTo>
                  <a:lnTo>
                    <a:pt x="45339" y="726313"/>
                  </a:lnTo>
                  <a:lnTo>
                    <a:pt x="46355" y="722122"/>
                  </a:lnTo>
                  <a:lnTo>
                    <a:pt x="62230" y="650875"/>
                  </a:lnTo>
                  <a:lnTo>
                    <a:pt x="57023" y="650875"/>
                  </a:lnTo>
                  <a:lnTo>
                    <a:pt x="25908" y="652018"/>
                  </a:lnTo>
                  <a:lnTo>
                    <a:pt x="24638" y="659384"/>
                  </a:lnTo>
                  <a:lnTo>
                    <a:pt x="29337" y="659511"/>
                  </a:lnTo>
                  <a:lnTo>
                    <a:pt x="32512" y="660146"/>
                  </a:lnTo>
                  <a:lnTo>
                    <a:pt x="34290" y="661416"/>
                  </a:lnTo>
                  <a:lnTo>
                    <a:pt x="36195" y="662686"/>
                  </a:lnTo>
                  <a:lnTo>
                    <a:pt x="37084" y="664718"/>
                  </a:lnTo>
                  <a:lnTo>
                    <a:pt x="37211" y="670052"/>
                  </a:lnTo>
                  <a:lnTo>
                    <a:pt x="37084" y="670687"/>
                  </a:lnTo>
                  <a:lnTo>
                    <a:pt x="36703" y="673989"/>
                  </a:lnTo>
                  <a:lnTo>
                    <a:pt x="36068" y="677799"/>
                  </a:lnTo>
                  <a:lnTo>
                    <a:pt x="35306" y="681863"/>
                  </a:lnTo>
                  <a:lnTo>
                    <a:pt x="34417" y="685927"/>
                  </a:lnTo>
                  <a:lnTo>
                    <a:pt x="33528" y="690245"/>
                  </a:lnTo>
                  <a:lnTo>
                    <a:pt x="32512" y="694563"/>
                  </a:lnTo>
                  <a:lnTo>
                    <a:pt x="30480" y="703453"/>
                  </a:lnTo>
                  <a:lnTo>
                    <a:pt x="29337" y="708025"/>
                  </a:lnTo>
                  <a:lnTo>
                    <a:pt x="28321" y="712470"/>
                  </a:lnTo>
                  <a:lnTo>
                    <a:pt x="27305" y="716788"/>
                  </a:lnTo>
                  <a:lnTo>
                    <a:pt x="26416" y="720852"/>
                  </a:lnTo>
                  <a:lnTo>
                    <a:pt x="24765" y="728726"/>
                  </a:lnTo>
                  <a:lnTo>
                    <a:pt x="24257" y="732282"/>
                  </a:lnTo>
                  <a:lnTo>
                    <a:pt x="23622" y="735711"/>
                  </a:lnTo>
                  <a:lnTo>
                    <a:pt x="23520" y="736854"/>
                  </a:lnTo>
                  <a:lnTo>
                    <a:pt x="23456" y="744601"/>
                  </a:lnTo>
                  <a:lnTo>
                    <a:pt x="23749" y="746633"/>
                  </a:lnTo>
                  <a:lnTo>
                    <a:pt x="25527" y="751459"/>
                  </a:lnTo>
                  <a:lnTo>
                    <a:pt x="26670" y="753618"/>
                  </a:lnTo>
                  <a:lnTo>
                    <a:pt x="28321" y="755269"/>
                  </a:lnTo>
                  <a:lnTo>
                    <a:pt x="29845" y="757047"/>
                  </a:lnTo>
                  <a:lnTo>
                    <a:pt x="31750" y="758444"/>
                  </a:lnTo>
                  <a:lnTo>
                    <a:pt x="36068" y="760476"/>
                  </a:lnTo>
                  <a:lnTo>
                    <a:pt x="38481" y="760984"/>
                  </a:lnTo>
                  <a:lnTo>
                    <a:pt x="44196" y="760984"/>
                  </a:lnTo>
                  <a:lnTo>
                    <a:pt x="46863" y="760603"/>
                  </a:lnTo>
                  <a:lnTo>
                    <a:pt x="49530" y="759841"/>
                  </a:lnTo>
                  <a:lnTo>
                    <a:pt x="52070" y="759206"/>
                  </a:lnTo>
                  <a:lnTo>
                    <a:pt x="54737" y="757936"/>
                  </a:lnTo>
                  <a:lnTo>
                    <a:pt x="57531" y="756285"/>
                  </a:lnTo>
                  <a:lnTo>
                    <a:pt x="60198" y="754761"/>
                  </a:lnTo>
                  <a:lnTo>
                    <a:pt x="63119" y="752602"/>
                  </a:lnTo>
                  <a:lnTo>
                    <a:pt x="69088" y="747395"/>
                  </a:lnTo>
                  <a:lnTo>
                    <a:pt x="69900" y="746633"/>
                  </a:lnTo>
                  <a:lnTo>
                    <a:pt x="72517" y="744220"/>
                  </a:lnTo>
                  <a:lnTo>
                    <a:pt x="76200" y="740410"/>
                  </a:lnTo>
                  <a:close/>
                </a:path>
                <a:path w="374014" h="761364">
                  <a:moveTo>
                    <a:pt x="232664" y="711581"/>
                  </a:moveTo>
                  <a:lnTo>
                    <a:pt x="109474" y="711581"/>
                  </a:lnTo>
                  <a:lnTo>
                    <a:pt x="109474" y="727837"/>
                  </a:lnTo>
                  <a:lnTo>
                    <a:pt x="232664" y="727837"/>
                  </a:lnTo>
                  <a:lnTo>
                    <a:pt x="232664" y="711581"/>
                  </a:lnTo>
                  <a:close/>
                </a:path>
                <a:path w="374014" h="761364">
                  <a:moveTo>
                    <a:pt x="232664" y="664972"/>
                  </a:moveTo>
                  <a:lnTo>
                    <a:pt x="109474" y="664972"/>
                  </a:lnTo>
                  <a:lnTo>
                    <a:pt x="109474" y="681355"/>
                  </a:lnTo>
                  <a:lnTo>
                    <a:pt x="232664" y="681355"/>
                  </a:lnTo>
                  <a:lnTo>
                    <a:pt x="232664" y="664972"/>
                  </a:lnTo>
                  <a:close/>
                </a:path>
                <a:path w="374014" h="761364">
                  <a:moveTo>
                    <a:pt x="373507" y="472821"/>
                  </a:moveTo>
                  <a:lnTo>
                    <a:pt x="351536" y="472821"/>
                  </a:lnTo>
                  <a:lnTo>
                    <a:pt x="348056" y="491909"/>
                  </a:lnTo>
                  <a:lnTo>
                    <a:pt x="344297" y="507225"/>
                  </a:lnTo>
                  <a:lnTo>
                    <a:pt x="317690" y="537997"/>
                  </a:lnTo>
                  <a:lnTo>
                    <a:pt x="309626" y="538734"/>
                  </a:lnTo>
                  <a:lnTo>
                    <a:pt x="51435" y="538734"/>
                  </a:lnTo>
                  <a:lnTo>
                    <a:pt x="243205" y="278638"/>
                  </a:lnTo>
                  <a:lnTo>
                    <a:pt x="243205" y="260604"/>
                  </a:lnTo>
                  <a:lnTo>
                    <a:pt x="65532" y="19431"/>
                  </a:lnTo>
                  <a:lnTo>
                    <a:pt x="300482" y="19431"/>
                  </a:lnTo>
                  <a:lnTo>
                    <a:pt x="336765" y="48031"/>
                  </a:lnTo>
                  <a:lnTo>
                    <a:pt x="345821" y="88138"/>
                  </a:lnTo>
                  <a:lnTo>
                    <a:pt x="365506" y="88138"/>
                  </a:lnTo>
                  <a:lnTo>
                    <a:pt x="365506" y="0"/>
                  </a:lnTo>
                  <a:lnTo>
                    <a:pt x="6096" y="0"/>
                  </a:lnTo>
                  <a:lnTo>
                    <a:pt x="6096" y="14097"/>
                  </a:lnTo>
                  <a:lnTo>
                    <a:pt x="208407" y="284607"/>
                  </a:lnTo>
                  <a:lnTo>
                    <a:pt x="0" y="567182"/>
                  </a:lnTo>
                  <a:lnTo>
                    <a:pt x="0" y="581914"/>
                  </a:lnTo>
                  <a:lnTo>
                    <a:pt x="365887" y="581914"/>
                  </a:lnTo>
                  <a:lnTo>
                    <a:pt x="373507" y="472821"/>
                  </a:lnTo>
                  <a:close/>
                </a:path>
              </a:pathLst>
            </a:custGeom>
            <a:solidFill>
              <a:srgbClr val="000000"/>
            </a:solidFill>
          </p:spPr>
          <p:txBody>
            <a:bodyPr wrap="square" lIns="0" tIns="0" rIns="0" bIns="0" rtlCol="0"/>
            <a:lstStyle/>
            <a:p>
              <a:endParaRPr sz="2400"/>
            </a:p>
          </p:txBody>
        </p:sp>
        <p:pic>
          <p:nvPicPr>
            <p:cNvPr id="20" name="object 20"/>
            <p:cNvPicPr/>
            <p:nvPr/>
          </p:nvPicPr>
          <p:blipFill>
            <a:blip r:embed="rId5" cstate="print"/>
            <a:stretch>
              <a:fillRect/>
            </a:stretch>
          </p:blipFill>
          <p:spPr>
            <a:xfrm>
              <a:off x="5461761" y="2786379"/>
              <a:ext cx="90804" cy="137794"/>
            </a:xfrm>
            <a:prstGeom prst="rect">
              <a:avLst/>
            </a:prstGeom>
          </p:spPr>
        </p:pic>
      </p:grpSp>
      <p:pic>
        <p:nvPicPr>
          <p:cNvPr id="21" name="object 21"/>
          <p:cNvPicPr/>
          <p:nvPr/>
        </p:nvPicPr>
        <p:blipFill>
          <a:blip r:embed="rId6" cstate="print"/>
          <a:stretch>
            <a:fillRect/>
          </a:stretch>
        </p:blipFill>
        <p:spPr>
          <a:xfrm>
            <a:off x="7009721" y="3820838"/>
            <a:ext cx="262128" cy="148167"/>
          </a:xfrm>
          <a:prstGeom prst="rect">
            <a:avLst/>
          </a:prstGeom>
        </p:spPr>
      </p:pic>
      <p:grpSp>
        <p:nvGrpSpPr>
          <p:cNvPr id="22" name="object 22"/>
          <p:cNvGrpSpPr/>
          <p:nvPr/>
        </p:nvGrpSpPr>
        <p:grpSpPr>
          <a:xfrm>
            <a:off x="7445927" y="4289214"/>
            <a:ext cx="768773" cy="415713"/>
            <a:chOff x="5611876" y="2318511"/>
            <a:chExt cx="576580" cy="311785"/>
          </a:xfrm>
        </p:grpSpPr>
        <p:sp>
          <p:nvSpPr>
            <p:cNvPr id="23" name="object 23"/>
            <p:cNvSpPr/>
            <p:nvPr/>
          </p:nvSpPr>
          <p:spPr>
            <a:xfrm>
              <a:off x="5611876" y="2318511"/>
              <a:ext cx="272415" cy="282575"/>
            </a:xfrm>
            <a:custGeom>
              <a:avLst/>
              <a:gdLst/>
              <a:ahLst/>
              <a:cxnLst/>
              <a:rect l="l" t="t" r="r" b="b"/>
              <a:pathLst>
                <a:path w="272414" h="282575">
                  <a:moveTo>
                    <a:pt x="94107" y="11430"/>
                  </a:moveTo>
                  <a:lnTo>
                    <a:pt x="90043" y="0"/>
                  </a:lnTo>
                  <a:lnTo>
                    <a:pt x="69583" y="7391"/>
                  </a:lnTo>
                  <a:lnTo>
                    <a:pt x="51650" y="18097"/>
                  </a:lnTo>
                  <a:lnTo>
                    <a:pt x="23368" y="49530"/>
                  </a:lnTo>
                  <a:lnTo>
                    <a:pt x="5816" y="91427"/>
                  </a:lnTo>
                  <a:lnTo>
                    <a:pt x="0" y="141224"/>
                  </a:lnTo>
                  <a:lnTo>
                    <a:pt x="1447" y="167182"/>
                  </a:lnTo>
                  <a:lnTo>
                    <a:pt x="13068" y="213093"/>
                  </a:lnTo>
                  <a:lnTo>
                    <a:pt x="36118" y="250342"/>
                  </a:lnTo>
                  <a:lnTo>
                    <a:pt x="69507" y="274967"/>
                  </a:lnTo>
                  <a:lnTo>
                    <a:pt x="90043" y="282321"/>
                  </a:lnTo>
                  <a:lnTo>
                    <a:pt x="93599" y="270891"/>
                  </a:lnTo>
                  <a:lnTo>
                    <a:pt x="77546" y="263779"/>
                  </a:lnTo>
                  <a:lnTo>
                    <a:pt x="63690" y="253860"/>
                  </a:lnTo>
                  <a:lnTo>
                    <a:pt x="35204" y="207606"/>
                  </a:lnTo>
                  <a:lnTo>
                    <a:pt x="26822" y="164693"/>
                  </a:lnTo>
                  <a:lnTo>
                    <a:pt x="25781" y="139827"/>
                  </a:lnTo>
                  <a:lnTo>
                    <a:pt x="26822" y="115735"/>
                  </a:lnTo>
                  <a:lnTo>
                    <a:pt x="35204" y="73926"/>
                  </a:lnTo>
                  <a:lnTo>
                    <a:pt x="63792" y="28422"/>
                  </a:lnTo>
                  <a:lnTo>
                    <a:pt x="77812" y="18580"/>
                  </a:lnTo>
                  <a:lnTo>
                    <a:pt x="94107" y="11430"/>
                  </a:lnTo>
                  <a:close/>
                </a:path>
                <a:path w="272414" h="282575">
                  <a:moveTo>
                    <a:pt x="271907" y="3683"/>
                  </a:moveTo>
                  <a:lnTo>
                    <a:pt x="264922" y="2159"/>
                  </a:lnTo>
                  <a:lnTo>
                    <a:pt x="256540" y="1397"/>
                  </a:lnTo>
                  <a:lnTo>
                    <a:pt x="246761" y="1397"/>
                  </a:lnTo>
                  <a:lnTo>
                    <a:pt x="204851" y="14859"/>
                  </a:lnTo>
                  <a:lnTo>
                    <a:pt x="180594" y="55118"/>
                  </a:lnTo>
                  <a:lnTo>
                    <a:pt x="178816" y="61087"/>
                  </a:lnTo>
                  <a:lnTo>
                    <a:pt x="177292" y="65151"/>
                  </a:lnTo>
                  <a:lnTo>
                    <a:pt x="150749" y="77597"/>
                  </a:lnTo>
                  <a:lnTo>
                    <a:pt x="148590" y="87884"/>
                  </a:lnTo>
                  <a:lnTo>
                    <a:pt x="173736" y="87884"/>
                  </a:lnTo>
                  <a:lnTo>
                    <a:pt x="139446" y="239395"/>
                  </a:lnTo>
                  <a:lnTo>
                    <a:pt x="118364" y="268224"/>
                  </a:lnTo>
                  <a:lnTo>
                    <a:pt x="107823" y="268097"/>
                  </a:lnTo>
                  <a:lnTo>
                    <a:pt x="106934" y="267716"/>
                  </a:lnTo>
                  <a:lnTo>
                    <a:pt x="104394" y="280924"/>
                  </a:lnTo>
                  <a:lnTo>
                    <a:pt x="109982" y="281559"/>
                  </a:lnTo>
                  <a:lnTo>
                    <a:pt x="114173" y="281559"/>
                  </a:lnTo>
                  <a:lnTo>
                    <a:pt x="149733" y="265811"/>
                  </a:lnTo>
                  <a:lnTo>
                    <a:pt x="170688" y="217551"/>
                  </a:lnTo>
                  <a:lnTo>
                    <a:pt x="198374" y="87884"/>
                  </a:lnTo>
                  <a:lnTo>
                    <a:pt x="236855" y="87884"/>
                  </a:lnTo>
                  <a:lnTo>
                    <a:pt x="240030" y="72771"/>
                  </a:lnTo>
                  <a:lnTo>
                    <a:pt x="201803" y="72771"/>
                  </a:lnTo>
                  <a:lnTo>
                    <a:pt x="207391" y="49110"/>
                  </a:lnTo>
                  <a:lnTo>
                    <a:pt x="227203" y="14732"/>
                  </a:lnTo>
                  <a:lnTo>
                    <a:pt x="232029" y="13081"/>
                  </a:lnTo>
                  <a:lnTo>
                    <a:pt x="242062" y="13081"/>
                  </a:lnTo>
                  <a:lnTo>
                    <a:pt x="245364" y="14351"/>
                  </a:lnTo>
                  <a:lnTo>
                    <a:pt x="249809" y="19304"/>
                  </a:lnTo>
                  <a:lnTo>
                    <a:pt x="251587" y="23368"/>
                  </a:lnTo>
                  <a:lnTo>
                    <a:pt x="252984" y="29083"/>
                  </a:lnTo>
                  <a:lnTo>
                    <a:pt x="266065" y="29083"/>
                  </a:lnTo>
                  <a:lnTo>
                    <a:pt x="271907" y="3683"/>
                  </a:lnTo>
                  <a:close/>
                </a:path>
              </a:pathLst>
            </a:custGeom>
            <a:solidFill>
              <a:srgbClr val="000000"/>
            </a:solidFill>
          </p:spPr>
          <p:txBody>
            <a:bodyPr wrap="square" lIns="0" tIns="0" rIns="0" bIns="0" rtlCol="0"/>
            <a:lstStyle/>
            <a:p>
              <a:endParaRPr sz="2400"/>
            </a:p>
          </p:txBody>
        </p:sp>
        <p:pic>
          <p:nvPicPr>
            <p:cNvPr id="24" name="object 24"/>
            <p:cNvPicPr/>
            <p:nvPr/>
          </p:nvPicPr>
          <p:blipFill>
            <a:blip r:embed="rId7" cstate="print"/>
            <a:stretch>
              <a:fillRect/>
            </a:stretch>
          </p:blipFill>
          <p:spPr>
            <a:xfrm>
              <a:off x="5848731" y="2493263"/>
              <a:ext cx="209042" cy="136525"/>
            </a:xfrm>
            <a:prstGeom prst="rect">
              <a:avLst/>
            </a:prstGeom>
          </p:spPr>
        </p:pic>
        <p:pic>
          <p:nvPicPr>
            <p:cNvPr id="25" name="object 25"/>
            <p:cNvPicPr/>
            <p:nvPr/>
          </p:nvPicPr>
          <p:blipFill>
            <a:blip r:embed="rId8" cstate="print"/>
            <a:stretch>
              <a:fillRect/>
            </a:stretch>
          </p:blipFill>
          <p:spPr>
            <a:xfrm>
              <a:off x="6083300" y="2454274"/>
              <a:ext cx="105028" cy="147955"/>
            </a:xfrm>
            <a:prstGeom prst="rect">
              <a:avLst/>
            </a:prstGeom>
          </p:spPr>
        </p:pic>
      </p:grpSp>
      <p:grpSp>
        <p:nvGrpSpPr>
          <p:cNvPr id="26" name="object 26"/>
          <p:cNvGrpSpPr/>
          <p:nvPr/>
        </p:nvGrpSpPr>
        <p:grpSpPr>
          <a:xfrm>
            <a:off x="8296835" y="4204716"/>
            <a:ext cx="911860" cy="501227"/>
            <a:chOff x="6250056" y="2255139"/>
            <a:chExt cx="683895" cy="375920"/>
          </a:xfrm>
        </p:grpSpPr>
        <p:sp>
          <p:nvSpPr>
            <p:cNvPr id="27" name="object 27"/>
            <p:cNvSpPr/>
            <p:nvPr/>
          </p:nvSpPr>
          <p:spPr>
            <a:xfrm>
              <a:off x="6250056" y="2262378"/>
              <a:ext cx="683895" cy="368300"/>
            </a:xfrm>
            <a:custGeom>
              <a:avLst/>
              <a:gdLst/>
              <a:ahLst/>
              <a:cxnLst/>
              <a:rect l="l" t="t" r="r" b="b"/>
              <a:pathLst>
                <a:path w="683895" h="368300">
                  <a:moveTo>
                    <a:pt x="586734" y="0"/>
                  </a:moveTo>
                  <a:lnTo>
                    <a:pt x="582924" y="12192"/>
                  </a:lnTo>
                  <a:lnTo>
                    <a:pt x="599850" y="21028"/>
                  </a:lnTo>
                  <a:lnTo>
                    <a:pt x="614610" y="33829"/>
                  </a:lnTo>
                  <a:lnTo>
                    <a:pt x="637534" y="71374"/>
                  </a:lnTo>
                  <a:lnTo>
                    <a:pt x="651424" y="122348"/>
                  </a:lnTo>
                  <a:lnTo>
                    <a:pt x="656076" y="184277"/>
                  </a:lnTo>
                  <a:lnTo>
                    <a:pt x="654911" y="216542"/>
                  </a:lnTo>
                  <a:lnTo>
                    <a:pt x="645628" y="272930"/>
                  </a:lnTo>
                  <a:lnTo>
                    <a:pt x="627179" y="317799"/>
                  </a:lnTo>
                  <a:lnTo>
                    <a:pt x="599850" y="347291"/>
                  </a:lnTo>
                  <a:lnTo>
                    <a:pt x="582924" y="356108"/>
                  </a:lnTo>
                  <a:lnTo>
                    <a:pt x="586734" y="368300"/>
                  </a:lnTo>
                  <a:lnTo>
                    <a:pt x="627770" y="346392"/>
                  </a:lnTo>
                  <a:lnTo>
                    <a:pt x="658235" y="305054"/>
                  </a:lnTo>
                  <a:lnTo>
                    <a:pt x="677094" y="249269"/>
                  </a:lnTo>
                  <a:lnTo>
                    <a:pt x="683381" y="184150"/>
                  </a:lnTo>
                  <a:lnTo>
                    <a:pt x="681809" y="150435"/>
                  </a:lnTo>
                  <a:lnTo>
                    <a:pt x="669236" y="89959"/>
                  </a:lnTo>
                  <a:lnTo>
                    <a:pt x="644330" y="40147"/>
                  </a:lnTo>
                  <a:lnTo>
                    <a:pt x="608568" y="8524"/>
                  </a:lnTo>
                  <a:lnTo>
                    <a:pt x="586734" y="0"/>
                  </a:lnTo>
                  <a:close/>
                </a:path>
                <a:path w="683895" h="368300">
                  <a:moveTo>
                    <a:pt x="96768" y="0"/>
                  </a:moveTo>
                  <a:lnTo>
                    <a:pt x="55620" y="21907"/>
                  </a:lnTo>
                  <a:lnTo>
                    <a:pt x="25140" y="63246"/>
                  </a:lnTo>
                  <a:lnTo>
                    <a:pt x="6280" y="119030"/>
                  </a:lnTo>
                  <a:lnTo>
                    <a:pt x="0" y="184277"/>
                  </a:lnTo>
                  <a:lnTo>
                    <a:pt x="1565" y="217864"/>
                  </a:lnTo>
                  <a:lnTo>
                    <a:pt x="14138" y="278340"/>
                  </a:lnTo>
                  <a:lnTo>
                    <a:pt x="39046" y="328152"/>
                  </a:lnTo>
                  <a:lnTo>
                    <a:pt x="74860" y="359775"/>
                  </a:lnTo>
                  <a:lnTo>
                    <a:pt x="96768" y="368300"/>
                  </a:lnTo>
                  <a:lnTo>
                    <a:pt x="100451" y="356108"/>
                  </a:lnTo>
                  <a:lnTo>
                    <a:pt x="83544" y="347291"/>
                  </a:lnTo>
                  <a:lnTo>
                    <a:pt x="68828" y="334533"/>
                  </a:lnTo>
                  <a:lnTo>
                    <a:pt x="45968" y="297053"/>
                  </a:lnTo>
                  <a:lnTo>
                    <a:pt x="32029" y="246094"/>
                  </a:lnTo>
                  <a:lnTo>
                    <a:pt x="27430" y="184150"/>
                  </a:lnTo>
                  <a:lnTo>
                    <a:pt x="28573" y="151937"/>
                  </a:lnTo>
                  <a:lnTo>
                    <a:pt x="37820" y="95498"/>
                  </a:lnTo>
                  <a:lnTo>
                    <a:pt x="56302" y="50607"/>
                  </a:lnTo>
                  <a:lnTo>
                    <a:pt x="83544" y="21028"/>
                  </a:lnTo>
                  <a:lnTo>
                    <a:pt x="100451" y="12192"/>
                  </a:lnTo>
                  <a:lnTo>
                    <a:pt x="96768" y="0"/>
                  </a:lnTo>
                  <a:close/>
                </a:path>
              </a:pathLst>
            </a:custGeom>
            <a:solidFill>
              <a:srgbClr val="000000"/>
            </a:solidFill>
          </p:spPr>
          <p:txBody>
            <a:bodyPr wrap="square" lIns="0" tIns="0" rIns="0" bIns="0" rtlCol="0"/>
            <a:lstStyle/>
            <a:p>
              <a:endParaRPr sz="2400"/>
            </a:p>
          </p:txBody>
        </p:sp>
        <p:pic>
          <p:nvPicPr>
            <p:cNvPr id="28" name="object 28"/>
            <p:cNvPicPr/>
            <p:nvPr/>
          </p:nvPicPr>
          <p:blipFill>
            <a:blip r:embed="rId9" cstate="print"/>
            <a:stretch>
              <a:fillRect/>
            </a:stretch>
          </p:blipFill>
          <p:spPr>
            <a:xfrm>
              <a:off x="6361048" y="2388743"/>
              <a:ext cx="153289" cy="147193"/>
            </a:xfrm>
            <a:prstGeom prst="rect">
              <a:avLst/>
            </a:prstGeom>
          </p:spPr>
        </p:pic>
        <p:pic>
          <p:nvPicPr>
            <p:cNvPr id="29" name="object 29"/>
            <p:cNvPicPr/>
            <p:nvPr/>
          </p:nvPicPr>
          <p:blipFill>
            <a:blip r:embed="rId10" cstate="print"/>
            <a:stretch>
              <a:fillRect/>
            </a:stretch>
          </p:blipFill>
          <p:spPr>
            <a:xfrm>
              <a:off x="6556882" y="2255139"/>
              <a:ext cx="233425" cy="202946"/>
            </a:xfrm>
            <a:prstGeom prst="rect">
              <a:avLst/>
            </a:prstGeom>
          </p:spPr>
        </p:pic>
      </p:grpSp>
      <p:sp>
        <p:nvSpPr>
          <p:cNvPr id="30" name="object 30"/>
          <p:cNvSpPr/>
          <p:nvPr/>
        </p:nvSpPr>
        <p:spPr>
          <a:xfrm>
            <a:off x="9446431" y="4446548"/>
            <a:ext cx="244687" cy="27093"/>
          </a:xfrm>
          <a:custGeom>
            <a:avLst/>
            <a:gdLst/>
            <a:ahLst/>
            <a:cxnLst/>
            <a:rect l="l" t="t" r="r" b="b"/>
            <a:pathLst>
              <a:path w="183515" h="20319">
                <a:moveTo>
                  <a:pt x="183349" y="0"/>
                </a:moveTo>
                <a:lnTo>
                  <a:pt x="0" y="0"/>
                </a:lnTo>
                <a:lnTo>
                  <a:pt x="0" y="19794"/>
                </a:lnTo>
                <a:lnTo>
                  <a:pt x="183349" y="19794"/>
                </a:lnTo>
                <a:lnTo>
                  <a:pt x="183349" y="0"/>
                </a:lnTo>
                <a:close/>
              </a:path>
            </a:pathLst>
          </a:custGeom>
          <a:solidFill>
            <a:srgbClr val="000000"/>
          </a:solidFill>
        </p:spPr>
        <p:txBody>
          <a:bodyPr wrap="square" lIns="0" tIns="0" rIns="0" bIns="0" rtlCol="0"/>
          <a:lstStyle/>
          <a:p>
            <a:endParaRPr sz="2400"/>
          </a:p>
        </p:txBody>
      </p:sp>
      <p:grpSp>
        <p:nvGrpSpPr>
          <p:cNvPr id="31" name="object 31"/>
          <p:cNvGrpSpPr/>
          <p:nvPr/>
        </p:nvGrpSpPr>
        <p:grpSpPr>
          <a:xfrm>
            <a:off x="9900751" y="4204717"/>
            <a:ext cx="942340" cy="461433"/>
            <a:chOff x="7452994" y="2255139"/>
            <a:chExt cx="706755" cy="346075"/>
          </a:xfrm>
        </p:grpSpPr>
        <p:pic>
          <p:nvPicPr>
            <p:cNvPr id="32" name="object 32"/>
            <p:cNvPicPr/>
            <p:nvPr/>
          </p:nvPicPr>
          <p:blipFill>
            <a:blip r:embed="rId11" cstate="print"/>
            <a:stretch>
              <a:fillRect/>
            </a:stretch>
          </p:blipFill>
          <p:spPr>
            <a:xfrm>
              <a:off x="7452994" y="2388870"/>
              <a:ext cx="165100" cy="209550"/>
            </a:xfrm>
            <a:prstGeom prst="rect">
              <a:avLst/>
            </a:prstGeom>
          </p:spPr>
        </p:pic>
        <p:pic>
          <p:nvPicPr>
            <p:cNvPr id="33" name="object 33"/>
            <p:cNvPicPr/>
            <p:nvPr/>
          </p:nvPicPr>
          <p:blipFill>
            <a:blip r:embed="rId10" cstate="print"/>
            <a:stretch>
              <a:fillRect/>
            </a:stretch>
          </p:blipFill>
          <p:spPr>
            <a:xfrm>
              <a:off x="7661782" y="2255139"/>
              <a:ext cx="233425" cy="202946"/>
            </a:xfrm>
            <a:prstGeom prst="rect">
              <a:avLst/>
            </a:prstGeom>
          </p:spPr>
        </p:pic>
        <p:sp>
          <p:nvSpPr>
            <p:cNvPr id="34" name="object 34"/>
            <p:cNvSpPr/>
            <p:nvPr/>
          </p:nvSpPr>
          <p:spPr>
            <a:xfrm>
              <a:off x="7933943" y="2318512"/>
              <a:ext cx="93980" cy="282575"/>
            </a:xfrm>
            <a:custGeom>
              <a:avLst/>
              <a:gdLst/>
              <a:ahLst/>
              <a:cxnLst/>
              <a:rect l="l" t="t" r="r" b="b"/>
              <a:pathLst>
                <a:path w="93979" h="282575">
                  <a:moveTo>
                    <a:pt x="3936" y="0"/>
                  </a:moveTo>
                  <a:lnTo>
                    <a:pt x="0" y="11430"/>
                  </a:lnTo>
                  <a:lnTo>
                    <a:pt x="16307" y="18577"/>
                  </a:lnTo>
                  <a:lnTo>
                    <a:pt x="30352" y="28416"/>
                  </a:lnTo>
                  <a:lnTo>
                    <a:pt x="58896" y="73925"/>
                  </a:lnTo>
                  <a:lnTo>
                    <a:pt x="67278" y="115732"/>
                  </a:lnTo>
                  <a:lnTo>
                    <a:pt x="68325" y="139826"/>
                  </a:lnTo>
                  <a:lnTo>
                    <a:pt x="67278" y="164689"/>
                  </a:lnTo>
                  <a:lnTo>
                    <a:pt x="58896" y="207603"/>
                  </a:lnTo>
                  <a:lnTo>
                    <a:pt x="30400" y="253857"/>
                  </a:lnTo>
                  <a:lnTo>
                    <a:pt x="380" y="270890"/>
                  </a:lnTo>
                  <a:lnTo>
                    <a:pt x="3936" y="282320"/>
                  </a:lnTo>
                  <a:lnTo>
                    <a:pt x="42497" y="264302"/>
                  </a:lnTo>
                  <a:lnTo>
                    <a:pt x="70865" y="233044"/>
                  </a:lnTo>
                  <a:lnTo>
                    <a:pt x="88185" y="191134"/>
                  </a:lnTo>
                  <a:lnTo>
                    <a:pt x="93979" y="141224"/>
                  </a:lnTo>
                  <a:lnTo>
                    <a:pt x="92527" y="115341"/>
                  </a:lnTo>
                  <a:lnTo>
                    <a:pt x="80906" y="69482"/>
                  </a:lnTo>
                  <a:lnTo>
                    <a:pt x="57854" y="32146"/>
                  </a:lnTo>
                  <a:lnTo>
                    <a:pt x="24465" y="7381"/>
                  </a:lnTo>
                  <a:lnTo>
                    <a:pt x="3936" y="0"/>
                  </a:lnTo>
                  <a:close/>
                </a:path>
              </a:pathLst>
            </a:custGeom>
            <a:solidFill>
              <a:srgbClr val="000000"/>
            </a:solidFill>
          </p:spPr>
          <p:txBody>
            <a:bodyPr wrap="square" lIns="0" tIns="0" rIns="0" bIns="0" rtlCol="0"/>
            <a:lstStyle/>
            <a:p>
              <a:endParaRPr sz="2400"/>
            </a:p>
          </p:txBody>
        </p:sp>
        <p:pic>
          <p:nvPicPr>
            <p:cNvPr id="35" name="object 35"/>
            <p:cNvPicPr/>
            <p:nvPr/>
          </p:nvPicPr>
          <p:blipFill>
            <a:blip r:embed="rId12" cstate="print"/>
            <a:stretch>
              <a:fillRect/>
            </a:stretch>
          </p:blipFill>
          <p:spPr>
            <a:xfrm>
              <a:off x="8066658" y="2280793"/>
              <a:ext cx="92583" cy="138556"/>
            </a:xfrm>
            <a:prstGeom prst="rect">
              <a:avLst/>
            </a:prstGeom>
          </p:spPr>
        </p:pic>
      </p:grpSp>
      <p:sp>
        <p:nvSpPr>
          <p:cNvPr id="36" name="object 36"/>
          <p:cNvSpPr txBox="1"/>
          <p:nvPr/>
        </p:nvSpPr>
        <p:spPr>
          <a:xfrm>
            <a:off x="912960" y="5546430"/>
            <a:ext cx="1964267" cy="509541"/>
          </a:xfrm>
          <a:prstGeom prst="rect">
            <a:avLst/>
          </a:prstGeom>
        </p:spPr>
        <p:txBody>
          <a:bodyPr vert="horz" wrap="square" lIns="0" tIns="16933" rIns="0" bIns="0" rtlCol="0">
            <a:spAutoFit/>
          </a:bodyPr>
          <a:lstStyle/>
          <a:p>
            <a:pPr marL="16933">
              <a:spcBef>
                <a:spcPts val="133"/>
              </a:spcBef>
            </a:pPr>
            <a:r>
              <a:rPr sz="3200" dirty="0">
                <a:solidFill>
                  <a:srgbClr val="0D0D0D"/>
                </a:solidFill>
                <a:latin typeface="Verdana"/>
                <a:cs typeface="Verdana"/>
              </a:rPr>
              <a:t>Objective</a:t>
            </a:r>
            <a:endParaRPr sz="3200">
              <a:latin typeface="Verdana"/>
              <a:cs typeface="Verdana"/>
            </a:endParaRPr>
          </a:p>
        </p:txBody>
      </p:sp>
      <p:sp>
        <p:nvSpPr>
          <p:cNvPr id="37" name="object 37"/>
          <p:cNvSpPr/>
          <p:nvPr/>
        </p:nvSpPr>
        <p:spPr>
          <a:xfrm>
            <a:off x="6404527" y="5648962"/>
            <a:ext cx="960967" cy="376767"/>
          </a:xfrm>
          <a:custGeom>
            <a:avLst/>
            <a:gdLst/>
            <a:ahLst/>
            <a:cxnLst/>
            <a:rect l="l" t="t" r="r" b="b"/>
            <a:pathLst>
              <a:path w="720725" h="282575">
                <a:moveTo>
                  <a:pt x="630554" y="0"/>
                </a:moveTo>
                <a:lnTo>
                  <a:pt x="626618" y="11429"/>
                </a:lnTo>
                <a:lnTo>
                  <a:pt x="642925" y="18522"/>
                </a:lnTo>
                <a:lnTo>
                  <a:pt x="656971" y="28352"/>
                </a:lnTo>
                <a:lnTo>
                  <a:pt x="685514" y="73852"/>
                </a:lnTo>
                <a:lnTo>
                  <a:pt x="693896" y="115623"/>
                </a:lnTo>
                <a:lnTo>
                  <a:pt x="694944" y="139700"/>
                </a:lnTo>
                <a:lnTo>
                  <a:pt x="693896" y="164633"/>
                </a:lnTo>
                <a:lnTo>
                  <a:pt x="685514" y="207547"/>
                </a:lnTo>
                <a:lnTo>
                  <a:pt x="657018" y="253841"/>
                </a:lnTo>
                <a:lnTo>
                  <a:pt x="626999" y="270890"/>
                </a:lnTo>
                <a:lnTo>
                  <a:pt x="630554" y="282320"/>
                </a:lnTo>
                <a:lnTo>
                  <a:pt x="669115" y="264255"/>
                </a:lnTo>
                <a:lnTo>
                  <a:pt x="697484" y="233044"/>
                </a:lnTo>
                <a:lnTo>
                  <a:pt x="714803" y="191134"/>
                </a:lnTo>
                <a:lnTo>
                  <a:pt x="720598" y="141223"/>
                </a:lnTo>
                <a:lnTo>
                  <a:pt x="719145" y="115341"/>
                </a:lnTo>
                <a:lnTo>
                  <a:pt x="707524" y="69482"/>
                </a:lnTo>
                <a:lnTo>
                  <a:pt x="684472" y="32146"/>
                </a:lnTo>
                <a:lnTo>
                  <a:pt x="651083" y="7381"/>
                </a:lnTo>
                <a:lnTo>
                  <a:pt x="630554" y="0"/>
                </a:lnTo>
                <a:close/>
              </a:path>
              <a:path w="720725" h="282575">
                <a:moveTo>
                  <a:pt x="90043" y="0"/>
                </a:moveTo>
                <a:lnTo>
                  <a:pt x="51657" y="18097"/>
                </a:lnTo>
                <a:lnTo>
                  <a:pt x="23368" y="49529"/>
                </a:lnTo>
                <a:lnTo>
                  <a:pt x="5826" y="91424"/>
                </a:lnTo>
                <a:lnTo>
                  <a:pt x="0" y="141223"/>
                </a:lnTo>
                <a:lnTo>
                  <a:pt x="1452" y="167179"/>
                </a:lnTo>
                <a:lnTo>
                  <a:pt x="13073" y="213090"/>
                </a:lnTo>
                <a:lnTo>
                  <a:pt x="36125" y="250281"/>
                </a:lnTo>
                <a:lnTo>
                  <a:pt x="69514" y="274943"/>
                </a:lnTo>
                <a:lnTo>
                  <a:pt x="90043" y="282320"/>
                </a:lnTo>
                <a:lnTo>
                  <a:pt x="93599" y="270890"/>
                </a:lnTo>
                <a:lnTo>
                  <a:pt x="77549" y="263771"/>
                </a:lnTo>
                <a:lnTo>
                  <a:pt x="63690" y="253841"/>
                </a:lnTo>
                <a:lnTo>
                  <a:pt x="35210" y="207547"/>
                </a:lnTo>
                <a:lnTo>
                  <a:pt x="26828" y="164633"/>
                </a:lnTo>
                <a:lnTo>
                  <a:pt x="25781" y="139700"/>
                </a:lnTo>
                <a:lnTo>
                  <a:pt x="26828" y="115623"/>
                </a:lnTo>
                <a:lnTo>
                  <a:pt x="35210" y="73852"/>
                </a:lnTo>
                <a:lnTo>
                  <a:pt x="63801" y="28352"/>
                </a:lnTo>
                <a:lnTo>
                  <a:pt x="94107" y="11429"/>
                </a:lnTo>
                <a:lnTo>
                  <a:pt x="90043" y="0"/>
                </a:lnTo>
                <a:close/>
              </a:path>
            </a:pathLst>
          </a:custGeom>
          <a:solidFill>
            <a:srgbClr val="000000"/>
          </a:solidFill>
        </p:spPr>
        <p:txBody>
          <a:bodyPr wrap="square" lIns="0" tIns="0" rIns="0" bIns="0" rtlCol="0"/>
          <a:lstStyle/>
          <a:p>
            <a:endParaRPr sz="2400"/>
          </a:p>
        </p:txBody>
      </p:sp>
      <p:sp>
        <p:nvSpPr>
          <p:cNvPr id="38" name="object 38"/>
          <p:cNvSpPr txBox="1"/>
          <p:nvPr/>
        </p:nvSpPr>
        <p:spPr>
          <a:xfrm>
            <a:off x="4502406" y="5533731"/>
            <a:ext cx="2745740" cy="729409"/>
          </a:xfrm>
          <a:prstGeom prst="rect">
            <a:avLst/>
          </a:prstGeom>
        </p:spPr>
        <p:txBody>
          <a:bodyPr vert="horz" wrap="square" lIns="0" tIns="16933" rIns="0" bIns="0" rtlCol="0">
            <a:spAutoFit/>
          </a:bodyPr>
          <a:lstStyle/>
          <a:p>
            <a:pPr marL="16933">
              <a:lnSpc>
                <a:spcPts val="3340"/>
              </a:lnSpc>
              <a:spcBef>
                <a:spcPts val="133"/>
              </a:spcBef>
              <a:tabLst>
                <a:tab pos="2037825" algn="l"/>
              </a:tabLst>
            </a:pPr>
            <a:r>
              <a:rPr sz="3200" spc="33" dirty="0">
                <a:latin typeface="Cambria Math"/>
                <a:cs typeface="Cambria Math"/>
              </a:rPr>
              <a:t>m</a:t>
            </a:r>
            <a:r>
              <a:rPr sz="3200" dirty="0">
                <a:latin typeface="Cambria Math"/>
                <a:cs typeface="Cambria Math"/>
              </a:rPr>
              <a:t>i</a:t>
            </a:r>
            <a:r>
              <a:rPr sz="3200" spc="20" dirty="0">
                <a:latin typeface="Cambria Math"/>
                <a:cs typeface="Cambria Math"/>
              </a:rPr>
              <a:t>n</a:t>
            </a:r>
            <a:r>
              <a:rPr sz="3200" dirty="0">
                <a:latin typeface="Cambria Math"/>
                <a:cs typeface="Cambria Math"/>
              </a:rPr>
              <a:t>i</a:t>
            </a:r>
            <a:r>
              <a:rPr sz="3200" spc="41" dirty="0">
                <a:latin typeface="Cambria Math"/>
                <a:cs typeface="Cambria Math"/>
              </a:rPr>
              <a:t>m</a:t>
            </a:r>
            <a:r>
              <a:rPr sz="3200" dirty="0">
                <a:latin typeface="Cambria Math"/>
                <a:cs typeface="Cambria Math"/>
              </a:rPr>
              <a:t>i</a:t>
            </a:r>
            <a:r>
              <a:rPr sz="3200" spc="-53" dirty="0">
                <a:latin typeface="Cambria Math"/>
                <a:cs typeface="Cambria Math"/>
              </a:rPr>
              <a:t>z</a:t>
            </a:r>
            <a:r>
              <a:rPr sz="3200" dirty="0">
                <a:latin typeface="Cambria Math"/>
                <a:cs typeface="Cambria Math"/>
              </a:rPr>
              <a:t>e</a:t>
            </a:r>
            <a:r>
              <a:rPr sz="3200" spc="-260" dirty="0">
                <a:latin typeface="Cambria Math"/>
                <a:cs typeface="Cambria Math"/>
              </a:rPr>
              <a:t> </a:t>
            </a:r>
            <a:r>
              <a:rPr sz="3200" dirty="0">
                <a:latin typeface="Cambria Math"/>
                <a:cs typeface="Cambria Math"/>
              </a:rPr>
              <a:t>𝐽	</a:t>
            </a:r>
            <a:r>
              <a:rPr sz="3200" spc="133" dirty="0">
                <a:latin typeface="Cambria Math"/>
                <a:cs typeface="Cambria Math"/>
              </a:rPr>
              <a:t>𝑤</a:t>
            </a:r>
            <a:r>
              <a:rPr sz="3200" dirty="0">
                <a:latin typeface="Cambria Math"/>
                <a:cs typeface="Cambria Math"/>
              </a:rPr>
              <a:t>,</a:t>
            </a:r>
            <a:r>
              <a:rPr sz="3200" spc="-167" dirty="0">
                <a:latin typeface="Cambria Math"/>
                <a:cs typeface="Cambria Math"/>
              </a:rPr>
              <a:t> </a:t>
            </a:r>
            <a:r>
              <a:rPr sz="3200" dirty="0">
                <a:latin typeface="Cambria Math"/>
                <a:cs typeface="Cambria Math"/>
              </a:rPr>
              <a:t>𝑏</a:t>
            </a:r>
            <a:endParaRPr sz="3200">
              <a:latin typeface="Cambria Math"/>
              <a:cs typeface="Cambria Math"/>
            </a:endParaRPr>
          </a:p>
          <a:p>
            <a:pPr marL="575704">
              <a:lnSpc>
                <a:spcPts val="2219"/>
              </a:lnSpc>
            </a:pPr>
            <a:r>
              <a:rPr sz="2267" spc="140" dirty="0">
                <a:latin typeface="Cambria Math"/>
                <a:cs typeface="Cambria Math"/>
              </a:rPr>
              <a:t>w,𝑏</a:t>
            </a:r>
            <a:endParaRPr sz="2267">
              <a:latin typeface="Cambria Math"/>
              <a:cs typeface="Cambria Math"/>
            </a:endParaRPr>
          </a:p>
        </p:txBody>
      </p:sp>
      <p:sp>
        <p:nvSpPr>
          <p:cNvPr id="42" name="Slide Number Placeholder 41">
            <a:extLst>
              <a:ext uri="{FF2B5EF4-FFF2-40B4-BE49-F238E27FC236}">
                <a16:creationId xmlns:a16="http://schemas.microsoft.com/office/drawing/2014/main" id="{6EEBBC2B-43CC-D4AA-047B-66DE1E812D4B}"/>
              </a:ext>
            </a:extLst>
          </p:cNvPr>
          <p:cNvSpPr>
            <a:spLocks noGrp="1"/>
          </p:cNvSpPr>
          <p:nvPr>
            <p:ph type="sldNum" sz="quarter" idx="7"/>
          </p:nvPr>
        </p:nvSpPr>
        <p:spPr/>
        <p:txBody>
          <a:bodyPr/>
          <a:lstStyle/>
          <a:p>
            <a:fld id="{B6F15528-21DE-4FAA-801E-634DDDAF4B2B}" type="slidenum">
              <a:rPr lang="en-PS" smtClean="0"/>
              <a:t>23</a:t>
            </a:fld>
            <a:endParaRPr lang="en-PS"/>
          </a:p>
        </p:txBody>
      </p:sp>
      <p:sp>
        <p:nvSpPr>
          <p:cNvPr id="43" name="TextBox 42">
            <a:extLst>
              <a:ext uri="{FF2B5EF4-FFF2-40B4-BE49-F238E27FC236}">
                <a16:creationId xmlns:a16="http://schemas.microsoft.com/office/drawing/2014/main" id="{0D103A3D-1061-7348-B5A6-AF657AEE5061}"/>
              </a:ext>
            </a:extLst>
          </p:cNvPr>
          <p:cNvSpPr txBox="1"/>
          <p:nvPr/>
        </p:nvSpPr>
        <p:spPr>
          <a:xfrm>
            <a:off x="429768" y="302917"/>
            <a:ext cx="6265754" cy="646331"/>
          </a:xfrm>
          <a:prstGeom prst="rect">
            <a:avLst/>
          </a:prstGeom>
          <a:noFill/>
        </p:spPr>
        <p:txBody>
          <a:bodyPr wrap="none" rtlCol="0">
            <a:spAutoFit/>
          </a:bodyPr>
          <a:lstStyle/>
          <a:p>
            <a:r>
              <a:rPr lang="en-PS" sz="3600" dirty="0">
                <a:solidFill>
                  <a:srgbClr val="0432FF"/>
                </a:solidFill>
              </a:rPr>
              <a:t>This is what we have seen so far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7004135" y="692236"/>
            <a:ext cx="0" cy="5218853"/>
          </a:xfrm>
          <a:custGeom>
            <a:avLst/>
            <a:gdLst/>
            <a:ahLst/>
            <a:cxnLst/>
            <a:rect l="l" t="t" r="r" b="b"/>
            <a:pathLst>
              <a:path h="3914140">
                <a:moveTo>
                  <a:pt x="0" y="0"/>
                </a:moveTo>
                <a:lnTo>
                  <a:pt x="0" y="3913708"/>
                </a:lnTo>
              </a:path>
            </a:pathLst>
          </a:custGeom>
          <a:ln w="25400">
            <a:solidFill>
              <a:srgbClr val="7F7F7F"/>
            </a:solidFill>
          </a:ln>
        </p:spPr>
        <p:txBody>
          <a:bodyPr wrap="square" lIns="0" tIns="0" rIns="0" bIns="0" rtlCol="0"/>
          <a:lstStyle/>
          <a:p>
            <a:endParaRPr sz="2400"/>
          </a:p>
        </p:txBody>
      </p:sp>
      <p:sp>
        <p:nvSpPr>
          <p:cNvPr id="3" name="object 3"/>
          <p:cNvSpPr txBox="1">
            <a:spLocks noGrp="1"/>
          </p:cNvSpPr>
          <p:nvPr>
            <p:ph type="title"/>
          </p:nvPr>
        </p:nvSpPr>
        <p:spPr>
          <a:xfrm>
            <a:off x="3056470" y="210258"/>
            <a:ext cx="614679" cy="390706"/>
          </a:xfrm>
          <a:prstGeom prst="rect">
            <a:avLst/>
          </a:prstGeom>
        </p:spPr>
        <p:txBody>
          <a:bodyPr vert="horz" wrap="square" lIns="0" tIns="21167" rIns="0" bIns="0" rtlCol="0" anchor="ctr">
            <a:spAutoFit/>
          </a:bodyPr>
          <a:lstStyle/>
          <a:p>
            <a:pPr marL="33864">
              <a:spcBef>
                <a:spcPts val="167"/>
              </a:spcBef>
            </a:pPr>
            <a:r>
              <a:rPr sz="4000" spc="160" baseline="12500" dirty="0">
                <a:latin typeface="Cambria Math"/>
                <a:cs typeface="Cambria Math"/>
              </a:rPr>
              <a:t>ƒ</a:t>
            </a:r>
            <a:r>
              <a:rPr sz="2000" spc="107" dirty="0">
                <a:latin typeface="Cambria Math"/>
                <a:cs typeface="Cambria Math"/>
              </a:rPr>
              <a:t>w,𝑏</a:t>
            </a:r>
            <a:endParaRPr sz="2000" dirty="0">
              <a:latin typeface="Cambria Math"/>
              <a:cs typeface="Cambria Math"/>
            </a:endParaRPr>
          </a:p>
        </p:txBody>
      </p:sp>
      <p:sp>
        <p:nvSpPr>
          <p:cNvPr id="4" name="object 4"/>
          <p:cNvSpPr txBox="1"/>
          <p:nvPr/>
        </p:nvSpPr>
        <p:spPr>
          <a:xfrm>
            <a:off x="8973822" y="113538"/>
            <a:ext cx="165100" cy="431807"/>
          </a:xfrm>
          <a:prstGeom prst="rect">
            <a:avLst/>
          </a:prstGeom>
        </p:spPr>
        <p:txBody>
          <a:bodyPr vert="horz" wrap="square" lIns="0" tIns="21167" rIns="0" bIns="0" rtlCol="0">
            <a:spAutoFit/>
          </a:bodyPr>
          <a:lstStyle/>
          <a:p>
            <a:pPr marL="16933">
              <a:spcBef>
                <a:spcPts val="167"/>
              </a:spcBef>
            </a:pPr>
            <a:r>
              <a:rPr sz="2667" spc="33" dirty="0">
                <a:latin typeface="Cambria Math"/>
                <a:cs typeface="Cambria Math"/>
              </a:rPr>
              <a:t>𝐽</a:t>
            </a:r>
            <a:endParaRPr sz="2667">
              <a:latin typeface="Cambria Math"/>
              <a:cs typeface="Cambria Math"/>
            </a:endParaRPr>
          </a:p>
        </p:txBody>
      </p:sp>
      <p:sp>
        <p:nvSpPr>
          <p:cNvPr id="5" name="object 5"/>
          <p:cNvSpPr txBox="1"/>
          <p:nvPr/>
        </p:nvSpPr>
        <p:spPr>
          <a:xfrm>
            <a:off x="2235203" y="827533"/>
            <a:ext cx="2232660" cy="387286"/>
          </a:xfrm>
          <a:prstGeom prst="rect">
            <a:avLst/>
          </a:prstGeom>
        </p:spPr>
        <p:txBody>
          <a:bodyPr vert="horz" wrap="square" lIns="0" tIns="17780" rIns="0" bIns="0" rtlCol="0">
            <a:spAutoFit/>
          </a:bodyPr>
          <a:lstStyle/>
          <a:p>
            <a:pPr marL="16933">
              <a:spcBef>
                <a:spcPts val="140"/>
              </a:spcBef>
            </a:pPr>
            <a:r>
              <a:rPr sz="2400" spc="-20" dirty="0">
                <a:latin typeface="Verdana"/>
                <a:cs typeface="Verdana"/>
              </a:rPr>
              <a:t>(function</a:t>
            </a:r>
            <a:r>
              <a:rPr sz="2400" dirty="0">
                <a:latin typeface="Verdana"/>
                <a:cs typeface="Verdana"/>
              </a:rPr>
              <a:t> </a:t>
            </a:r>
            <a:r>
              <a:rPr sz="2400" spc="15" dirty="0">
                <a:latin typeface="Verdana"/>
                <a:cs typeface="Verdana"/>
              </a:rPr>
              <a:t>of </a:t>
            </a:r>
            <a:r>
              <a:rPr sz="2400" spc="60" dirty="0">
                <a:latin typeface="Cambria Math"/>
                <a:cs typeface="Cambria Math"/>
              </a:rPr>
              <a:t>𝑥</a:t>
            </a:r>
            <a:r>
              <a:rPr sz="2400" spc="60" dirty="0">
                <a:latin typeface="Verdana"/>
                <a:cs typeface="Verdana"/>
              </a:rPr>
              <a:t>)</a:t>
            </a:r>
            <a:endParaRPr sz="2400">
              <a:latin typeface="Verdana"/>
              <a:cs typeface="Verdana"/>
            </a:endParaRPr>
          </a:p>
        </p:txBody>
      </p:sp>
      <p:sp>
        <p:nvSpPr>
          <p:cNvPr id="6" name="object 6"/>
          <p:cNvSpPr txBox="1"/>
          <p:nvPr/>
        </p:nvSpPr>
        <p:spPr>
          <a:xfrm>
            <a:off x="7939704" y="827533"/>
            <a:ext cx="2575561" cy="387286"/>
          </a:xfrm>
          <a:prstGeom prst="rect">
            <a:avLst/>
          </a:prstGeom>
        </p:spPr>
        <p:txBody>
          <a:bodyPr vert="horz" wrap="square" lIns="0" tIns="17780" rIns="0" bIns="0" rtlCol="0">
            <a:spAutoFit/>
          </a:bodyPr>
          <a:lstStyle/>
          <a:p>
            <a:pPr marL="16933">
              <a:spcBef>
                <a:spcPts val="140"/>
              </a:spcBef>
            </a:pPr>
            <a:r>
              <a:rPr sz="2400" spc="7" dirty="0">
                <a:latin typeface="Verdana"/>
                <a:cs typeface="Verdana"/>
              </a:rPr>
              <a:t>(</a:t>
            </a:r>
            <a:r>
              <a:rPr sz="2400" spc="-47" dirty="0">
                <a:latin typeface="Verdana"/>
                <a:cs typeface="Verdana"/>
              </a:rPr>
              <a:t>f</a:t>
            </a:r>
            <a:r>
              <a:rPr sz="2400" spc="-20" dirty="0">
                <a:latin typeface="Verdana"/>
                <a:cs typeface="Verdana"/>
              </a:rPr>
              <a:t>un</a:t>
            </a:r>
            <a:r>
              <a:rPr sz="2400" spc="47" dirty="0">
                <a:latin typeface="Verdana"/>
                <a:cs typeface="Verdana"/>
              </a:rPr>
              <a:t>c</a:t>
            </a:r>
            <a:r>
              <a:rPr sz="2400" spc="-47" dirty="0">
                <a:latin typeface="Verdana"/>
                <a:cs typeface="Verdana"/>
              </a:rPr>
              <a:t>t</a:t>
            </a:r>
            <a:r>
              <a:rPr sz="2400" spc="-60" dirty="0">
                <a:latin typeface="Verdana"/>
                <a:cs typeface="Verdana"/>
              </a:rPr>
              <a:t>i</a:t>
            </a:r>
            <a:r>
              <a:rPr sz="2400" spc="41" dirty="0">
                <a:latin typeface="Verdana"/>
                <a:cs typeface="Verdana"/>
              </a:rPr>
              <a:t>o</a:t>
            </a:r>
            <a:r>
              <a:rPr sz="2400" dirty="0">
                <a:latin typeface="Verdana"/>
                <a:cs typeface="Verdana"/>
              </a:rPr>
              <a:t>n</a:t>
            </a:r>
            <a:r>
              <a:rPr sz="2400" spc="33" dirty="0">
                <a:latin typeface="Verdana"/>
                <a:cs typeface="Verdana"/>
              </a:rPr>
              <a:t> </a:t>
            </a:r>
            <a:r>
              <a:rPr sz="2400" spc="41" dirty="0">
                <a:latin typeface="Verdana"/>
                <a:cs typeface="Verdana"/>
              </a:rPr>
              <a:t>o</a:t>
            </a:r>
            <a:r>
              <a:rPr sz="2400" dirty="0">
                <a:latin typeface="Verdana"/>
                <a:cs typeface="Verdana"/>
              </a:rPr>
              <a:t>f</a:t>
            </a:r>
            <a:r>
              <a:rPr sz="2400" spc="-7" dirty="0">
                <a:latin typeface="Verdana"/>
                <a:cs typeface="Verdana"/>
              </a:rPr>
              <a:t> </a:t>
            </a:r>
            <a:r>
              <a:rPr sz="2400" spc="27" dirty="0">
                <a:latin typeface="Cambria Math"/>
                <a:cs typeface="Cambria Math"/>
              </a:rPr>
              <a:t>𝑤</a:t>
            </a:r>
            <a:r>
              <a:rPr sz="2400" dirty="0">
                <a:latin typeface="Cambria Math"/>
                <a:cs typeface="Cambria Math"/>
              </a:rPr>
              <a:t>,</a:t>
            </a:r>
            <a:r>
              <a:rPr sz="2400" spc="-127" dirty="0">
                <a:latin typeface="Cambria Math"/>
                <a:cs typeface="Cambria Math"/>
              </a:rPr>
              <a:t> </a:t>
            </a:r>
            <a:r>
              <a:rPr sz="2400" spc="107" dirty="0">
                <a:latin typeface="Cambria Math"/>
                <a:cs typeface="Cambria Math"/>
              </a:rPr>
              <a:t>𝑏</a:t>
            </a:r>
            <a:r>
              <a:rPr sz="2400" dirty="0">
                <a:latin typeface="Verdana"/>
                <a:cs typeface="Verdana"/>
              </a:rPr>
              <a:t>)</a:t>
            </a:r>
            <a:endParaRPr sz="2400">
              <a:latin typeface="Verdana"/>
              <a:cs typeface="Verdana"/>
            </a:endParaRPr>
          </a:p>
        </p:txBody>
      </p:sp>
      <p:grpSp>
        <p:nvGrpSpPr>
          <p:cNvPr id="7" name="object 7"/>
          <p:cNvGrpSpPr/>
          <p:nvPr/>
        </p:nvGrpSpPr>
        <p:grpSpPr>
          <a:xfrm>
            <a:off x="1962237" y="1558714"/>
            <a:ext cx="4296833" cy="3197860"/>
            <a:chOff x="1471675" y="1169035"/>
            <a:chExt cx="3222625" cy="2398395"/>
          </a:xfrm>
        </p:grpSpPr>
        <p:sp>
          <p:nvSpPr>
            <p:cNvPr id="8" name="object 8"/>
            <p:cNvSpPr/>
            <p:nvPr/>
          </p:nvSpPr>
          <p:spPr>
            <a:xfrm>
              <a:off x="1528825" y="1224026"/>
              <a:ext cx="3152775" cy="1819275"/>
            </a:xfrm>
            <a:custGeom>
              <a:avLst/>
              <a:gdLst/>
              <a:ahLst/>
              <a:cxnLst/>
              <a:rect l="l" t="t" r="r" b="b"/>
              <a:pathLst>
                <a:path w="3152775" h="1819275">
                  <a:moveTo>
                    <a:pt x="0" y="1819275"/>
                  </a:moveTo>
                  <a:lnTo>
                    <a:pt x="3152775" y="1819275"/>
                  </a:lnTo>
                </a:path>
                <a:path w="3152775" h="1819275">
                  <a:moveTo>
                    <a:pt x="0" y="1362075"/>
                  </a:moveTo>
                  <a:lnTo>
                    <a:pt x="3152775" y="1362075"/>
                  </a:lnTo>
                </a:path>
                <a:path w="3152775" h="1819275">
                  <a:moveTo>
                    <a:pt x="0" y="904875"/>
                  </a:moveTo>
                  <a:lnTo>
                    <a:pt x="3152775" y="904875"/>
                  </a:lnTo>
                </a:path>
                <a:path w="3152775" h="1819275">
                  <a:moveTo>
                    <a:pt x="0" y="457200"/>
                  </a:moveTo>
                  <a:lnTo>
                    <a:pt x="3152775" y="457200"/>
                  </a:lnTo>
                </a:path>
                <a:path w="3152775" h="1819275">
                  <a:moveTo>
                    <a:pt x="0" y="0"/>
                  </a:moveTo>
                  <a:lnTo>
                    <a:pt x="3152775" y="0"/>
                  </a:lnTo>
                </a:path>
              </a:pathLst>
            </a:custGeom>
            <a:ln w="9525">
              <a:solidFill>
                <a:srgbClr val="868686"/>
              </a:solidFill>
            </a:ln>
          </p:spPr>
          <p:txBody>
            <a:bodyPr wrap="square" lIns="0" tIns="0" rIns="0" bIns="0" rtlCol="0"/>
            <a:lstStyle/>
            <a:p>
              <a:endParaRPr sz="2400"/>
            </a:p>
          </p:txBody>
        </p:sp>
        <p:sp>
          <p:nvSpPr>
            <p:cNvPr id="9" name="object 9"/>
            <p:cNvSpPr/>
            <p:nvPr/>
          </p:nvSpPr>
          <p:spPr>
            <a:xfrm>
              <a:off x="1471675" y="1224026"/>
              <a:ext cx="3209925" cy="2343150"/>
            </a:xfrm>
            <a:custGeom>
              <a:avLst/>
              <a:gdLst/>
              <a:ahLst/>
              <a:cxnLst/>
              <a:rect l="l" t="t" r="r" b="b"/>
              <a:pathLst>
                <a:path w="3209925" h="2343150">
                  <a:moveTo>
                    <a:pt x="57150" y="2276475"/>
                  </a:moveTo>
                  <a:lnTo>
                    <a:pt x="57150" y="0"/>
                  </a:lnTo>
                </a:path>
                <a:path w="3209925" h="2343150">
                  <a:moveTo>
                    <a:pt x="0" y="2276348"/>
                  </a:moveTo>
                  <a:lnTo>
                    <a:pt x="57150" y="2276348"/>
                  </a:lnTo>
                </a:path>
                <a:path w="3209925" h="2343150">
                  <a:moveTo>
                    <a:pt x="0" y="1819275"/>
                  </a:moveTo>
                  <a:lnTo>
                    <a:pt x="57150" y="1819275"/>
                  </a:lnTo>
                </a:path>
                <a:path w="3209925" h="2343150">
                  <a:moveTo>
                    <a:pt x="0" y="1362075"/>
                  </a:moveTo>
                  <a:lnTo>
                    <a:pt x="57150" y="1362075"/>
                  </a:lnTo>
                </a:path>
                <a:path w="3209925" h="2343150">
                  <a:moveTo>
                    <a:pt x="0" y="904875"/>
                  </a:moveTo>
                  <a:lnTo>
                    <a:pt x="57150" y="904875"/>
                  </a:lnTo>
                </a:path>
                <a:path w="3209925" h="2343150">
                  <a:moveTo>
                    <a:pt x="0" y="457200"/>
                  </a:moveTo>
                  <a:lnTo>
                    <a:pt x="57150" y="457200"/>
                  </a:lnTo>
                </a:path>
                <a:path w="3209925" h="2343150">
                  <a:moveTo>
                    <a:pt x="0" y="0"/>
                  </a:moveTo>
                  <a:lnTo>
                    <a:pt x="57150" y="0"/>
                  </a:lnTo>
                </a:path>
                <a:path w="3209925" h="2343150">
                  <a:moveTo>
                    <a:pt x="57150" y="2276475"/>
                  </a:moveTo>
                  <a:lnTo>
                    <a:pt x="3209925" y="2276475"/>
                  </a:lnTo>
                </a:path>
                <a:path w="3209925" h="2343150">
                  <a:moveTo>
                    <a:pt x="57150" y="2276475"/>
                  </a:moveTo>
                  <a:lnTo>
                    <a:pt x="57150" y="2343150"/>
                  </a:lnTo>
                </a:path>
                <a:path w="3209925" h="2343150">
                  <a:moveTo>
                    <a:pt x="1104900" y="2276475"/>
                  </a:moveTo>
                  <a:lnTo>
                    <a:pt x="1104900" y="2343150"/>
                  </a:lnTo>
                </a:path>
                <a:path w="3209925" h="2343150">
                  <a:moveTo>
                    <a:pt x="2162175" y="2276475"/>
                  </a:moveTo>
                  <a:lnTo>
                    <a:pt x="2162175" y="2343150"/>
                  </a:lnTo>
                </a:path>
                <a:path w="3209925" h="2343150">
                  <a:moveTo>
                    <a:pt x="3209925" y="2276475"/>
                  </a:moveTo>
                  <a:lnTo>
                    <a:pt x="3209925" y="2343150"/>
                  </a:lnTo>
                </a:path>
              </a:pathLst>
            </a:custGeom>
            <a:ln w="25400">
              <a:solidFill>
                <a:srgbClr val="000000"/>
              </a:solidFill>
            </a:ln>
          </p:spPr>
          <p:txBody>
            <a:bodyPr wrap="square" lIns="0" tIns="0" rIns="0" bIns="0" rtlCol="0"/>
            <a:lstStyle/>
            <a:p>
              <a:endParaRPr sz="2400"/>
            </a:p>
          </p:txBody>
        </p:sp>
        <p:sp>
          <p:nvSpPr>
            <p:cNvPr id="10" name="object 10"/>
            <p:cNvSpPr/>
            <p:nvPr/>
          </p:nvSpPr>
          <p:spPr>
            <a:xfrm>
              <a:off x="2385313" y="1181735"/>
              <a:ext cx="1962150" cy="1590675"/>
            </a:xfrm>
            <a:custGeom>
              <a:avLst/>
              <a:gdLst/>
              <a:ahLst/>
              <a:cxnLst/>
              <a:rect l="l" t="t" r="r" b="b"/>
              <a:pathLst>
                <a:path w="1962150" h="1590675">
                  <a:moveTo>
                    <a:pt x="1400175" y="542925"/>
                  </a:moveTo>
                  <a:lnTo>
                    <a:pt x="1314450" y="457200"/>
                  </a:lnTo>
                </a:path>
                <a:path w="1962150" h="1590675">
                  <a:moveTo>
                    <a:pt x="1314450" y="542925"/>
                  </a:moveTo>
                  <a:lnTo>
                    <a:pt x="1400175" y="457200"/>
                  </a:lnTo>
                </a:path>
                <a:path w="1962150" h="1590675">
                  <a:moveTo>
                    <a:pt x="866775" y="857250"/>
                  </a:moveTo>
                  <a:lnTo>
                    <a:pt x="781050" y="771525"/>
                  </a:lnTo>
                </a:path>
                <a:path w="1962150" h="1590675">
                  <a:moveTo>
                    <a:pt x="781050" y="857250"/>
                  </a:moveTo>
                  <a:lnTo>
                    <a:pt x="866775" y="771525"/>
                  </a:lnTo>
                </a:path>
                <a:path w="1962150" h="1590675">
                  <a:moveTo>
                    <a:pt x="1714500" y="676275"/>
                  </a:moveTo>
                  <a:lnTo>
                    <a:pt x="1628775" y="590550"/>
                  </a:lnTo>
                </a:path>
                <a:path w="1962150" h="1590675">
                  <a:moveTo>
                    <a:pt x="1628775" y="676275"/>
                  </a:moveTo>
                  <a:lnTo>
                    <a:pt x="1714500" y="590550"/>
                  </a:lnTo>
                </a:path>
                <a:path w="1962150" h="1590675">
                  <a:moveTo>
                    <a:pt x="676275" y="1304925"/>
                  </a:moveTo>
                  <a:lnTo>
                    <a:pt x="590550" y="1219200"/>
                  </a:lnTo>
                </a:path>
                <a:path w="1962150" h="1590675">
                  <a:moveTo>
                    <a:pt x="590550" y="1304925"/>
                  </a:moveTo>
                  <a:lnTo>
                    <a:pt x="676275" y="1219200"/>
                  </a:lnTo>
                </a:path>
                <a:path w="1962150" h="1590675">
                  <a:moveTo>
                    <a:pt x="1276350" y="990600"/>
                  </a:moveTo>
                  <a:lnTo>
                    <a:pt x="1190625" y="904875"/>
                  </a:lnTo>
                </a:path>
                <a:path w="1962150" h="1590675">
                  <a:moveTo>
                    <a:pt x="1190625" y="990600"/>
                  </a:moveTo>
                  <a:lnTo>
                    <a:pt x="1276350" y="904875"/>
                  </a:lnTo>
                </a:path>
                <a:path w="1962150" h="1590675">
                  <a:moveTo>
                    <a:pt x="800100" y="923925"/>
                  </a:moveTo>
                  <a:lnTo>
                    <a:pt x="714375" y="838200"/>
                  </a:lnTo>
                </a:path>
                <a:path w="1962150" h="1590675">
                  <a:moveTo>
                    <a:pt x="714375" y="923925"/>
                  </a:moveTo>
                  <a:lnTo>
                    <a:pt x="800100" y="838200"/>
                  </a:lnTo>
                </a:path>
                <a:path w="1962150" h="1590675">
                  <a:moveTo>
                    <a:pt x="685800" y="1457325"/>
                  </a:moveTo>
                  <a:lnTo>
                    <a:pt x="600075" y="1371600"/>
                  </a:lnTo>
                </a:path>
                <a:path w="1962150" h="1590675">
                  <a:moveTo>
                    <a:pt x="600075" y="1457325"/>
                  </a:moveTo>
                  <a:lnTo>
                    <a:pt x="685800" y="1371600"/>
                  </a:lnTo>
                </a:path>
                <a:path w="1962150" h="1590675">
                  <a:moveTo>
                    <a:pt x="638175" y="1390650"/>
                  </a:moveTo>
                  <a:lnTo>
                    <a:pt x="552450" y="1304925"/>
                  </a:lnTo>
                </a:path>
                <a:path w="1962150" h="1590675">
                  <a:moveTo>
                    <a:pt x="552450" y="1390650"/>
                  </a:moveTo>
                  <a:lnTo>
                    <a:pt x="638175" y="1304925"/>
                  </a:lnTo>
                </a:path>
                <a:path w="1962150" h="1590675">
                  <a:moveTo>
                    <a:pt x="762000" y="1257300"/>
                  </a:moveTo>
                  <a:lnTo>
                    <a:pt x="676275" y="1171575"/>
                  </a:lnTo>
                </a:path>
                <a:path w="1962150" h="1590675">
                  <a:moveTo>
                    <a:pt x="676275" y="1257300"/>
                  </a:moveTo>
                  <a:lnTo>
                    <a:pt x="762000" y="1171575"/>
                  </a:lnTo>
                </a:path>
                <a:path w="1962150" h="1590675">
                  <a:moveTo>
                    <a:pt x="1228725" y="1266825"/>
                  </a:moveTo>
                  <a:lnTo>
                    <a:pt x="1143000" y="1181100"/>
                  </a:lnTo>
                </a:path>
                <a:path w="1962150" h="1590675">
                  <a:moveTo>
                    <a:pt x="1143000" y="1266825"/>
                  </a:moveTo>
                  <a:lnTo>
                    <a:pt x="1228725" y="1181100"/>
                  </a:lnTo>
                </a:path>
                <a:path w="1962150" h="1590675">
                  <a:moveTo>
                    <a:pt x="1295400" y="781050"/>
                  </a:moveTo>
                  <a:lnTo>
                    <a:pt x="1209675" y="695325"/>
                  </a:lnTo>
                </a:path>
                <a:path w="1962150" h="1590675">
                  <a:moveTo>
                    <a:pt x="1209675" y="781050"/>
                  </a:moveTo>
                  <a:lnTo>
                    <a:pt x="1295400" y="695325"/>
                  </a:lnTo>
                </a:path>
                <a:path w="1962150" h="1590675">
                  <a:moveTo>
                    <a:pt x="1171575" y="857250"/>
                  </a:moveTo>
                  <a:lnTo>
                    <a:pt x="1085850" y="771525"/>
                  </a:lnTo>
                </a:path>
                <a:path w="1962150" h="1590675">
                  <a:moveTo>
                    <a:pt x="1085850" y="857250"/>
                  </a:moveTo>
                  <a:lnTo>
                    <a:pt x="1171575" y="771525"/>
                  </a:lnTo>
                </a:path>
                <a:path w="1962150" h="1590675">
                  <a:moveTo>
                    <a:pt x="523875" y="1181100"/>
                  </a:moveTo>
                  <a:lnTo>
                    <a:pt x="438150" y="1095375"/>
                  </a:lnTo>
                </a:path>
                <a:path w="1962150" h="1590675">
                  <a:moveTo>
                    <a:pt x="438150" y="1181100"/>
                  </a:moveTo>
                  <a:lnTo>
                    <a:pt x="523875" y="1095375"/>
                  </a:lnTo>
                </a:path>
                <a:path w="1962150" h="1590675">
                  <a:moveTo>
                    <a:pt x="1609725" y="314325"/>
                  </a:moveTo>
                  <a:lnTo>
                    <a:pt x="1524000" y="228600"/>
                  </a:lnTo>
                </a:path>
                <a:path w="1962150" h="1590675">
                  <a:moveTo>
                    <a:pt x="1524000" y="314325"/>
                  </a:moveTo>
                  <a:lnTo>
                    <a:pt x="1609725" y="228600"/>
                  </a:lnTo>
                </a:path>
                <a:path w="1962150" h="1590675">
                  <a:moveTo>
                    <a:pt x="581025" y="990600"/>
                  </a:moveTo>
                  <a:lnTo>
                    <a:pt x="495300" y="904875"/>
                  </a:lnTo>
                </a:path>
                <a:path w="1962150" h="1590675">
                  <a:moveTo>
                    <a:pt x="495300" y="990600"/>
                  </a:moveTo>
                  <a:lnTo>
                    <a:pt x="581025" y="904875"/>
                  </a:lnTo>
                </a:path>
                <a:path w="1962150" h="1590675">
                  <a:moveTo>
                    <a:pt x="485775" y="1447800"/>
                  </a:moveTo>
                  <a:lnTo>
                    <a:pt x="400050" y="1362075"/>
                  </a:lnTo>
                </a:path>
                <a:path w="1962150" h="1590675">
                  <a:moveTo>
                    <a:pt x="400050" y="1447800"/>
                  </a:moveTo>
                  <a:lnTo>
                    <a:pt x="485775" y="1362075"/>
                  </a:lnTo>
                </a:path>
                <a:path w="1962150" h="1590675">
                  <a:moveTo>
                    <a:pt x="1933575" y="85725"/>
                  </a:moveTo>
                  <a:lnTo>
                    <a:pt x="1847850" y="0"/>
                  </a:lnTo>
                </a:path>
                <a:path w="1962150" h="1590675">
                  <a:moveTo>
                    <a:pt x="1847850" y="85725"/>
                  </a:moveTo>
                  <a:lnTo>
                    <a:pt x="1933575" y="0"/>
                  </a:lnTo>
                </a:path>
                <a:path w="1962150" h="1590675">
                  <a:moveTo>
                    <a:pt x="1047750" y="1209675"/>
                  </a:moveTo>
                  <a:lnTo>
                    <a:pt x="962025" y="1123950"/>
                  </a:lnTo>
                </a:path>
                <a:path w="1962150" h="1590675">
                  <a:moveTo>
                    <a:pt x="962025" y="1209675"/>
                  </a:moveTo>
                  <a:lnTo>
                    <a:pt x="1047750" y="1123950"/>
                  </a:lnTo>
                </a:path>
                <a:path w="1962150" h="1590675">
                  <a:moveTo>
                    <a:pt x="1171575" y="1200150"/>
                  </a:moveTo>
                  <a:lnTo>
                    <a:pt x="1085850" y="1114425"/>
                  </a:lnTo>
                </a:path>
                <a:path w="1962150" h="1590675">
                  <a:moveTo>
                    <a:pt x="1085850" y="1200150"/>
                  </a:moveTo>
                  <a:lnTo>
                    <a:pt x="1171575" y="1114425"/>
                  </a:lnTo>
                </a:path>
                <a:path w="1962150" h="1590675">
                  <a:moveTo>
                    <a:pt x="876300" y="1257300"/>
                  </a:moveTo>
                  <a:lnTo>
                    <a:pt x="790575" y="1171575"/>
                  </a:lnTo>
                </a:path>
                <a:path w="1962150" h="1590675">
                  <a:moveTo>
                    <a:pt x="790575" y="1257300"/>
                  </a:moveTo>
                  <a:lnTo>
                    <a:pt x="876300" y="1171575"/>
                  </a:lnTo>
                </a:path>
                <a:path w="1962150" h="1590675">
                  <a:moveTo>
                    <a:pt x="1247775" y="1181100"/>
                  </a:moveTo>
                  <a:lnTo>
                    <a:pt x="1162050" y="1095375"/>
                  </a:lnTo>
                </a:path>
                <a:path w="1962150" h="1590675">
                  <a:moveTo>
                    <a:pt x="1162050" y="1181100"/>
                  </a:moveTo>
                  <a:lnTo>
                    <a:pt x="1247775" y="1095375"/>
                  </a:lnTo>
                </a:path>
                <a:path w="1962150" h="1590675">
                  <a:moveTo>
                    <a:pt x="342900" y="1219200"/>
                  </a:moveTo>
                  <a:lnTo>
                    <a:pt x="257175" y="1133475"/>
                  </a:lnTo>
                </a:path>
                <a:path w="1962150" h="1590675">
                  <a:moveTo>
                    <a:pt x="257175" y="1219200"/>
                  </a:moveTo>
                  <a:lnTo>
                    <a:pt x="342900" y="1133475"/>
                  </a:lnTo>
                </a:path>
                <a:path w="1962150" h="1590675">
                  <a:moveTo>
                    <a:pt x="723900" y="247650"/>
                  </a:moveTo>
                  <a:lnTo>
                    <a:pt x="638175" y="161925"/>
                  </a:lnTo>
                </a:path>
                <a:path w="1962150" h="1590675">
                  <a:moveTo>
                    <a:pt x="638175" y="247650"/>
                  </a:moveTo>
                  <a:lnTo>
                    <a:pt x="723900" y="161925"/>
                  </a:lnTo>
                </a:path>
                <a:path w="1962150" h="1590675">
                  <a:moveTo>
                    <a:pt x="1838325" y="228600"/>
                  </a:moveTo>
                  <a:lnTo>
                    <a:pt x="1752600" y="142875"/>
                  </a:lnTo>
                </a:path>
                <a:path w="1962150" h="1590675">
                  <a:moveTo>
                    <a:pt x="1752600" y="228600"/>
                  </a:moveTo>
                  <a:lnTo>
                    <a:pt x="1838325" y="142875"/>
                  </a:lnTo>
                </a:path>
                <a:path w="1962150" h="1590675">
                  <a:moveTo>
                    <a:pt x="1504950" y="200025"/>
                  </a:moveTo>
                  <a:lnTo>
                    <a:pt x="1419225" y="114300"/>
                  </a:lnTo>
                </a:path>
                <a:path w="1962150" h="1590675">
                  <a:moveTo>
                    <a:pt x="1419225" y="200025"/>
                  </a:moveTo>
                  <a:lnTo>
                    <a:pt x="1504950" y="114300"/>
                  </a:lnTo>
                </a:path>
                <a:path w="1962150" h="1590675">
                  <a:moveTo>
                    <a:pt x="1962150" y="990600"/>
                  </a:moveTo>
                  <a:lnTo>
                    <a:pt x="1876425" y="904875"/>
                  </a:lnTo>
                </a:path>
                <a:path w="1962150" h="1590675">
                  <a:moveTo>
                    <a:pt x="1876425" y="990600"/>
                  </a:moveTo>
                  <a:lnTo>
                    <a:pt x="1962150" y="904875"/>
                  </a:lnTo>
                </a:path>
                <a:path w="1962150" h="1590675">
                  <a:moveTo>
                    <a:pt x="1123950" y="762000"/>
                  </a:moveTo>
                  <a:lnTo>
                    <a:pt x="1038225" y="676275"/>
                  </a:lnTo>
                </a:path>
                <a:path w="1962150" h="1590675">
                  <a:moveTo>
                    <a:pt x="1038225" y="762000"/>
                  </a:moveTo>
                  <a:lnTo>
                    <a:pt x="1123950" y="676275"/>
                  </a:lnTo>
                </a:path>
                <a:path w="1962150" h="1590675">
                  <a:moveTo>
                    <a:pt x="238125" y="1590675"/>
                  </a:moveTo>
                  <a:lnTo>
                    <a:pt x="152400" y="1504950"/>
                  </a:lnTo>
                </a:path>
                <a:path w="1962150" h="1590675">
                  <a:moveTo>
                    <a:pt x="152400" y="1590675"/>
                  </a:moveTo>
                  <a:lnTo>
                    <a:pt x="238125" y="1504950"/>
                  </a:lnTo>
                </a:path>
                <a:path w="1962150" h="1590675">
                  <a:moveTo>
                    <a:pt x="1333500" y="923925"/>
                  </a:moveTo>
                  <a:lnTo>
                    <a:pt x="1247775" y="838200"/>
                  </a:lnTo>
                </a:path>
                <a:path w="1962150" h="1590675">
                  <a:moveTo>
                    <a:pt x="1247775" y="923925"/>
                  </a:moveTo>
                  <a:lnTo>
                    <a:pt x="1333500" y="838200"/>
                  </a:lnTo>
                </a:path>
                <a:path w="1962150" h="1590675">
                  <a:moveTo>
                    <a:pt x="1095375" y="1057275"/>
                  </a:moveTo>
                  <a:lnTo>
                    <a:pt x="1009650" y="971550"/>
                  </a:lnTo>
                </a:path>
                <a:path w="1962150" h="1590675">
                  <a:moveTo>
                    <a:pt x="1009650" y="1057275"/>
                  </a:moveTo>
                  <a:lnTo>
                    <a:pt x="1095375" y="971550"/>
                  </a:lnTo>
                </a:path>
                <a:path w="1962150" h="1590675">
                  <a:moveTo>
                    <a:pt x="704850" y="1219200"/>
                  </a:moveTo>
                  <a:lnTo>
                    <a:pt x="619125" y="1133475"/>
                  </a:lnTo>
                </a:path>
                <a:path w="1962150" h="1590675">
                  <a:moveTo>
                    <a:pt x="619125" y="1219200"/>
                  </a:moveTo>
                  <a:lnTo>
                    <a:pt x="704850" y="1133475"/>
                  </a:lnTo>
                </a:path>
                <a:path w="1962150" h="1590675">
                  <a:moveTo>
                    <a:pt x="495300" y="1314450"/>
                  </a:moveTo>
                  <a:lnTo>
                    <a:pt x="409575" y="1228725"/>
                  </a:lnTo>
                </a:path>
                <a:path w="1962150" h="1590675">
                  <a:moveTo>
                    <a:pt x="409575" y="1314450"/>
                  </a:moveTo>
                  <a:lnTo>
                    <a:pt x="495300" y="1228725"/>
                  </a:lnTo>
                </a:path>
                <a:path w="1962150" h="1590675">
                  <a:moveTo>
                    <a:pt x="1428750" y="790575"/>
                  </a:moveTo>
                  <a:lnTo>
                    <a:pt x="1343025" y="704850"/>
                  </a:lnTo>
                </a:path>
                <a:path w="1962150" h="1590675">
                  <a:moveTo>
                    <a:pt x="1343025" y="790575"/>
                  </a:moveTo>
                  <a:lnTo>
                    <a:pt x="1428750" y="704850"/>
                  </a:lnTo>
                </a:path>
                <a:path w="1962150" h="1590675">
                  <a:moveTo>
                    <a:pt x="1457325" y="1057275"/>
                  </a:moveTo>
                  <a:lnTo>
                    <a:pt x="1371600" y="971550"/>
                  </a:lnTo>
                </a:path>
                <a:path w="1962150" h="1590675">
                  <a:moveTo>
                    <a:pt x="1371600" y="1057275"/>
                  </a:moveTo>
                  <a:lnTo>
                    <a:pt x="1457325" y="971550"/>
                  </a:lnTo>
                </a:path>
                <a:path w="1962150" h="1590675">
                  <a:moveTo>
                    <a:pt x="942975" y="685800"/>
                  </a:moveTo>
                  <a:lnTo>
                    <a:pt x="857250" y="600075"/>
                  </a:lnTo>
                </a:path>
                <a:path w="1962150" h="1590675">
                  <a:moveTo>
                    <a:pt x="857250" y="685800"/>
                  </a:moveTo>
                  <a:lnTo>
                    <a:pt x="942975" y="600075"/>
                  </a:lnTo>
                </a:path>
                <a:path w="1962150" h="1590675">
                  <a:moveTo>
                    <a:pt x="1543050" y="857250"/>
                  </a:moveTo>
                  <a:lnTo>
                    <a:pt x="1457325" y="771525"/>
                  </a:lnTo>
                </a:path>
                <a:path w="1962150" h="1590675">
                  <a:moveTo>
                    <a:pt x="1457325" y="857250"/>
                  </a:moveTo>
                  <a:lnTo>
                    <a:pt x="1543050" y="771525"/>
                  </a:lnTo>
                </a:path>
                <a:path w="1962150" h="1590675">
                  <a:moveTo>
                    <a:pt x="1885950" y="933450"/>
                  </a:moveTo>
                  <a:lnTo>
                    <a:pt x="1800225" y="847725"/>
                  </a:lnTo>
                </a:path>
                <a:path w="1962150" h="1590675">
                  <a:moveTo>
                    <a:pt x="1800225" y="933450"/>
                  </a:moveTo>
                  <a:lnTo>
                    <a:pt x="1885950" y="847725"/>
                  </a:lnTo>
                </a:path>
                <a:path w="1962150" h="1590675">
                  <a:moveTo>
                    <a:pt x="447675" y="1000125"/>
                  </a:moveTo>
                  <a:lnTo>
                    <a:pt x="361950" y="914400"/>
                  </a:lnTo>
                </a:path>
                <a:path w="1962150" h="1590675">
                  <a:moveTo>
                    <a:pt x="361950" y="1000125"/>
                  </a:moveTo>
                  <a:lnTo>
                    <a:pt x="447675" y="914400"/>
                  </a:lnTo>
                </a:path>
                <a:path w="1962150" h="1590675">
                  <a:moveTo>
                    <a:pt x="85725" y="1543050"/>
                  </a:moveTo>
                  <a:lnTo>
                    <a:pt x="0" y="1457325"/>
                  </a:lnTo>
                </a:path>
                <a:path w="1962150" h="1590675">
                  <a:moveTo>
                    <a:pt x="0" y="1543050"/>
                  </a:moveTo>
                  <a:lnTo>
                    <a:pt x="85725" y="1457325"/>
                  </a:lnTo>
                </a:path>
                <a:path w="1962150" h="1590675">
                  <a:moveTo>
                    <a:pt x="1133475" y="990600"/>
                  </a:moveTo>
                  <a:lnTo>
                    <a:pt x="1047750" y="904875"/>
                  </a:lnTo>
                </a:path>
                <a:path w="1962150" h="1590675">
                  <a:moveTo>
                    <a:pt x="1047750" y="990600"/>
                  </a:moveTo>
                  <a:lnTo>
                    <a:pt x="1133475" y="904875"/>
                  </a:lnTo>
                </a:path>
                <a:path w="1962150" h="1590675">
                  <a:moveTo>
                    <a:pt x="457200" y="1266825"/>
                  </a:moveTo>
                  <a:lnTo>
                    <a:pt x="371475" y="1181100"/>
                  </a:lnTo>
                </a:path>
                <a:path w="1962150" h="1590675">
                  <a:moveTo>
                    <a:pt x="371475" y="1266825"/>
                  </a:moveTo>
                  <a:lnTo>
                    <a:pt x="457200" y="1181100"/>
                  </a:lnTo>
                </a:path>
              </a:pathLst>
            </a:custGeom>
            <a:ln w="25400">
              <a:solidFill>
                <a:srgbClr val="FF2600"/>
              </a:solidFill>
            </a:ln>
          </p:spPr>
          <p:txBody>
            <a:bodyPr wrap="square" lIns="0" tIns="0" rIns="0" bIns="0" rtlCol="0"/>
            <a:lstStyle/>
            <a:p>
              <a:endParaRPr sz="2400"/>
            </a:p>
          </p:txBody>
        </p:sp>
      </p:grpSp>
      <p:sp>
        <p:nvSpPr>
          <p:cNvPr id="11" name="object 11"/>
          <p:cNvSpPr txBox="1"/>
          <p:nvPr/>
        </p:nvSpPr>
        <p:spPr>
          <a:xfrm>
            <a:off x="1331808" y="3864611"/>
            <a:ext cx="492761" cy="955604"/>
          </a:xfrm>
          <a:prstGeom prst="rect">
            <a:avLst/>
          </a:prstGeom>
        </p:spPr>
        <p:txBody>
          <a:bodyPr vert="horz" wrap="square" lIns="0" tIns="21167" rIns="0" bIns="0" rtlCol="0">
            <a:spAutoFit/>
          </a:bodyPr>
          <a:lstStyle/>
          <a:p>
            <a:pPr marR="6773" algn="r">
              <a:spcBef>
                <a:spcPts val="167"/>
              </a:spcBef>
            </a:pPr>
            <a:r>
              <a:rPr sz="2068" spc="53" dirty="0">
                <a:latin typeface="Cambria Math"/>
                <a:cs typeface="Cambria Math"/>
              </a:rPr>
              <a:t>100</a:t>
            </a:r>
            <a:endParaRPr sz="2068">
              <a:latin typeface="Cambria Math"/>
              <a:cs typeface="Cambria Math"/>
            </a:endParaRPr>
          </a:p>
          <a:p>
            <a:pPr>
              <a:spcBef>
                <a:spcPts val="41"/>
              </a:spcBef>
            </a:pPr>
            <a:endParaRPr sz="1935">
              <a:latin typeface="Cambria Math"/>
              <a:cs typeface="Cambria Math"/>
            </a:endParaRPr>
          </a:p>
          <a:p>
            <a:pPr marR="16086" algn="r"/>
            <a:r>
              <a:rPr sz="2068" spc="20" dirty="0">
                <a:latin typeface="Cambria Math"/>
                <a:cs typeface="Cambria Math"/>
              </a:rPr>
              <a:t>0</a:t>
            </a:r>
            <a:endParaRPr sz="2068">
              <a:latin typeface="Cambria Math"/>
              <a:cs typeface="Cambria Math"/>
            </a:endParaRPr>
          </a:p>
        </p:txBody>
      </p:sp>
      <p:sp>
        <p:nvSpPr>
          <p:cNvPr id="12" name="object 12"/>
          <p:cNvSpPr txBox="1"/>
          <p:nvPr/>
        </p:nvSpPr>
        <p:spPr>
          <a:xfrm>
            <a:off x="1331808" y="3256364"/>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200</a:t>
            </a:r>
            <a:endParaRPr sz="2068">
              <a:latin typeface="Cambria Math"/>
              <a:cs typeface="Cambria Math"/>
            </a:endParaRPr>
          </a:p>
        </p:txBody>
      </p:sp>
      <p:sp>
        <p:nvSpPr>
          <p:cNvPr id="13" name="object 13"/>
          <p:cNvSpPr txBox="1"/>
          <p:nvPr/>
        </p:nvSpPr>
        <p:spPr>
          <a:xfrm>
            <a:off x="1331808" y="2647950"/>
            <a:ext cx="492761"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300</a:t>
            </a:r>
            <a:endParaRPr sz="2068">
              <a:latin typeface="Cambria Math"/>
              <a:cs typeface="Cambria Math"/>
            </a:endParaRPr>
          </a:p>
        </p:txBody>
      </p:sp>
      <p:sp>
        <p:nvSpPr>
          <p:cNvPr id="14" name="object 14"/>
          <p:cNvSpPr txBox="1"/>
          <p:nvPr/>
        </p:nvSpPr>
        <p:spPr>
          <a:xfrm>
            <a:off x="1331808" y="1431291"/>
            <a:ext cx="492761" cy="955604"/>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500</a:t>
            </a:r>
            <a:endParaRPr sz="2068">
              <a:latin typeface="Cambria Math"/>
              <a:cs typeface="Cambria Math"/>
            </a:endParaRPr>
          </a:p>
          <a:p>
            <a:pPr>
              <a:spcBef>
                <a:spcPts val="41"/>
              </a:spcBef>
            </a:pPr>
            <a:endParaRPr sz="1935">
              <a:latin typeface="Cambria Math"/>
              <a:cs typeface="Cambria Math"/>
            </a:endParaRPr>
          </a:p>
          <a:p>
            <a:pPr marL="16933">
              <a:spcBef>
                <a:spcPts val="7"/>
              </a:spcBef>
            </a:pPr>
            <a:r>
              <a:rPr sz="2068" spc="53" dirty="0">
                <a:latin typeface="Cambria Math"/>
                <a:cs typeface="Cambria Math"/>
              </a:rPr>
              <a:t>400</a:t>
            </a:r>
            <a:endParaRPr sz="2068">
              <a:latin typeface="Cambria Math"/>
              <a:cs typeface="Cambria Math"/>
            </a:endParaRPr>
          </a:p>
        </p:txBody>
      </p:sp>
      <p:sp>
        <p:nvSpPr>
          <p:cNvPr id="15" name="object 15"/>
          <p:cNvSpPr txBox="1"/>
          <p:nvPr/>
        </p:nvSpPr>
        <p:spPr>
          <a:xfrm>
            <a:off x="1952416" y="4815418"/>
            <a:ext cx="182033" cy="339602"/>
          </a:xfrm>
          <a:prstGeom prst="rect">
            <a:avLst/>
          </a:prstGeom>
        </p:spPr>
        <p:txBody>
          <a:bodyPr vert="horz" wrap="square" lIns="0" tIns="21167" rIns="0" bIns="0" rtlCol="0">
            <a:spAutoFit/>
          </a:bodyPr>
          <a:lstStyle/>
          <a:p>
            <a:pPr marL="16933">
              <a:spcBef>
                <a:spcPts val="167"/>
              </a:spcBef>
            </a:pPr>
            <a:r>
              <a:rPr sz="2068" spc="20" dirty="0">
                <a:latin typeface="Cambria Math"/>
                <a:cs typeface="Cambria Math"/>
              </a:rPr>
              <a:t>0</a:t>
            </a:r>
            <a:endParaRPr sz="2068">
              <a:latin typeface="Cambria Math"/>
              <a:cs typeface="Cambria Math"/>
            </a:endParaRPr>
          </a:p>
        </p:txBody>
      </p:sp>
      <p:sp>
        <p:nvSpPr>
          <p:cNvPr id="16" name="object 16"/>
          <p:cNvSpPr txBox="1"/>
          <p:nvPr/>
        </p:nvSpPr>
        <p:spPr>
          <a:xfrm>
            <a:off x="5926668" y="4815416"/>
            <a:ext cx="626533" cy="339602"/>
          </a:xfrm>
          <a:prstGeom prst="rect">
            <a:avLst/>
          </a:prstGeom>
        </p:spPr>
        <p:txBody>
          <a:bodyPr vert="horz" wrap="square" lIns="0" tIns="21167" rIns="0" bIns="0" rtlCol="0">
            <a:spAutoFit/>
          </a:bodyPr>
          <a:lstStyle/>
          <a:p>
            <a:pPr marL="16933">
              <a:spcBef>
                <a:spcPts val="167"/>
              </a:spcBef>
            </a:pPr>
            <a:r>
              <a:rPr sz="2068" spc="53" dirty="0">
                <a:latin typeface="Cambria Math"/>
                <a:cs typeface="Cambria Math"/>
              </a:rPr>
              <a:t>30</a:t>
            </a:r>
            <a:r>
              <a:rPr sz="2068" spc="-47" dirty="0">
                <a:latin typeface="Cambria Math"/>
                <a:cs typeface="Cambria Math"/>
              </a:rPr>
              <a:t>0</a:t>
            </a:r>
            <a:r>
              <a:rPr sz="2068" spc="20" dirty="0">
                <a:latin typeface="Cambria Math"/>
                <a:cs typeface="Cambria Math"/>
              </a:rPr>
              <a:t>0</a:t>
            </a:r>
            <a:endParaRPr sz="2068">
              <a:latin typeface="Cambria Math"/>
              <a:cs typeface="Cambria Math"/>
            </a:endParaRPr>
          </a:p>
        </p:txBody>
      </p:sp>
      <p:sp>
        <p:nvSpPr>
          <p:cNvPr id="17" name="object 17"/>
          <p:cNvSpPr txBox="1"/>
          <p:nvPr/>
        </p:nvSpPr>
        <p:spPr>
          <a:xfrm>
            <a:off x="223098" y="2837943"/>
            <a:ext cx="935567" cy="585631"/>
          </a:xfrm>
          <a:prstGeom prst="rect">
            <a:avLst/>
          </a:prstGeom>
        </p:spPr>
        <p:txBody>
          <a:bodyPr vert="horz" wrap="square" lIns="0" tIns="21167" rIns="0" bIns="0" rtlCol="0">
            <a:spAutoFit/>
          </a:bodyPr>
          <a:lstStyle/>
          <a:p>
            <a:pPr marL="29633">
              <a:lnSpc>
                <a:spcPts val="2219"/>
              </a:lnSpc>
              <a:spcBef>
                <a:spcPts val="167"/>
              </a:spcBef>
            </a:pPr>
            <a:r>
              <a:rPr sz="1867" spc="27" dirty="0">
                <a:latin typeface="Verdana"/>
                <a:cs typeface="Verdana"/>
              </a:rPr>
              <a:t>p</a:t>
            </a:r>
            <a:r>
              <a:rPr sz="1867" dirty="0">
                <a:latin typeface="Verdana"/>
                <a:cs typeface="Verdana"/>
              </a:rPr>
              <a:t>r</a:t>
            </a:r>
            <a:r>
              <a:rPr sz="1867" spc="80" dirty="0">
                <a:latin typeface="Verdana"/>
                <a:cs typeface="Verdana"/>
              </a:rPr>
              <a:t>i</a:t>
            </a:r>
            <a:r>
              <a:rPr sz="1867" spc="20" dirty="0">
                <a:latin typeface="Verdana"/>
                <a:cs typeface="Verdana"/>
              </a:rPr>
              <a:t>ce</a:t>
            </a:r>
            <a:r>
              <a:rPr sz="1867" spc="-193" dirty="0">
                <a:latin typeface="Verdana"/>
                <a:cs typeface="Verdana"/>
              </a:rPr>
              <a:t> </a:t>
            </a:r>
            <a:r>
              <a:rPr sz="1867" spc="80" dirty="0">
                <a:latin typeface="Verdana"/>
                <a:cs typeface="Verdana"/>
              </a:rPr>
              <a:t>i</a:t>
            </a:r>
            <a:r>
              <a:rPr sz="1867" spc="20" dirty="0">
                <a:latin typeface="Verdana"/>
                <a:cs typeface="Verdana"/>
              </a:rPr>
              <a:t>n</a:t>
            </a:r>
            <a:endParaRPr sz="1867">
              <a:latin typeface="Verdana"/>
              <a:cs typeface="Verdana"/>
            </a:endParaRPr>
          </a:p>
          <a:p>
            <a:pPr marL="16933">
              <a:lnSpc>
                <a:spcPts val="2219"/>
              </a:lnSpc>
            </a:pPr>
            <a:r>
              <a:rPr sz="1867" spc="33" dirty="0">
                <a:latin typeface="Verdana"/>
                <a:cs typeface="Verdana"/>
              </a:rPr>
              <a:t>$</a:t>
            </a:r>
            <a:r>
              <a:rPr sz="1867" spc="33" dirty="0">
                <a:latin typeface="Cambria Math"/>
                <a:cs typeface="Cambria Math"/>
              </a:rPr>
              <a:t>1000</a:t>
            </a:r>
            <a:r>
              <a:rPr sz="1867" spc="33" dirty="0">
                <a:latin typeface="Verdana"/>
                <a:cs typeface="Verdana"/>
              </a:rPr>
              <a:t>'s</a:t>
            </a:r>
            <a:endParaRPr sz="1867">
              <a:latin typeface="Verdana"/>
              <a:cs typeface="Verdana"/>
            </a:endParaRPr>
          </a:p>
        </p:txBody>
      </p:sp>
      <p:sp>
        <p:nvSpPr>
          <p:cNvPr id="18" name="object 18"/>
          <p:cNvSpPr txBox="1"/>
          <p:nvPr/>
        </p:nvSpPr>
        <p:spPr>
          <a:xfrm>
            <a:off x="3092874" y="4815418"/>
            <a:ext cx="2093807" cy="626924"/>
          </a:xfrm>
          <a:prstGeom prst="rect">
            <a:avLst/>
          </a:prstGeom>
        </p:spPr>
        <p:txBody>
          <a:bodyPr vert="horz" wrap="square" lIns="0" tIns="21167" rIns="0" bIns="0" rtlCol="0">
            <a:spAutoFit/>
          </a:bodyPr>
          <a:lstStyle/>
          <a:p>
            <a:pPr marL="50797">
              <a:spcBef>
                <a:spcPts val="167"/>
              </a:spcBef>
              <a:tabLst>
                <a:tab pos="1450266" algn="l"/>
              </a:tabLst>
            </a:pPr>
            <a:r>
              <a:rPr sz="2068" spc="20" dirty="0">
                <a:latin typeface="Cambria Math"/>
                <a:cs typeface="Cambria Math"/>
              </a:rPr>
              <a:t>1000	2000</a:t>
            </a:r>
            <a:endParaRPr sz="2068">
              <a:latin typeface="Cambria Math"/>
              <a:cs typeface="Cambria Math"/>
            </a:endParaRPr>
          </a:p>
          <a:p>
            <a:pPr marL="249755">
              <a:spcBef>
                <a:spcPts val="20"/>
              </a:spcBef>
            </a:pPr>
            <a:r>
              <a:rPr sz="1867" spc="15" dirty="0">
                <a:latin typeface="Verdana"/>
                <a:cs typeface="Verdana"/>
              </a:rPr>
              <a:t>s</a:t>
            </a:r>
            <a:r>
              <a:rPr sz="1867" spc="80" dirty="0">
                <a:latin typeface="Verdana"/>
                <a:cs typeface="Verdana"/>
              </a:rPr>
              <a:t>i</a:t>
            </a:r>
            <a:r>
              <a:rPr sz="1867" spc="7" dirty="0">
                <a:latin typeface="Verdana"/>
                <a:cs typeface="Verdana"/>
              </a:rPr>
              <a:t>z</a:t>
            </a:r>
            <a:r>
              <a:rPr sz="1867" spc="20" dirty="0">
                <a:latin typeface="Verdana"/>
                <a:cs typeface="Verdana"/>
              </a:rPr>
              <a:t>e</a:t>
            </a:r>
            <a:r>
              <a:rPr sz="1867" spc="-193" dirty="0">
                <a:latin typeface="Verdana"/>
                <a:cs typeface="Verdana"/>
              </a:rPr>
              <a:t> </a:t>
            </a:r>
            <a:r>
              <a:rPr sz="1867" spc="80" dirty="0">
                <a:latin typeface="Verdana"/>
                <a:cs typeface="Verdana"/>
              </a:rPr>
              <a:t>i</a:t>
            </a:r>
            <a:r>
              <a:rPr sz="1867" spc="20" dirty="0">
                <a:latin typeface="Verdana"/>
                <a:cs typeface="Verdana"/>
              </a:rPr>
              <a:t>n</a:t>
            </a:r>
            <a:r>
              <a:rPr sz="1867" spc="-60" dirty="0">
                <a:latin typeface="Verdana"/>
                <a:cs typeface="Verdana"/>
              </a:rPr>
              <a:t> </a:t>
            </a:r>
            <a:r>
              <a:rPr sz="1867" spc="33" dirty="0">
                <a:latin typeface="Verdana"/>
                <a:cs typeface="Verdana"/>
              </a:rPr>
              <a:t>f</a:t>
            </a:r>
            <a:r>
              <a:rPr sz="1867" spc="-20" dirty="0">
                <a:latin typeface="Verdana"/>
                <a:cs typeface="Verdana"/>
              </a:rPr>
              <a:t>eet</a:t>
            </a:r>
            <a:r>
              <a:rPr sz="1801" baseline="27777" dirty="0">
                <a:latin typeface="Cambria Math"/>
                <a:cs typeface="Cambria Math"/>
              </a:rPr>
              <a:t>2</a:t>
            </a:r>
            <a:endParaRPr sz="1801" baseline="27777">
              <a:latin typeface="Cambria Math"/>
              <a:cs typeface="Cambria Math"/>
            </a:endParaRPr>
          </a:p>
        </p:txBody>
      </p:sp>
      <p:sp>
        <p:nvSpPr>
          <p:cNvPr id="19" name="object 19"/>
          <p:cNvSpPr txBox="1"/>
          <p:nvPr/>
        </p:nvSpPr>
        <p:spPr>
          <a:xfrm>
            <a:off x="1995257" y="5556675"/>
            <a:ext cx="648545" cy="432599"/>
          </a:xfrm>
          <a:prstGeom prst="rect">
            <a:avLst/>
          </a:prstGeom>
        </p:spPr>
        <p:txBody>
          <a:bodyPr vert="horz" wrap="square" lIns="0" tIns="22015" rIns="0" bIns="0" rtlCol="0">
            <a:spAutoFit/>
          </a:bodyPr>
          <a:lstStyle/>
          <a:p>
            <a:pPr marL="50797">
              <a:spcBef>
                <a:spcPts val="175"/>
              </a:spcBef>
            </a:pPr>
            <a:r>
              <a:rPr sz="4000" spc="160" baseline="12500" dirty="0">
                <a:latin typeface="Cambria Math"/>
                <a:cs typeface="Cambria Math"/>
              </a:rPr>
              <a:t>ƒ</a:t>
            </a:r>
            <a:r>
              <a:rPr sz="2000" spc="107" dirty="0">
                <a:latin typeface="Cambria Math"/>
                <a:cs typeface="Cambria Math"/>
              </a:rPr>
              <a:t>w,𝑏</a:t>
            </a:r>
            <a:endParaRPr sz="2000">
              <a:latin typeface="Cambria Math"/>
              <a:cs typeface="Cambria Math"/>
            </a:endParaRPr>
          </a:p>
        </p:txBody>
      </p:sp>
      <p:sp>
        <p:nvSpPr>
          <p:cNvPr id="20" name="object 20"/>
          <p:cNvSpPr/>
          <p:nvPr/>
        </p:nvSpPr>
        <p:spPr>
          <a:xfrm>
            <a:off x="2645665" y="5575740"/>
            <a:ext cx="412327" cy="318347"/>
          </a:xfrm>
          <a:custGeom>
            <a:avLst/>
            <a:gdLst/>
            <a:ahLst/>
            <a:cxnLst/>
            <a:rect l="l" t="t" r="r" b="b"/>
            <a:pathLst>
              <a:path w="309244" h="238760">
                <a:moveTo>
                  <a:pt x="233171" y="0"/>
                </a:moveTo>
                <a:lnTo>
                  <a:pt x="229743" y="9664"/>
                </a:lnTo>
                <a:lnTo>
                  <a:pt x="243552" y="15651"/>
                </a:lnTo>
                <a:lnTo>
                  <a:pt x="255444" y="23934"/>
                </a:lnTo>
                <a:lnTo>
                  <a:pt x="279525" y="62331"/>
                </a:lnTo>
                <a:lnTo>
                  <a:pt x="287400" y="117906"/>
                </a:lnTo>
                <a:lnTo>
                  <a:pt x="286519" y="138916"/>
                </a:lnTo>
                <a:lnTo>
                  <a:pt x="273303" y="190372"/>
                </a:lnTo>
                <a:lnTo>
                  <a:pt x="243746" y="222528"/>
                </a:lnTo>
                <a:lnTo>
                  <a:pt x="230124" y="228536"/>
                </a:lnTo>
                <a:lnTo>
                  <a:pt x="233171" y="238213"/>
                </a:lnTo>
                <a:lnTo>
                  <a:pt x="278677" y="211171"/>
                </a:lnTo>
                <a:lnTo>
                  <a:pt x="304244" y="161245"/>
                </a:lnTo>
                <a:lnTo>
                  <a:pt x="309118" y="119164"/>
                </a:lnTo>
                <a:lnTo>
                  <a:pt x="307901" y="97330"/>
                </a:lnTo>
                <a:lnTo>
                  <a:pt x="298134" y="58620"/>
                </a:lnTo>
                <a:lnTo>
                  <a:pt x="265604" y="15266"/>
                </a:lnTo>
                <a:lnTo>
                  <a:pt x="250465" y="6231"/>
                </a:lnTo>
                <a:lnTo>
                  <a:pt x="233171" y="0"/>
                </a:lnTo>
                <a:close/>
              </a:path>
              <a:path w="309244" h="238760">
                <a:moveTo>
                  <a:pt x="75945" y="0"/>
                </a:moveTo>
                <a:lnTo>
                  <a:pt x="30565" y="27105"/>
                </a:lnTo>
                <a:lnTo>
                  <a:pt x="4889" y="77149"/>
                </a:lnTo>
                <a:lnTo>
                  <a:pt x="0" y="119164"/>
                </a:lnTo>
                <a:lnTo>
                  <a:pt x="1216" y="141047"/>
                </a:lnTo>
                <a:lnTo>
                  <a:pt x="10983" y="179757"/>
                </a:lnTo>
                <a:lnTo>
                  <a:pt x="43465" y="222970"/>
                </a:lnTo>
                <a:lnTo>
                  <a:pt x="75945" y="238213"/>
                </a:lnTo>
                <a:lnTo>
                  <a:pt x="78993" y="228536"/>
                </a:lnTo>
                <a:lnTo>
                  <a:pt x="65424" y="222528"/>
                </a:lnTo>
                <a:lnTo>
                  <a:pt x="53689" y="214164"/>
                </a:lnTo>
                <a:lnTo>
                  <a:pt x="29646" y="175149"/>
                </a:lnTo>
                <a:lnTo>
                  <a:pt x="21716" y="117906"/>
                </a:lnTo>
                <a:lnTo>
                  <a:pt x="22598" y="97584"/>
                </a:lnTo>
                <a:lnTo>
                  <a:pt x="35813" y="47396"/>
                </a:lnTo>
                <a:lnTo>
                  <a:pt x="65639" y="15651"/>
                </a:lnTo>
                <a:lnTo>
                  <a:pt x="79375" y="9664"/>
                </a:lnTo>
                <a:lnTo>
                  <a:pt x="75945" y="0"/>
                </a:lnTo>
                <a:close/>
              </a:path>
            </a:pathLst>
          </a:custGeom>
          <a:solidFill>
            <a:srgbClr val="000000"/>
          </a:solidFill>
        </p:spPr>
        <p:txBody>
          <a:bodyPr wrap="square" lIns="0" tIns="0" rIns="0" bIns="0" rtlCol="0"/>
          <a:lstStyle/>
          <a:p>
            <a:endParaRPr sz="2400"/>
          </a:p>
        </p:txBody>
      </p:sp>
      <p:sp>
        <p:nvSpPr>
          <p:cNvPr id="21" name="object 21"/>
          <p:cNvSpPr txBox="1"/>
          <p:nvPr/>
        </p:nvSpPr>
        <p:spPr>
          <a:xfrm>
            <a:off x="2741168" y="5480474"/>
            <a:ext cx="2411307" cy="432663"/>
          </a:xfrm>
          <a:prstGeom prst="rect">
            <a:avLst/>
          </a:prstGeom>
        </p:spPr>
        <p:txBody>
          <a:bodyPr vert="horz" wrap="square" lIns="0" tIns="22015" rIns="0" bIns="0" rtlCol="0">
            <a:spAutoFit/>
          </a:bodyPr>
          <a:lstStyle/>
          <a:p>
            <a:pPr marL="16933">
              <a:spcBef>
                <a:spcPts val="175"/>
              </a:spcBef>
              <a:tabLst>
                <a:tab pos="436012" algn="l"/>
              </a:tabLst>
            </a:pPr>
            <a:r>
              <a:rPr sz="2667" spc="20" dirty="0">
                <a:latin typeface="Cambria Math"/>
                <a:cs typeface="Cambria Math"/>
              </a:rPr>
              <a:t>𝑥	</a:t>
            </a:r>
            <a:r>
              <a:rPr sz="2667" spc="27" dirty="0">
                <a:latin typeface="Cambria Math"/>
                <a:cs typeface="Cambria Math"/>
              </a:rPr>
              <a:t>=</a:t>
            </a:r>
            <a:r>
              <a:rPr sz="2667" spc="53" dirty="0">
                <a:latin typeface="Cambria Math"/>
                <a:cs typeface="Cambria Math"/>
              </a:rPr>
              <a:t> </a:t>
            </a:r>
            <a:r>
              <a:rPr sz="2667" spc="27" dirty="0">
                <a:latin typeface="Cambria Math"/>
                <a:cs typeface="Cambria Math"/>
              </a:rPr>
              <a:t>0.06𝑥</a:t>
            </a:r>
            <a:r>
              <a:rPr sz="2667" spc="-60" dirty="0">
                <a:latin typeface="Cambria Math"/>
                <a:cs typeface="Cambria Math"/>
              </a:rPr>
              <a:t> </a:t>
            </a:r>
            <a:r>
              <a:rPr sz="2667" spc="27" dirty="0">
                <a:latin typeface="Cambria Math"/>
                <a:cs typeface="Cambria Math"/>
              </a:rPr>
              <a:t>+</a:t>
            </a:r>
            <a:r>
              <a:rPr sz="2667" spc="-41" dirty="0">
                <a:latin typeface="Cambria Math"/>
                <a:cs typeface="Cambria Math"/>
              </a:rPr>
              <a:t> </a:t>
            </a:r>
            <a:r>
              <a:rPr sz="2667" spc="20" dirty="0">
                <a:latin typeface="Cambria Math"/>
                <a:cs typeface="Cambria Math"/>
              </a:rPr>
              <a:t>50</a:t>
            </a:r>
            <a:endParaRPr sz="2667">
              <a:latin typeface="Cambria Math"/>
              <a:cs typeface="Cambria Math"/>
            </a:endParaRPr>
          </a:p>
        </p:txBody>
      </p:sp>
      <p:grpSp>
        <p:nvGrpSpPr>
          <p:cNvPr id="22" name="object 22"/>
          <p:cNvGrpSpPr/>
          <p:nvPr/>
        </p:nvGrpSpPr>
        <p:grpSpPr>
          <a:xfrm>
            <a:off x="1140578" y="3257636"/>
            <a:ext cx="5205612" cy="2881207"/>
            <a:chOff x="855433" y="2443226"/>
            <a:chExt cx="3904208" cy="2160904"/>
          </a:xfrm>
        </p:grpSpPr>
        <p:sp>
          <p:nvSpPr>
            <p:cNvPr id="23" name="object 23"/>
            <p:cNvSpPr/>
            <p:nvPr/>
          </p:nvSpPr>
          <p:spPr>
            <a:xfrm>
              <a:off x="1185862" y="2443226"/>
              <a:ext cx="3573779" cy="941705"/>
            </a:xfrm>
            <a:custGeom>
              <a:avLst/>
              <a:gdLst/>
              <a:ahLst/>
              <a:cxnLst/>
              <a:rect l="l" t="t" r="r" b="b"/>
              <a:pathLst>
                <a:path w="3573779" h="941704">
                  <a:moveTo>
                    <a:pt x="0" y="941197"/>
                  </a:moveTo>
                  <a:lnTo>
                    <a:pt x="3573716" y="0"/>
                  </a:lnTo>
                </a:path>
              </a:pathLst>
            </a:custGeom>
            <a:ln w="31749">
              <a:solidFill>
                <a:srgbClr val="000000"/>
              </a:solidFill>
            </a:ln>
          </p:spPr>
          <p:txBody>
            <a:bodyPr wrap="square" lIns="0" tIns="0" rIns="0" bIns="0" rtlCol="0"/>
            <a:lstStyle/>
            <a:p>
              <a:endParaRPr sz="2400"/>
            </a:p>
          </p:txBody>
        </p:sp>
        <p:pic>
          <p:nvPicPr>
            <p:cNvPr id="24" name="object 24"/>
            <p:cNvPicPr/>
            <p:nvPr/>
          </p:nvPicPr>
          <p:blipFill>
            <a:blip r:embed="rId2" cstate="print"/>
            <a:stretch>
              <a:fillRect/>
            </a:stretch>
          </p:blipFill>
          <p:spPr>
            <a:xfrm>
              <a:off x="3818829" y="2729738"/>
              <a:ext cx="883091" cy="190245"/>
            </a:xfrm>
            <a:prstGeom prst="rect">
              <a:avLst/>
            </a:prstGeom>
          </p:spPr>
        </p:pic>
        <p:pic>
          <p:nvPicPr>
            <p:cNvPr id="25" name="object 25"/>
            <p:cNvPicPr/>
            <p:nvPr/>
          </p:nvPicPr>
          <p:blipFill>
            <a:blip r:embed="rId3" cstate="print"/>
            <a:stretch>
              <a:fillRect/>
            </a:stretch>
          </p:blipFill>
          <p:spPr>
            <a:xfrm>
              <a:off x="3907790" y="3122549"/>
              <a:ext cx="654812" cy="205739"/>
            </a:xfrm>
            <a:prstGeom prst="rect">
              <a:avLst/>
            </a:prstGeom>
          </p:spPr>
        </p:pic>
        <p:pic>
          <p:nvPicPr>
            <p:cNvPr id="26" name="object 26"/>
            <p:cNvPicPr/>
            <p:nvPr/>
          </p:nvPicPr>
          <p:blipFill>
            <a:blip r:embed="rId4" cstate="print"/>
            <a:stretch>
              <a:fillRect/>
            </a:stretch>
          </p:blipFill>
          <p:spPr>
            <a:xfrm>
              <a:off x="855433" y="3380142"/>
              <a:ext cx="437680" cy="1223988"/>
            </a:xfrm>
            <a:prstGeom prst="rect">
              <a:avLst/>
            </a:prstGeom>
          </p:spPr>
        </p:pic>
        <p:pic>
          <p:nvPicPr>
            <p:cNvPr id="27" name="object 27"/>
            <p:cNvPicPr/>
            <p:nvPr/>
          </p:nvPicPr>
          <p:blipFill>
            <a:blip r:embed="rId5" cstate="print"/>
            <a:stretch>
              <a:fillRect/>
            </a:stretch>
          </p:blipFill>
          <p:spPr>
            <a:xfrm>
              <a:off x="1355598" y="4095153"/>
              <a:ext cx="2656462" cy="420369"/>
            </a:xfrm>
            <a:prstGeom prst="rect">
              <a:avLst/>
            </a:prstGeom>
          </p:spPr>
        </p:pic>
      </p:grpSp>
      <p:grpSp>
        <p:nvGrpSpPr>
          <p:cNvPr id="28" name="object 28"/>
          <p:cNvGrpSpPr/>
          <p:nvPr/>
        </p:nvGrpSpPr>
        <p:grpSpPr>
          <a:xfrm>
            <a:off x="7861303" y="1841330"/>
            <a:ext cx="2799927" cy="2403688"/>
            <a:chOff x="5895975" y="1380997"/>
            <a:chExt cx="2099945" cy="1802766"/>
          </a:xfrm>
        </p:grpSpPr>
        <p:sp>
          <p:nvSpPr>
            <p:cNvPr id="29" name="object 29"/>
            <p:cNvSpPr/>
            <p:nvPr/>
          </p:nvSpPr>
          <p:spPr>
            <a:xfrm>
              <a:off x="5895975" y="1380997"/>
              <a:ext cx="2099945" cy="1620520"/>
            </a:xfrm>
            <a:custGeom>
              <a:avLst/>
              <a:gdLst/>
              <a:ahLst/>
              <a:cxnLst/>
              <a:rect l="l" t="t" r="r" b="b"/>
              <a:pathLst>
                <a:path w="2099945" h="1620520">
                  <a:moveTo>
                    <a:pt x="2099818" y="1457452"/>
                  </a:moveTo>
                  <a:lnTo>
                    <a:pt x="2067153" y="1438402"/>
                  </a:lnTo>
                  <a:lnTo>
                    <a:pt x="1957197" y="1374267"/>
                  </a:lnTo>
                  <a:lnTo>
                    <a:pt x="1950072" y="1371879"/>
                  </a:lnTo>
                  <a:lnTo>
                    <a:pt x="1942795" y="1372362"/>
                  </a:lnTo>
                  <a:lnTo>
                    <a:pt x="1936203" y="1375524"/>
                  </a:lnTo>
                  <a:lnTo>
                    <a:pt x="1931162" y="1381125"/>
                  </a:lnTo>
                  <a:lnTo>
                    <a:pt x="1928761" y="1388325"/>
                  </a:lnTo>
                  <a:lnTo>
                    <a:pt x="1929257" y="1395641"/>
                  </a:lnTo>
                  <a:lnTo>
                    <a:pt x="1932406" y="1402245"/>
                  </a:lnTo>
                  <a:lnTo>
                    <a:pt x="1938020" y="1407287"/>
                  </a:lnTo>
                  <a:lnTo>
                    <a:pt x="1991347" y="1438402"/>
                  </a:lnTo>
                  <a:lnTo>
                    <a:pt x="152400" y="1438402"/>
                  </a:lnTo>
                  <a:lnTo>
                    <a:pt x="152400" y="108470"/>
                  </a:lnTo>
                  <a:lnTo>
                    <a:pt x="183515" y="161798"/>
                  </a:lnTo>
                  <a:lnTo>
                    <a:pt x="188556" y="167411"/>
                  </a:lnTo>
                  <a:lnTo>
                    <a:pt x="195160" y="170561"/>
                  </a:lnTo>
                  <a:lnTo>
                    <a:pt x="202476" y="171056"/>
                  </a:lnTo>
                  <a:lnTo>
                    <a:pt x="209677" y="168656"/>
                  </a:lnTo>
                  <a:lnTo>
                    <a:pt x="215277" y="163614"/>
                  </a:lnTo>
                  <a:lnTo>
                    <a:pt x="218440" y="157010"/>
                  </a:lnTo>
                  <a:lnTo>
                    <a:pt x="218922" y="149694"/>
                  </a:lnTo>
                  <a:lnTo>
                    <a:pt x="216535" y="142494"/>
                  </a:lnTo>
                  <a:lnTo>
                    <a:pt x="155435" y="37846"/>
                  </a:lnTo>
                  <a:lnTo>
                    <a:pt x="133350" y="0"/>
                  </a:lnTo>
                  <a:lnTo>
                    <a:pt x="50165" y="142494"/>
                  </a:lnTo>
                  <a:lnTo>
                    <a:pt x="47764" y="149694"/>
                  </a:lnTo>
                  <a:lnTo>
                    <a:pt x="48260" y="157010"/>
                  </a:lnTo>
                  <a:lnTo>
                    <a:pt x="51409" y="163614"/>
                  </a:lnTo>
                  <a:lnTo>
                    <a:pt x="57023" y="168656"/>
                  </a:lnTo>
                  <a:lnTo>
                    <a:pt x="64211" y="171056"/>
                  </a:lnTo>
                  <a:lnTo>
                    <a:pt x="71526" y="170561"/>
                  </a:lnTo>
                  <a:lnTo>
                    <a:pt x="78130" y="167411"/>
                  </a:lnTo>
                  <a:lnTo>
                    <a:pt x="83185" y="161798"/>
                  </a:lnTo>
                  <a:lnTo>
                    <a:pt x="114300" y="108470"/>
                  </a:lnTo>
                  <a:lnTo>
                    <a:pt x="114300" y="1438402"/>
                  </a:lnTo>
                  <a:lnTo>
                    <a:pt x="0" y="1438402"/>
                  </a:lnTo>
                  <a:lnTo>
                    <a:pt x="0" y="1476502"/>
                  </a:lnTo>
                  <a:lnTo>
                    <a:pt x="114300" y="1476502"/>
                  </a:lnTo>
                  <a:lnTo>
                    <a:pt x="114300" y="1620139"/>
                  </a:lnTo>
                  <a:lnTo>
                    <a:pt x="152400" y="1620139"/>
                  </a:lnTo>
                  <a:lnTo>
                    <a:pt x="152400" y="1476502"/>
                  </a:lnTo>
                  <a:lnTo>
                    <a:pt x="1991347" y="1476502"/>
                  </a:lnTo>
                  <a:lnTo>
                    <a:pt x="1938020" y="1507617"/>
                  </a:lnTo>
                  <a:lnTo>
                    <a:pt x="1932406" y="1512671"/>
                  </a:lnTo>
                  <a:lnTo>
                    <a:pt x="1929257" y="1519275"/>
                  </a:lnTo>
                  <a:lnTo>
                    <a:pt x="1928761" y="1526590"/>
                  </a:lnTo>
                  <a:lnTo>
                    <a:pt x="1931162" y="1533779"/>
                  </a:lnTo>
                  <a:lnTo>
                    <a:pt x="1936203" y="1539392"/>
                  </a:lnTo>
                  <a:lnTo>
                    <a:pt x="1942795" y="1542542"/>
                  </a:lnTo>
                  <a:lnTo>
                    <a:pt x="1950072" y="1543037"/>
                  </a:lnTo>
                  <a:lnTo>
                    <a:pt x="1957197" y="1540637"/>
                  </a:lnTo>
                  <a:lnTo>
                    <a:pt x="2067153" y="1476502"/>
                  </a:lnTo>
                  <a:lnTo>
                    <a:pt x="2099818" y="1457452"/>
                  </a:lnTo>
                  <a:close/>
                </a:path>
              </a:pathLst>
            </a:custGeom>
            <a:solidFill>
              <a:srgbClr val="000000"/>
            </a:solidFill>
          </p:spPr>
          <p:txBody>
            <a:bodyPr wrap="square" lIns="0" tIns="0" rIns="0" bIns="0" rtlCol="0"/>
            <a:lstStyle/>
            <a:p>
              <a:endParaRPr sz="2400"/>
            </a:p>
          </p:txBody>
        </p:sp>
        <p:pic>
          <p:nvPicPr>
            <p:cNvPr id="30" name="object 30"/>
            <p:cNvPicPr/>
            <p:nvPr/>
          </p:nvPicPr>
          <p:blipFill>
            <a:blip r:embed="rId6" cstate="print"/>
            <a:stretch>
              <a:fillRect/>
            </a:stretch>
          </p:blipFill>
          <p:spPr>
            <a:xfrm>
              <a:off x="6171056" y="1494281"/>
              <a:ext cx="1524508" cy="1200150"/>
            </a:xfrm>
            <a:prstGeom prst="rect">
              <a:avLst/>
            </a:prstGeom>
          </p:spPr>
        </p:pic>
        <p:pic>
          <p:nvPicPr>
            <p:cNvPr id="31" name="object 31"/>
            <p:cNvPicPr/>
            <p:nvPr/>
          </p:nvPicPr>
          <p:blipFill>
            <a:blip r:embed="rId7" cstate="print"/>
            <a:stretch>
              <a:fillRect/>
            </a:stretch>
          </p:blipFill>
          <p:spPr>
            <a:xfrm>
              <a:off x="6844664" y="3026283"/>
              <a:ext cx="212343" cy="157480"/>
            </a:xfrm>
            <a:prstGeom prst="rect">
              <a:avLst/>
            </a:prstGeom>
          </p:spPr>
        </p:pic>
        <p:pic>
          <p:nvPicPr>
            <p:cNvPr id="32" name="object 32"/>
            <p:cNvPicPr/>
            <p:nvPr/>
          </p:nvPicPr>
          <p:blipFill>
            <a:blip r:embed="rId8" cstate="print"/>
            <a:stretch>
              <a:fillRect/>
            </a:stretch>
          </p:blipFill>
          <p:spPr>
            <a:xfrm>
              <a:off x="6948042" y="2760344"/>
              <a:ext cx="31448" cy="195072"/>
            </a:xfrm>
            <a:prstGeom prst="rect">
              <a:avLst/>
            </a:prstGeom>
          </p:spPr>
        </p:pic>
      </p:grpSp>
      <p:sp>
        <p:nvSpPr>
          <p:cNvPr id="38" name="Slide Number Placeholder 37">
            <a:extLst>
              <a:ext uri="{FF2B5EF4-FFF2-40B4-BE49-F238E27FC236}">
                <a16:creationId xmlns:a16="http://schemas.microsoft.com/office/drawing/2014/main" id="{ADB05505-9A74-3234-D79D-88468A9A8E3B}"/>
              </a:ext>
            </a:extLst>
          </p:cNvPr>
          <p:cNvSpPr>
            <a:spLocks noGrp="1"/>
          </p:cNvSpPr>
          <p:nvPr>
            <p:ph type="sldNum" sz="quarter" idx="12"/>
          </p:nvPr>
        </p:nvSpPr>
        <p:spPr/>
        <p:txBody>
          <a:bodyPr/>
          <a:lstStyle/>
          <a:p>
            <a:fld id="{233E71FE-A542-4040-BA29-68F56A442EAC}" type="slidenum">
              <a:rPr lang="en-PS" smtClean="0"/>
              <a:t>24</a:t>
            </a:fld>
            <a:endParaRPr lang="en-PS"/>
          </a:p>
        </p:txBody>
      </p:sp>
      <p:sp>
        <p:nvSpPr>
          <p:cNvPr id="39" name="TextBox 38">
            <a:extLst>
              <a:ext uri="{FF2B5EF4-FFF2-40B4-BE49-F238E27FC236}">
                <a16:creationId xmlns:a16="http://schemas.microsoft.com/office/drawing/2014/main" id="{344B39E3-C70D-A8B0-F2F1-510227B961EC}"/>
              </a:ext>
            </a:extLst>
          </p:cNvPr>
          <p:cNvSpPr txBox="1"/>
          <p:nvPr/>
        </p:nvSpPr>
        <p:spPr>
          <a:xfrm>
            <a:off x="1494469" y="6082333"/>
            <a:ext cx="2714718" cy="369332"/>
          </a:xfrm>
          <a:prstGeom prst="rect">
            <a:avLst/>
          </a:prstGeom>
          <a:noFill/>
        </p:spPr>
        <p:txBody>
          <a:bodyPr wrap="none" rtlCol="0">
            <a:spAutoFit/>
          </a:bodyPr>
          <a:lstStyle/>
          <a:p>
            <a:r>
              <a:rPr lang="en-PS" dirty="0"/>
              <a:t>this is a bad model ... why?</a:t>
            </a:r>
          </a:p>
        </p:txBody>
      </p:sp>
      <p:sp>
        <p:nvSpPr>
          <p:cNvPr id="40" name="TextBox 39">
            <a:extLst>
              <a:ext uri="{FF2B5EF4-FFF2-40B4-BE49-F238E27FC236}">
                <a16:creationId xmlns:a16="http://schemas.microsoft.com/office/drawing/2014/main" id="{4A975536-4A3D-C463-F9F5-0FE8B2BEB588}"/>
              </a:ext>
            </a:extLst>
          </p:cNvPr>
          <p:cNvSpPr txBox="1"/>
          <p:nvPr/>
        </p:nvSpPr>
        <p:spPr>
          <a:xfrm>
            <a:off x="7040563" y="4924185"/>
            <a:ext cx="5143139" cy="461665"/>
          </a:xfrm>
          <a:prstGeom prst="rect">
            <a:avLst/>
          </a:prstGeom>
          <a:noFill/>
        </p:spPr>
        <p:txBody>
          <a:bodyPr wrap="none" rtlCol="0">
            <a:spAutoFit/>
          </a:bodyPr>
          <a:lstStyle/>
          <a:p>
            <a:r>
              <a:rPr lang="en-PS" sz="2400" dirty="0"/>
              <a:t>But we don’t have w alone, but w and b</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4EEDC375-D5F5-F09C-C1CD-B8D91AF8BA22}"/>
              </a:ext>
            </a:extLst>
          </p:cNvPr>
          <p:cNvGrpSpPr/>
          <p:nvPr/>
        </p:nvGrpSpPr>
        <p:grpSpPr>
          <a:xfrm>
            <a:off x="2187518" y="552137"/>
            <a:ext cx="9705328" cy="5465885"/>
            <a:chOff x="1240542" y="487309"/>
            <a:chExt cx="9705328" cy="5465885"/>
          </a:xfrm>
        </p:grpSpPr>
        <p:grpSp>
          <p:nvGrpSpPr>
            <p:cNvPr id="2" name="object 2"/>
            <p:cNvGrpSpPr/>
            <p:nvPr/>
          </p:nvGrpSpPr>
          <p:grpSpPr>
            <a:xfrm>
              <a:off x="1240542" y="487309"/>
              <a:ext cx="9705328" cy="5465885"/>
              <a:chOff x="930405" y="365482"/>
              <a:chExt cx="7278996" cy="4099414"/>
            </a:xfrm>
          </p:grpSpPr>
          <p:pic>
            <p:nvPicPr>
              <p:cNvPr id="3" name="object 3"/>
              <p:cNvPicPr/>
              <p:nvPr/>
            </p:nvPicPr>
            <p:blipFill>
              <a:blip r:embed="rId2" cstate="print"/>
              <a:stretch>
                <a:fillRect/>
              </a:stretch>
            </p:blipFill>
            <p:spPr>
              <a:xfrm>
                <a:off x="930405" y="365482"/>
                <a:ext cx="7278996" cy="4099414"/>
              </a:xfrm>
              <a:prstGeom prst="rect">
                <a:avLst/>
              </a:prstGeom>
            </p:spPr>
          </p:pic>
          <p:sp>
            <p:nvSpPr>
              <p:cNvPr id="7" name="object 7"/>
              <p:cNvSpPr/>
              <p:nvPr/>
            </p:nvSpPr>
            <p:spPr>
              <a:xfrm>
                <a:off x="3600449" y="3733799"/>
                <a:ext cx="1547495" cy="257175"/>
              </a:xfrm>
              <a:custGeom>
                <a:avLst/>
                <a:gdLst/>
                <a:ahLst/>
                <a:cxnLst/>
                <a:rect l="l" t="t" r="r" b="b"/>
                <a:pathLst>
                  <a:path w="1547495" h="257175">
                    <a:moveTo>
                      <a:pt x="1547495" y="257162"/>
                    </a:moveTo>
                    <a:lnTo>
                      <a:pt x="1152525" y="0"/>
                    </a:lnTo>
                  </a:path>
                  <a:path w="1547495" h="257175">
                    <a:moveTo>
                      <a:pt x="1122172" y="0"/>
                    </a:moveTo>
                    <a:lnTo>
                      <a:pt x="0" y="253047"/>
                    </a:lnTo>
                  </a:path>
                </a:pathLst>
              </a:custGeom>
              <a:ln w="38100">
                <a:solidFill>
                  <a:srgbClr val="FF40FF"/>
                </a:solidFill>
                <a:prstDash val="lgDash"/>
              </a:ln>
            </p:spPr>
            <p:txBody>
              <a:bodyPr wrap="square" lIns="0" tIns="0" rIns="0" bIns="0" rtlCol="0"/>
              <a:lstStyle/>
              <a:p>
                <a:endParaRPr sz="2400"/>
              </a:p>
            </p:txBody>
          </p:sp>
          <p:sp>
            <p:nvSpPr>
              <p:cNvPr id="8" name="object 8"/>
              <p:cNvSpPr/>
              <p:nvPr/>
            </p:nvSpPr>
            <p:spPr>
              <a:xfrm>
                <a:off x="4643453" y="3062224"/>
                <a:ext cx="190500" cy="681990"/>
              </a:xfrm>
              <a:custGeom>
                <a:avLst/>
                <a:gdLst/>
                <a:ahLst/>
                <a:cxnLst/>
                <a:rect l="l" t="t" r="r" b="b"/>
                <a:pathLst>
                  <a:path w="190500" h="681989">
                    <a:moveTo>
                      <a:pt x="17303" y="545925"/>
                    </a:moveTo>
                    <a:lnTo>
                      <a:pt x="11237" y="546542"/>
                    </a:lnTo>
                    <a:lnTo>
                      <a:pt x="5635" y="549529"/>
                    </a:lnTo>
                    <a:lnTo>
                      <a:pt x="1692" y="554485"/>
                    </a:lnTo>
                    <a:lnTo>
                      <a:pt x="0" y="560324"/>
                    </a:lnTo>
                    <a:lnTo>
                      <a:pt x="617" y="566352"/>
                    </a:lnTo>
                    <a:lnTo>
                      <a:pt x="3603" y="571881"/>
                    </a:lnTo>
                    <a:lnTo>
                      <a:pt x="95297" y="681863"/>
                    </a:lnTo>
                    <a:lnTo>
                      <a:pt x="116021" y="656970"/>
                    </a:lnTo>
                    <a:lnTo>
                      <a:pt x="79422" y="656970"/>
                    </a:lnTo>
                    <a:lnTo>
                      <a:pt x="79295" y="612978"/>
                    </a:lnTo>
                    <a:lnTo>
                      <a:pt x="28114" y="551560"/>
                    </a:lnTo>
                    <a:lnTo>
                      <a:pt x="23155" y="547618"/>
                    </a:lnTo>
                    <a:lnTo>
                      <a:pt x="17303" y="545925"/>
                    </a:lnTo>
                    <a:close/>
                  </a:path>
                  <a:path w="190500" h="681989">
                    <a:moveTo>
                      <a:pt x="79422" y="613130"/>
                    </a:moveTo>
                    <a:lnTo>
                      <a:pt x="79422" y="656970"/>
                    </a:lnTo>
                    <a:lnTo>
                      <a:pt x="111172" y="656970"/>
                    </a:lnTo>
                    <a:lnTo>
                      <a:pt x="111172" y="646810"/>
                    </a:lnTo>
                    <a:lnTo>
                      <a:pt x="82978" y="646810"/>
                    </a:lnTo>
                    <a:lnTo>
                      <a:pt x="95234" y="632104"/>
                    </a:lnTo>
                    <a:lnTo>
                      <a:pt x="79422" y="613130"/>
                    </a:lnTo>
                    <a:close/>
                  </a:path>
                  <a:path w="190500" h="681989">
                    <a:moveTo>
                      <a:pt x="173164" y="545925"/>
                    </a:moveTo>
                    <a:lnTo>
                      <a:pt x="167312" y="547618"/>
                    </a:lnTo>
                    <a:lnTo>
                      <a:pt x="162353" y="551560"/>
                    </a:lnTo>
                    <a:lnTo>
                      <a:pt x="111172" y="612978"/>
                    </a:lnTo>
                    <a:lnTo>
                      <a:pt x="111172" y="656970"/>
                    </a:lnTo>
                    <a:lnTo>
                      <a:pt x="116021" y="656970"/>
                    </a:lnTo>
                    <a:lnTo>
                      <a:pt x="186864" y="571881"/>
                    </a:lnTo>
                    <a:lnTo>
                      <a:pt x="189851" y="566352"/>
                    </a:lnTo>
                    <a:lnTo>
                      <a:pt x="190468" y="560324"/>
                    </a:lnTo>
                    <a:lnTo>
                      <a:pt x="188775" y="554485"/>
                    </a:lnTo>
                    <a:lnTo>
                      <a:pt x="184832" y="549529"/>
                    </a:lnTo>
                    <a:lnTo>
                      <a:pt x="179230" y="546542"/>
                    </a:lnTo>
                    <a:lnTo>
                      <a:pt x="173164" y="545925"/>
                    </a:lnTo>
                    <a:close/>
                  </a:path>
                  <a:path w="190500" h="681989">
                    <a:moveTo>
                      <a:pt x="95234" y="632104"/>
                    </a:moveTo>
                    <a:lnTo>
                      <a:pt x="82978" y="646810"/>
                    </a:lnTo>
                    <a:lnTo>
                      <a:pt x="107489" y="646810"/>
                    </a:lnTo>
                    <a:lnTo>
                      <a:pt x="95234" y="632104"/>
                    </a:lnTo>
                    <a:close/>
                  </a:path>
                  <a:path w="190500" h="681989">
                    <a:moveTo>
                      <a:pt x="111172" y="612978"/>
                    </a:moveTo>
                    <a:lnTo>
                      <a:pt x="95234" y="632104"/>
                    </a:lnTo>
                    <a:lnTo>
                      <a:pt x="107489" y="646810"/>
                    </a:lnTo>
                    <a:lnTo>
                      <a:pt x="111172" y="646810"/>
                    </a:lnTo>
                    <a:lnTo>
                      <a:pt x="111172" y="612978"/>
                    </a:lnTo>
                    <a:close/>
                  </a:path>
                  <a:path w="190500" h="681989">
                    <a:moveTo>
                      <a:pt x="95234" y="49758"/>
                    </a:moveTo>
                    <a:lnTo>
                      <a:pt x="79422" y="68732"/>
                    </a:lnTo>
                    <a:lnTo>
                      <a:pt x="79422" y="613130"/>
                    </a:lnTo>
                    <a:lnTo>
                      <a:pt x="95234" y="632104"/>
                    </a:lnTo>
                    <a:lnTo>
                      <a:pt x="111045" y="613130"/>
                    </a:lnTo>
                    <a:lnTo>
                      <a:pt x="111045" y="68732"/>
                    </a:lnTo>
                    <a:lnTo>
                      <a:pt x="95234" y="49758"/>
                    </a:lnTo>
                    <a:close/>
                  </a:path>
                  <a:path w="190500" h="681989">
                    <a:moveTo>
                      <a:pt x="95297" y="0"/>
                    </a:moveTo>
                    <a:lnTo>
                      <a:pt x="3603" y="109855"/>
                    </a:lnTo>
                    <a:lnTo>
                      <a:pt x="617" y="115456"/>
                    </a:lnTo>
                    <a:lnTo>
                      <a:pt x="0" y="121523"/>
                    </a:lnTo>
                    <a:lnTo>
                      <a:pt x="1692" y="127375"/>
                    </a:lnTo>
                    <a:lnTo>
                      <a:pt x="5635" y="132333"/>
                    </a:lnTo>
                    <a:lnTo>
                      <a:pt x="11237" y="135320"/>
                    </a:lnTo>
                    <a:lnTo>
                      <a:pt x="17303" y="135937"/>
                    </a:lnTo>
                    <a:lnTo>
                      <a:pt x="23155" y="134244"/>
                    </a:lnTo>
                    <a:lnTo>
                      <a:pt x="28114" y="130301"/>
                    </a:lnTo>
                    <a:lnTo>
                      <a:pt x="79295" y="68884"/>
                    </a:lnTo>
                    <a:lnTo>
                      <a:pt x="79422" y="24892"/>
                    </a:lnTo>
                    <a:lnTo>
                      <a:pt x="116045" y="24892"/>
                    </a:lnTo>
                    <a:lnTo>
                      <a:pt x="95297" y="0"/>
                    </a:lnTo>
                    <a:close/>
                  </a:path>
                  <a:path w="190500" h="681989">
                    <a:moveTo>
                      <a:pt x="116045" y="24892"/>
                    </a:moveTo>
                    <a:lnTo>
                      <a:pt x="111172" y="24892"/>
                    </a:lnTo>
                    <a:lnTo>
                      <a:pt x="111172" y="68884"/>
                    </a:lnTo>
                    <a:lnTo>
                      <a:pt x="162353" y="130301"/>
                    </a:lnTo>
                    <a:lnTo>
                      <a:pt x="167312" y="134244"/>
                    </a:lnTo>
                    <a:lnTo>
                      <a:pt x="173164" y="135937"/>
                    </a:lnTo>
                    <a:lnTo>
                      <a:pt x="179230" y="135320"/>
                    </a:lnTo>
                    <a:lnTo>
                      <a:pt x="184832" y="132333"/>
                    </a:lnTo>
                    <a:lnTo>
                      <a:pt x="188775" y="127375"/>
                    </a:lnTo>
                    <a:lnTo>
                      <a:pt x="190468" y="121523"/>
                    </a:lnTo>
                    <a:lnTo>
                      <a:pt x="189851" y="115456"/>
                    </a:lnTo>
                    <a:lnTo>
                      <a:pt x="186864" y="109855"/>
                    </a:lnTo>
                    <a:lnTo>
                      <a:pt x="116045" y="24892"/>
                    </a:lnTo>
                    <a:close/>
                  </a:path>
                  <a:path w="190500" h="681989">
                    <a:moveTo>
                      <a:pt x="111172" y="35051"/>
                    </a:moveTo>
                    <a:lnTo>
                      <a:pt x="107489" y="35051"/>
                    </a:lnTo>
                    <a:lnTo>
                      <a:pt x="95234" y="49758"/>
                    </a:lnTo>
                    <a:lnTo>
                      <a:pt x="111172" y="68884"/>
                    </a:lnTo>
                    <a:lnTo>
                      <a:pt x="111172" y="35051"/>
                    </a:lnTo>
                    <a:close/>
                  </a:path>
                  <a:path w="190500" h="681989">
                    <a:moveTo>
                      <a:pt x="111172" y="24892"/>
                    </a:moveTo>
                    <a:lnTo>
                      <a:pt x="79422" y="24892"/>
                    </a:lnTo>
                    <a:lnTo>
                      <a:pt x="79422" y="68732"/>
                    </a:lnTo>
                    <a:lnTo>
                      <a:pt x="95234" y="49758"/>
                    </a:lnTo>
                    <a:lnTo>
                      <a:pt x="82978" y="35051"/>
                    </a:lnTo>
                    <a:lnTo>
                      <a:pt x="111172" y="35051"/>
                    </a:lnTo>
                    <a:lnTo>
                      <a:pt x="111172" y="24892"/>
                    </a:lnTo>
                    <a:close/>
                  </a:path>
                  <a:path w="190500" h="681989">
                    <a:moveTo>
                      <a:pt x="107489" y="35051"/>
                    </a:moveTo>
                    <a:lnTo>
                      <a:pt x="82978" y="35051"/>
                    </a:lnTo>
                    <a:lnTo>
                      <a:pt x="95234" y="49758"/>
                    </a:lnTo>
                    <a:lnTo>
                      <a:pt x="107489" y="35051"/>
                    </a:lnTo>
                    <a:close/>
                  </a:path>
                </a:pathLst>
              </a:custGeom>
              <a:solidFill>
                <a:srgbClr val="0D0D0D"/>
              </a:solidFill>
            </p:spPr>
            <p:txBody>
              <a:bodyPr wrap="square" lIns="0" tIns="0" rIns="0" bIns="0" rtlCol="0"/>
              <a:lstStyle/>
              <a:p>
                <a:endParaRPr sz="2400"/>
              </a:p>
            </p:txBody>
          </p:sp>
          <p:sp>
            <p:nvSpPr>
              <p:cNvPr id="9" name="object 9"/>
              <p:cNvSpPr/>
              <p:nvPr/>
            </p:nvSpPr>
            <p:spPr>
              <a:xfrm>
                <a:off x="5008499" y="3366770"/>
                <a:ext cx="1819910" cy="185420"/>
              </a:xfrm>
              <a:custGeom>
                <a:avLst/>
                <a:gdLst/>
                <a:ahLst/>
                <a:cxnLst/>
                <a:rect l="l" t="t" r="r" b="b"/>
                <a:pathLst>
                  <a:path w="1819909" h="185420">
                    <a:moveTo>
                      <a:pt x="1760347" y="0"/>
                    </a:moveTo>
                    <a:lnTo>
                      <a:pt x="1757679" y="7492"/>
                    </a:lnTo>
                    <a:lnTo>
                      <a:pt x="1768443" y="12184"/>
                    </a:lnTo>
                    <a:lnTo>
                      <a:pt x="1777682" y="18637"/>
                    </a:lnTo>
                    <a:lnTo>
                      <a:pt x="1799812" y="61499"/>
                    </a:lnTo>
                    <a:lnTo>
                      <a:pt x="1802510" y="91693"/>
                    </a:lnTo>
                    <a:lnTo>
                      <a:pt x="1801840" y="108076"/>
                    </a:lnTo>
                    <a:lnTo>
                      <a:pt x="1791589" y="148081"/>
                    </a:lnTo>
                    <a:lnTo>
                      <a:pt x="1758060" y="177799"/>
                    </a:lnTo>
                    <a:lnTo>
                      <a:pt x="1760347" y="185292"/>
                    </a:lnTo>
                    <a:lnTo>
                      <a:pt x="1795708" y="164290"/>
                    </a:lnTo>
                    <a:lnTo>
                      <a:pt x="1815591" y="125475"/>
                    </a:lnTo>
                    <a:lnTo>
                      <a:pt x="1819402" y="92709"/>
                    </a:lnTo>
                    <a:lnTo>
                      <a:pt x="1818449" y="75731"/>
                    </a:lnTo>
                    <a:lnTo>
                      <a:pt x="1804161" y="32511"/>
                    </a:lnTo>
                    <a:lnTo>
                      <a:pt x="1773801" y="4883"/>
                    </a:lnTo>
                    <a:lnTo>
                      <a:pt x="1760347" y="0"/>
                    </a:lnTo>
                    <a:close/>
                  </a:path>
                  <a:path w="1819909" h="185420">
                    <a:moveTo>
                      <a:pt x="59054" y="0"/>
                    </a:moveTo>
                    <a:lnTo>
                      <a:pt x="23693" y="21127"/>
                    </a:lnTo>
                    <a:lnTo>
                      <a:pt x="3809" y="60039"/>
                    </a:lnTo>
                    <a:lnTo>
                      <a:pt x="0" y="92709"/>
                    </a:lnTo>
                    <a:lnTo>
                      <a:pt x="952" y="109759"/>
                    </a:lnTo>
                    <a:lnTo>
                      <a:pt x="15239" y="152907"/>
                    </a:lnTo>
                    <a:lnTo>
                      <a:pt x="45600" y="180482"/>
                    </a:lnTo>
                    <a:lnTo>
                      <a:pt x="59054" y="185292"/>
                    </a:lnTo>
                    <a:lnTo>
                      <a:pt x="61340" y="177799"/>
                    </a:lnTo>
                    <a:lnTo>
                      <a:pt x="50815" y="173085"/>
                    </a:lnTo>
                    <a:lnTo>
                      <a:pt x="41719" y="166560"/>
                    </a:lnTo>
                    <a:lnTo>
                      <a:pt x="19589" y="122935"/>
                    </a:lnTo>
                    <a:lnTo>
                      <a:pt x="16890" y="91693"/>
                    </a:lnTo>
                    <a:lnTo>
                      <a:pt x="17561" y="75906"/>
                    </a:lnTo>
                    <a:lnTo>
                      <a:pt x="27812" y="36829"/>
                    </a:lnTo>
                    <a:lnTo>
                      <a:pt x="61722" y="7492"/>
                    </a:lnTo>
                    <a:lnTo>
                      <a:pt x="59054" y="0"/>
                    </a:lnTo>
                    <a:close/>
                  </a:path>
                </a:pathLst>
              </a:custGeom>
              <a:solidFill>
                <a:srgbClr val="000000"/>
              </a:solidFill>
            </p:spPr>
            <p:txBody>
              <a:bodyPr wrap="square" lIns="0" tIns="0" rIns="0" bIns="0" rtlCol="0"/>
              <a:lstStyle/>
              <a:p>
                <a:endParaRPr sz="2400"/>
              </a:p>
            </p:txBody>
          </p:sp>
        </p:grpSp>
        <p:sp>
          <p:nvSpPr>
            <p:cNvPr id="10" name="object 10"/>
            <p:cNvSpPr txBox="1"/>
            <p:nvPr/>
          </p:nvSpPr>
          <p:spPr>
            <a:xfrm>
              <a:off x="6530002" y="4414604"/>
              <a:ext cx="2513753" cy="657830"/>
            </a:xfrm>
            <a:prstGeom prst="rect">
              <a:avLst/>
            </a:prstGeom>
          </p:spPr>
          <p:txBody>
            <a:bodyPr vert="horz" wrap="square" lIns="0" tIns="21167" rIns="0" bIns="0" rtlCol="0">
              <a:spAutoFit/>
            </a:bodyPr>
            <a:lstStyle/>
            <a:p>
              <a:pPr marL="16933">
                <a:spcBef>
                  <a:spcPts val="167"/>
                </a:spcBef>
              </a:pPr>
              <a:r>
                <a:rPr sz="2068" spc="255" dirty="0">
                  <a:latin typeface="Cambria Math"/>
                  <a:cs typeface="Cambria Math"/>
                </a:rPr>
                <a:t>𝐽  </a:t>
              </a:r>
              <a:r>
                <a:rPr sz="2068" spc="53" dirty="0">
                  <a:latin typeface="Cambria Math"/>
                  <a:cs typeface="Cambria Math"/>
                </a:rPr>
                <a:t>w</a:t>
              </a:r>
              <a:r>
                <a:rPr sz="2068" spc="187" dirty="0">
                  <a:latin typeface="Cambria Math"/>
                  <a:cs typeface="Cambria Math"/>
                </a:rPr>
                <a:t> </a:t>
              </a:r>
              <a:r>
                <a:rPr sz="2068" spc="27" dirty="0">
                  <a:latin typeface="Cambria Math"/>
                  <a:cs typeface="Cambria Math"/>
                </a:rPr>
                <a:t>=</a:t>
              </a:r>
              <a:r>
                <a:rPr sz="2068" spc="175" dirty="0">
                  <a:latin typeface="Cambria Math"/>
                  <a:cs typeface="Cambria Math"/>
                </a:rPr>
                <a:t> </a:t>
              </a:r>
              <a:r>
                <a:rPr sz="2068" spc="53" dirty="0">
                  <a:latin typeface="Cambria Math"/>
                  <a:cs typeface="Cambria Math"/>
                </a:rPr>
                <a:t>−</a:t>
              </a:r>
              <a:r>
                <a:rPr sz="2068" spc="153" dirty="0">
                  <a:latin typeface="Cambria Math"/>
                  <a:cs typeface="Cambria Math"/>
                </a:rPr>
                <a:t>10</a:t>
              </a:r>
              <a:r>
                <a:rPr sz="2068" spc="7" dirty="0">
                  <a:latin typeface="Cambria Math"/>
                  <a:cs typeface="Cambria Math"/>
                </a:rPr>
                <a:t>,</a:t>
              </a:r>
              <a:r>
                <a:rPr sz="2068" spc="-193" dirty="0">
                  <a:latin typeface="Cambria Math"/>
                  <a:cs typeface="Cambria Math"/>
                </a:rPr>
                <a:t> </a:t>
              </a:r>
              <a:r>
                <a:rPr sz="2068" spc="300" dirty="0">
                  <a:latin typeface="Cambria Math"/>
                  <a:cs typeface="Cambria Math"/>
                </a:rPr>
                <a:t>𝑏</a:t>
              </a:r>
              <a:r>
                <a:rPr sz="2068" spc="167" dirty="0">
                  <a:latin typeface="Cambria Math"/>
                  <a:cs typeface="Cambria Math"/>
                </a:rPr>
                <a:t> </a:t>
              </a:r>
              <a:r>
                <a:rPr sz="2068" spc="27" dirty="0">
                  <a:latin typeface="Cambria Math"/>
                  <a:cs typeface="Cambria Math"/>
                </a:rPr>
                <a:t>=</a:t>
              </a:r>
              <a:r>
                <a:rPr sz="2068" spc="175" dirty="0">
                  <a:latin typeface="Cambria Math"/>
                  <a:cs typeface="Cambria Math"/>
                </a:rPr>
                <a:t> </a:t>
              </a:r>
              <a:r>
                <a:rPr sz="2068" spc="53" dirty="0">
                  <a:latin typeface="Cambria Math"/>
                  <a:cs typeface="Cambria Math"/>
                </a:rPr>
                <a:t>−</a:t>
              </a:r>
              <a:r>
                <a:rPr sz="2068" spc="153" dirty="0">
                  <a:latin typeface="Cambria Math"/>
                  <a:cs typeface="Cambria Math"/>
                </a:rPr>
                <a:t>15</a:t>
              </a:r>
              <a:endParaRPr sz="2068">
                <a:latin typeface="Cambria Math"/>
                <a:cs typeface="Cambria Math"/>
              </a:endParaRPr>
            </a:p>
          </p:txBody>
        </p:sp>
      </p:grpSp>
      <p:sp>
        <p:nvSpPr>
          <p:cNvPr id="23" name="Slide Number Placeholder 22">
            <a:extLst>
              <a:ext uri="{FF2B5EF4-FFF2-40B4-BE49-F238E27FC236}">
                <a16:creationId xmlns:a16="http://schemas.microsoft.com/office/drawing/2014/main" id="{67585F66-EA56-A9BB-D7B0-11D548EA876B}"/>
              </a:ext>
            </a:extLst>
          </p:cNvPr>
          <p:cNvSpPr>
            <a:spLocks noGrp="1"/>
          </p:cNvSpPr>
          <p:nvPr>
            <p:ph type="sldNum" sz="quarter" idx="12"/>
          </p:nvPr>
        </p:nvSpPr>
        <p:spPr/>
        <p:txBody>
          <a:bodyPr/>
          <a:lstStyle/>
          <a:p>
            <a:fld id="{233E71FE-A542-4040-BA29-68F56A442EAC}" type="slidenum">
              <a:rPr lang="en-PS" smtClean="0"/>
              <a:t>25</a:t>
            </a:fld>
            <a:endParaRPr lang="en-PS"/>
          </a:p>
        </p:txBody>
      </p:sp>
      <p:sp>
        <p:nvSpPr>
          <p:cNvPr id="27" name="TextBox 26">
            <a:extLst>
              <a:ext uri="{FF2B5EF4-FFF2-40B4-BE49-F238E27FC236}">
                <a16:creationId xmlns:a16="http://schemas.microsoft.com/office/drawing/2014/main" id="{1F1D8E1B-E8D7-1352-82EE-173EBC4CE873}"/>
              </a:ext>
            </a:extLst>
          </p:cNvPr>
          <p:cNvSpPr txBox="1"/>
          <p:nvPr/>
        </p:nvSpPr>
        <p:spPr>
          <a:xfrm>
            <a:off x="422442" y="3285079"/>
            <a:ext cx="2081467" cy="707886"/>
          </a:xfrm>
          <a:prstGeom prst="rect">
            <a:avLst/>
          </a:prstGeom>
          <a:noFill/>
        </p:spPr>
        <p:txBody>
          <a:bodyPr wrap="none" rtlCol="0">
            <a:spAutoFit/>
          </a:bodyPr>
          <a:lstStyle/>
          <a:p>
            <a:r>
              <a:rPr lang="en-PS" sz="2000" dirty="0"/>
              <a:t>we have different</a:t>
            </a:r>
          </a:p>
          <a:p>
            <a:r>
              <a:rPr lang="en-PS" sz="2000" dirty="0"/>
              <a:t>values for w and b</a:t>
            </a:r>
          </a:p>
        </p:txBody>
      </p:sp>
      <p:sp>
        <p:nvSpPr>
          <p:cNvPr id="28" name="TextBox 27">
            <a:extLst>
              <a:ext uri="{FF2B5EF4-FFF2-40B4-BE49-F238E27FC236}">
                <a16:creationId xmlns:a16="http://schemas.microsoft.com/office/drawing/2014/main" id="{3EE6DACC-3DE8-FF43-3E22-9575DF55C6E4}"/>
              </a:ext>
            </a:extLst>
          </p:cNvPr>
          <p:cNvSpPr txBox="1"/>
          <p:nvPr/>
        </p:nvSpPr>
        <p:spPr>
          <a:xfrm>
            <a:off x="487293" y="5025248"/>
            <a:ext cx="2920864" cy="923330"/>
          </a:xfrm>
          <a:prstGeom prst="rect">
            <a:avLst/>
          </a:prstGeom>
          <a:noFill/>
        </p:spPr>
        <p:txBody>
          <a:bodyPr wrap="none" rtlCol="0">
            <a:spAutoFit/>
          </a:bodyPr>
          <a:lstStyle/>
          <a:p>
            <a:r>
              <a:rPr lang="en-PS" dirty="0"/>
              <a:t>any single point on this curve</a:t>
            </a:r>
          </a:p>
          <a:p>
            <a:r>
              <a:rPr lang="en-PS" dirty="0"/>
              <a:t>represents a pair of value for</a:t>
            </a:r>
          </a:p>
          <a:p>
            <a:r>
              <a:rPr lang="en-PS" dirty="0"/>
              <a:t>w and b</a:t>
            </a:r>
          </a:p>
        </p:txBody>
      </p:sp>
      <p:sp>
        <p:nvSpPr>
          <p:cNvPr id="29" name="Oval 28">
            <a:extLst>
              <a:ext uri="{FF2B5EF4-FFF2-40B4-BE49-F238E27FC236}">
                <a16:creationId xmlns:a16="http://schemas.microsoft.com/office/drawing/2014/main" id="{4C83F755-652F-F9DC-6394-10C1879545CA}"/>
              </a:ext>
            </a:extLst>
          </p:cNvPr>
          <p:cNvSpPr/>
          <p:nvPr/>
        </p:nvSpPr>
        <p:spPr>
          <a:xfrm>
            <a:off x="5560575" y="2946751"/>
            <a:ext cx="60590" cy="707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S"/>
          </a:p>
        </p:txBody>
      </p:sp>
      <p:cxnSp>
        <p:nvCxnSpPr>
          <p:cNvPr id="31" name="Straight Arrow Connector 30">
            <a:extLst>
              <a:ext uri="{FF2B5EF4-FFF2-40B4-BE49-F238E27FC236}">
                <a16:creationId xmlns:a16="http://schemas.microsoft.com/office/drawing/2014/main" id="{2728EC6A-587C-9FF0-AB60-5CFBE5295AC9}"/>
              </a:ext>
            </a:extLst>
          </p:cNvPr>
          <p:cNvCxnSpPr>
            <a:stCxn id="28" idx="0"/>
            <a:endCxn id="29" idx="3"/>
          </p:cNvCxnSpPr>
          <p:nvPr/>
        </p:nvCxnSpPr>
        <p:spPr>
          <a:xfrm flipV="1">
            <a:off x="1947725" y="3007156"/>
            <a:ext cx="3621723" cy="2018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54187" y="1698584"/>
            <a:ext cx="5350539" cy="4508007"/>
          </a:xfrm>
          <a:prstGeom prst="rect">
            <a:avLst/>
          </a:prstGeom>
        </p:spPr>
      </p:pic>
      <p:pic>
        <p:nvPicPr>
          <p:cNvPr id="3" name="object 3"/>
          <p:cNvPicPr/>
          <p:nvPr/>
        </p:nvPicPr>
        <p:blipFill>
          <a:blip r:embed="rId3" cstate="print"/>
          <a:stretch>
            <a:fillRect/>
          </a:stretch>
        </p:blipFill>
        <p:spPr>
          <a:xfrm>
            <a:off x="9206486" y="1245449"/>
            <a:ext cx="2290233" cy="453135"/>
          </a:xfrm>
          <a:prstGeom prst="rect">
            <a:avLst/>
          </a:prstGeom>
        </p:spPr>
      </p:pic>
      <p:pic>
        <p:nvPicPr>
          <p:cNvPr id="4" name="object 4"/>
          <p:cNvPicPr/>
          <p:nvPr/>
        </p:nvPicPr>
        <p:blipFill>
          <a:blip r:embed="rId4" cstate="print"/>
          <a:stretch>
            <a:fillRect/>
          </a:stretch>
        </p:blipFill>
        <p:spPr>
          <a:xfrm>
            <a:off x="9229598" y="1919226"/>
            <a:ext cx="1667849" cy="355092"/>
          </a:xfrm>
          <a:prstGeom prst="rect">
            <a:avLst/>
          </a:prstGeom>
        </p:spPr>
      </p:pic>
      <p:pic>
        <p:nvPicPr>
          <p:cNvPr id="5" name="object 5"/>
          <p:cNvPicPr/>
          <p:nvPr/>
        </p:nvPicPr>
        <p:blipFill>
          <a:blip r:embed="rId5" cstate="print"/>
          <a:stretch>
            <a:fillRect/>
          </a:stretch>
        </p:blipFill>
        <p:spPr>
          <a:xfrm>
            <a:off x="11032409" y="1869777"/>
            <a:ext cx="752799" cy="589280"/>
          </a:xfrm>
          <a:prstGeom prst="rect">
            <a:avLst/>
          </a:prstGeom>
        </p:spPr>
      </p:pic>
      <p:sp>
        <p:nvSpPr>
          <p:cNvPr id="6" name="object 6"/>
          <p:cNvSpPr txBox="1">
            <a:spLocks noGrp="1"/>
          </p:cNvSpPr>
          <p:nvPr>
            <p:ph type="title"/>
          </p:nvPr>
        </p:nvSpPr>
        <p:spPr>
          <a:xfrm>
            <a:off x="1199219" y="506958"/>
            <a:ext cx="2619585" cy="464572"/>
          </a:xfrm>
          <a:prstGeom prst="rect">
            <a:avLst/>
          </a:prstGeom>
        </p:spPr>
        <p:txBody>
          <a:bodyPr vert="horz" wrap="square" lIns="0" tIns="21167" rIns="0" bIns="0" rtlCol="0" anchor="ctr">
            <a:spAutoFit/>
          </a:bodyPr>
          <a:lstStyle/>
          <a:p>
            <a:pPr marL="16933">
              <a:spcBef>
                <a:spcPts val="167"/>
              </a:spcBef>
            </a:pPr>
            <a:r>
              <a:rPr sz="3200" dirty="0">
                <a:solidFill>
                  <a:srgbClr val="0432FF"/>
                </a:solidFill>
              </a:rPr>
              <a:t>3</a:t>
            </a:r>
            <a:r>
              <a:rPr sz="3200" spc="27" dirty="0">
                <a:solidFill>
                  <a:srgbClr val="0432FF"/>
                </a:solidFill>
              </a:rPr>
              <a:t>D</a:t>
            </a:r>
            <a:r>
              <a:rPr sz="3200" spc="-27" dirty="0">
                <a:solidFill>
                  <a:srgbClr val="0432FF"/>
                </a:solidFill>
              </a:rPr>
              <a:t> </a:t>
            </a:r>
            <a:r>
              <a:rPr sz="3200" spc="7" dirty="0">
                <a:solidFill>
                  <a:srgbClr val="0432FF"/>
                </a:solidFill>
              </a:rPr>
              <a:t>su</a:t>
            </a:r>
            <a:r>
              <a:rPr sz="3200" spc="53" dirty="0">
                <a:solidFill>
                  <a:srgbClr val="0432FF"/>
                </a:solidFill>
              </a:rPr>
              <a:t>rf</a:t>
            </a:r>
            <a:r>
              <a:rPr sz="3200" spc="-7" dirty="0">
                <a:solidFill>
                  <a:srgbClr val="0432FF"/>
                </a:solidFill>
              </a:rPr>
              <a:t>a</a:t>
            </a:r>
            <a:r>
              <a:rPr sz="3200" dirty="0">
                <a:solidFill>
                  <a:srgbClr val="0432FF"/>
                </a:solidFill>
              </a:rPr>
              <a:t>c</a:t>
            </a:r>
            <a:r>
              <a:rPr sz="3200" spc="20" dirty="0">
                <a:solidFill>
                  <a:srgbClr val="0432FF"/>
                </a:solidFill>
              </a:rPr>
              <a:t>e</a:t>
            </a:r>
            <a:r>
              <a:rPr sz="3200" spc="-255" dirty="0">
                <a:solidFill>
                  <a:srgbClr val="0432FF"/>
                </a:solidFill>
              </a:rPr>
              <a:t> </a:t>
            </a:r>
            <a:r>
              <a:rPr sz="3200" spc="33" dirty="0">
                <a:solidFill>
                  <a:srgbClr val="0432FF"/>
                </a:solidFill>
              </a:rPr>
              <a:t>p</a:t>
            </a:r>
            <a:r>
              <a:rPr sz="3200" spc="-33" dirty="0">
                <a:solidFill>
                  <a:srgbClr val="0432FF"/>
                </a:solidFill>
              </a:rPr>
              <a:t>lo</a:t>
            </a:r>
            <a:r>
              <a:rPr sz="3200" spc="15" dirty="0">
                <a:solidFill>
                  <a:srgbClr val="0432FF"/>
                </a:solidFill>
              </a:rPr>
              <a:t>t</a:t>
            </a:r>
            <a:endParaRPr sz="3200" dirty="0">
              <a:solidFill>
                <a:srgbClr val="0432FF"/>
              </a:solidFill>
            </a:endParaRPr>
          </a:p>
        </p:txBody>
      </p:sp>
      <p:sp>
        <p:nvSpPr>
          <p:cNvPr id="8" name="Slide Number Placeholder 7">
            <a:extLst>
              <a:ext uri="{FF2B5EF4-FFF2-40B4-BE49-F238E27FC236}">
                <a16:creationId xmlns:a16="http://schemas.microsoft.com/office/drawing/2014/main" id="{2AF2195C-38A5-D322-39B7-4529CDB11AC8}"/>
              </a:ext>
            </a:extLst>
          </p:cNvPr>
          <p:cNvSpPr>
            <a:spLocks noGrp="1"/>
          </p:cNvSpPr>
          <p:nvPr>
            <p:ph type="sldNum" sz="quarter" idx="12"/>
          </p:nvPr>
        </p:nvSpPr>
        <p:spPr/>
        <p:txBody>
          <a:bodyPr/>
          <a:lstStyle/>
          <a:p>
            <a:fld id="{233E71FE-A542-4040-BA29-68F56A442EAC}" type="slidenum">
              <a:rPr lang="en-PS" smtClean="0"/>
              <a:t>26</a:t>
            </a:fld>
            <a:endParaRPr lang="en-P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73100" y="2"/>
            <a:ext cx="10820400" cy="6083300"/>
          </a:xfrm>
          <a:prstGeom prst="rect">
            <a:avLst/>
          </a:prstGeom>
        </p:spPr>
      </p:pic>
      <p:sp>
        <p:nvSpPr>
          <p:cNvPr id="4" name="Slide Number Placeholder 3">
            <a:extLst>
              <a:ext uri="{FF2B5EF4-FFF2-40B4-BE49-F238E27FC236}">
                <a16:creationId xmlns:a16="http://schemas.microsoft.com/office/drawing/2014/main" id="{B7452A97-05A3-EE02-54D5-A507176171FA}"/>
              </a:ext>
            </a:extLst>
          </p:cNvPr>
          <p:cNvSpPr>
            <a:spLocks noGrp="1"/>
          </p:cNvSpPr>
          <p:nvPr>
            <p:ph type="sldNum" sz="quarter" idx="12"/>
          </p:nvPr>
        </p:nvSpPr>
        <p:spPr/>
        <p:txBody>
          <a:bodyPr/>
          <a:lstStyle/>
          <a:p>
            <a:fld id="{233E71FE-A542-4040-BA29-68F56A442EAC}" type="slidenum">
              <a:rPr lang="en-PS" smtClean="0"/>
              <a:t>27</a:t>
            </a:fld>
            <a:endParaRPr lang="en-P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85801" y="2"/>
            <a:ext cx="10807700" cy="6083300"/>
          </a:xfrm>
          <a:prstGeom prst="rect">
            <a:avLst/>
          </a:prstGeom>
        </p:spPr>
      </p:pic>
      <p:sp>
        <p:nvSpPr>
          <p:cNvPr id="4" name="Slide Number Placeholder 3">
            <a:extLst>
              <a:ext uri="{FF2B5EF4-FFF2-40B4-BE49-F238E27FC236}">
                <a16:creationId xmlns:a16="http://schemas.microsoft.com/office/drawing/2014/main" id="{5B74B2A3-F5BF-7DF5-3241-426D4845F7E6}"/>
              </a:ext>
            </a:extLst>
          </p:cNvPr>
          <p:cNvSpPr>
            <a:spLocks noGrp="1"/>
          </p:cNvSpPr>
          <p:nvPr>
            <p:ph type="sldNum" sz="quarter" idx="12"/>
          </p:nvPr>
        </p:nvSpPr>
        <p:spPr/>
        <p:txBody>
          <a:bodyPr/>
          <a:lstStyle/>
          <a:p>
            <a:fld id="{233E71FE-A542-4040-BA29-68F56A442EAC}" type="slidenum">
              <a:rPr lang="en-PS" smtClean="0"/>
              <a:t>28</a:t>
            </a:fld>
            <a:endParaRPr lang="en-P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16009" y="185077"/>
            <a:ext cx="7850597" cy="6449118"/>
            <a:chOff x="1703477" y="4825"/>
            <a:chExt cx="5887948" cy="4536720"/>
          </a:xfrm>
        </p:grpSpPr>
        <p:pic>
          <p:nvPicPr>
            <p:cNvPr id="3" name="object 3"/>
            <p:cNvPicPr/>
            <p:nvPr/>
          </p:nvPicPr>
          <p:blipFill>
            <a:blip r:embed="rId2" cstate="print"/>
            <a:stretch>
              <a:fillRect/>
            </a:stretch>
          </p:blipFill>
          <p:spPr>
            <a:xfrm>
              <a:off x="1703477" y="36606"/>
              <a:ext cx="5709967" cy="4466009"/>
            </a:xfrm>
            <a:prstGeom prst="rect">
              <a:avLst/>
            </a:prstGeom>
          </p:spPr>
        </p:pic>
        <p:sp>
          <p:nvSpPr>
            <p:cNvPr id="4" name="object 4"/>
            <p:cNvSpPr/>
            <p:nvPr/>
          </p:nvSpPr>
          <p:spPr>
            <a:xfrm>
              <a:off x="5076825" y="831723"/>
              <a:ext cx="420370" cy="300990"/>
            </a:xfrm>
            <a:custGeom>
              <a:avLst/>
              <a:gdLst/>
              <a:ahLst/>
              <a:cxnLst/>
              <a:rect l="l" t="t" r="r" b="b"/>
              <a:pathLst>
                <a:path w="420370" h="300990">
                  <a:moveTo>
                    <a:pt x="67794" y="102826"/>
                  </a:moveTo>
                  <a:lnTo>
                    <a:pt x="60801" y="104901"/>
                  </a:lnTo>
                  <a:lnTo>
                    <a:pt x="55094" y="109454"/>
                  </a:lnTo>
                  <a:lnTo>
                    <a:pt x="51435" y="116077"/>
                  </a:lnTo>
                  <a:lnTo>
                    <a:pt x="0" y="279780"/>
                  </a:lnTo>
                  <a:lnTo>
                    <a:pt x="170307" y="300863"/>
                  </a:lnTo>
                  <a:lnTo>
                    <a:pt x="177835" y="300281"/>
                  </a:lnTo>
                  <a:lnTo>
                    <a:pt x="184340" y="296973"/>
                  </a:lnTo>
                  <a:lnTo>
                    <a:pt x="189130" y="291451"/>
                  </a:lnTo>
                  <a:lnTo>
                    <a:pt x="191515" y="284225"/>
                  </a:lnTo>
                  <a:lnTo>
                    <a:pt x="191196" y="279653"/>
                  </a:lnTo>
                  <a:lnTo>
                    <a:pt x="35305" y="279653"/>
                  </a:lnTo>
                  <a:lnTo>
                    <a:pt x="14732" y="247650"/>
                  </a:lnTo>
                  <a:lnTo>
                    <a:pt x="58941" y="219207"/>
                  </a:lnTo>
                  <a:lnTo>
                    <a:pt x="87757" y="127507"/>
                  </a:lnTo>
                  <a:lnTo>
                    <a:pt x="88562" y="119973"/>
                  </a:lnTo>
                  <a:lnTo>
                    <a:pt x="86487" y="112950"/>
                  </a:lnTo>
                  <a:lnTo>
                    <a:pt x="81934" y="107237"/>
                  </a:lnTo>
                  <a:lnTo>
                    <a:pt x="75311" y="103631"/>
                  </a:lnTo>
                  <a:lnTo>
                    <a:pt x="67794" y="102826"/>
                  </a:lnTo>
                  <a:close/>
                </a:path>
                <a:path w="420370" h="300990">
                  <a:moveTo>
                    <a:pt x="58941" y="219207"/>
                  </a:moveTo>
                  <a:lnTo>
                    <a:pt x="14732" y="247650"/>
                  </a:lnTo>
                  <a:lnTo>
                    <a:pt x="35305" y="279653"/>
                  </a:lnTo>
                  <a:lnTo>
                    <a:pt x="51295" y="269366"/>
                  </a:lnTo>
                  <a:lnTo>
                    <a:pt x="43179" y="269366"/>
                  </a:lnTo>
                  <a:lnTo>
                    <a:pt x="27304" y="244728"/>
                  </a:lnTo>
                  <a:lnTo>
                    <a:pt x="50922" y="244728"/>
                  </a:lnTo>
                  <a:lnTo>
                    <a:pt x="58941" y="219207"/>
                  </a:lnTo>
                  <a:close/>
                </a:path>
                <a:path w="420370" h="300990">
                  <a:moveTo>
                    <a:pt x="79539" y="251196"/>
                  </a:moveTo>
                  <a:lnTo>
                    <a:pt x="35305" y="279653"/>
                  </a:lnTo>
                  <a:lnTo>
                    <a:pt x="191196" y="279653"/>
                  </a:lnTo>
                  <a:lnTo>
                    <a:pt x="79539" y="251196"/>
                  </a:lnTo>
                  <a:close/>
                </a:path>
                <a:path w="420370" h="300990">
                  <a:moveTo>
                    <a:pt x="27304" y="244728"/>
                  </a:moveTo>
                  <a:lnTo>
                    <a:pt x="43179" y="269366"/>
                  </a:lnTo>
                  <a:lnTo>
                    <a:pt x="50037" y="247543"/>
                  </a:lnTo>
                  <a:lnTo>
                    <a:pt x="27304" y="244728"/>
                  </a:lnTo>
                  <a:close/>
                </a:path>
                <a:path w="420370" h="300990">
                  <a:moveTo>
                    <a:pt x="50037" y="247543"/>
                  </a:moveTo>
                  <a:lnTo>
                    <a:pt x="43179" y="269366"/>
                  </a:lnTo>
                  <a:lnTo>
                    <a:pt x="51295" y="269366"/>
                  </a:lnTo>
                  <a:lnTo>
                    <a:pt x="79539" y="251196"/>
                  </a:lnTo>
                  <a:lnTo>
                    <a:pt x="50037" y="247543"/>
                  </a:lnTo>
                  <a:close/>
                </a:path>
                <a:path w="420370" h="300990">
                  <a:moveTo>
                    <a:pt x="399669" y="0"/>
                  </a:moveTo>
                  <a:lnTo>
                    <a:pt x="58941" y="219207"/>
                  </a:lnTo>
                  <a:lnTo>
                    <a:pt x="50037" y="247543"/>
                  </a:lnTo>
                  <a:lnTo>
                    <a:pt x="79539" y="251196"/>
                  </a:lnTo>
                  <a:lnTo>
                    <a:pt x="420242" y="32003"/>
                  </a:lnTo>
                  <a:lnTo>
                    <a:pt x="399669" y="0"/>
                  </a:lnTo>
                  <a:close/>
                </a:path>
                <a:path w="420370" h="300990">
                  <a:moveTo>
                    <a:pt x="50922" y="244728"/>
                  </a:moveTo>
                  <a:lnTo>
                    <a:pt x="27304" y="244728"/>
                  </a:lnTo>
                  <a:lnTo>
                    <a:pt x="50037" y="247543"/>
                  </a:lnTo>
                  <a:lnTo>
                    <a:pt x="50922" y="244728"/>
                  </a:lnTo>
                  <a:close/>
                </a:path>
              </a:pathLst>
            </a:custGeom>
            <a:solidFill>
              <a:srgbClr val="0096FF"/>
            </a:solidFill>
          </p:spPr>
          <p:txBody>
            <a:bodyPr wrap="square" lIns="0" tIns="0" rIns="0" bIns="0" rtlCol="0"/>
            <a:lstStyle/>
            <a:p>
              <a:endParaRPr sz="2400"/>
            </a:p>
          </p:txBody>
        </p:sp>
        <p:sp>
          <p:nvSpPr>
            <p:cNvPr id="5" name="object 5"/>
            <p:cNvSpPr/>
            <p:nvPr/>
          </p:nvSpPr>
          <p:spPr>
            <a:xfrm>
              <a:off x="5210175" y="965073"/>
              <a:ext cx="420370" cy="300990"/>
            </a:xfrm>
            <a:custGeom>
              <a:avLst/>
              <a:gdLst/>
              <a:ahLst/>
              <a:cxnLst/>
              <a:rect l="l" t="t" r="r" b="b"/>
              <a:pathLst>
                <a:path w="420370" h="300990">
                  <a:moveTo>
                    <a:pt x="67794" y="102826"/>
                  </a:moveTo>
                  <a:lnTo>
                    <a:pt x="60801" y="104901"/>
                  </a:lnTo>
                  <a:lnTo>
                    <a:pt x="55094" y="109454"/>
                  </a:lnTo>
                  <a:lnTo>
                    <a:pt x="51435" y="116077"/>
                  </a:lnTo>
                  <a:lnTo>
                    <a:pt x="0" y="279780"/>
                  </a:lnTo>
                  <a:lnTo>
                    <a:pt x="170307" y="300863"/>
                  </a:lnTo>
                  <a:lnTo>
                    <a:pt x="177835" y="300281"/>
                  </a:lnTo>
                  <a:lnTo>
                    <a:pt x="184340" y="296973"/>
                  </a:lnTo>
                  <a:lnTo>
                    <a:pt x="189130" y="291451"/>
                  </a:lnTo>
                  <a:lnTo>
                    <a:pt x="191515" y="284225"/>
                  </a:lnTo>
                  <a:lnTo>
                    <a:pt x="191196" y="279653"/>
                  </a:lnTo>
                  <a:lnTo>
                    <a:pt x="35305" y="279653"/>
                  </a:lnTo>
                  <a:lnTo>
                    <a:pt x="14732" y="247650"/>
                  </a:lnTo>
                  <a:lnTo>
                    <a:pt x="58941" y="219207"/>
                  </a:lnTo>
                  <a:lnTo>
                    <a:pt x="87757" y="127507"/>
                  </a:lnTo>
                  <a:lnTo>
                    <a:pt x="88562" y="119973"/>
                  </a:lnTo>
                  <a:lnTo>
                    <a:pt x="86487" y="112950"/>
                  </a:lnTo>
                  <a:lnTo>
                    <a:pt x="81934" y="107237"/>
                  </a:lnTo>
                  <a:lnTo>
                    <a:pt x="75311" y="103631"/>
                  </a:lnTo>
                  <a:lnTo>
                    <a:pt x="67794" y="102826"/>
                  </a:lnTo>
                  <a:close/>
                </a:path>
                <a:path w="420370" h="300990">
                  <a:moveTo>
                    <a:pt x="58941" y="219207"/>
                  </a:moveTo>
                  <a:lnTo>
                    <a:pt x="14732" y="247650"/>
                  </a:lnTo>
                  <a:lnTo>
                    <a:pt x="35305" y="279653"/>
                  </a:lnTo>
                  <a:lnTo>
                    <a:pt x="51295" y="269366"/>
                  </a:lnTo>
                  <a:lnTo>
                    <a:pt x="43179" y="269366"/>
                  </a:lnTo>
                  <a:lnTo>
                    <a:pt x="27304" y="244728"/>
                  </a:lnTo>
                  <a:lnTo>
                    <a:pt x="50922" y="244728"/>
                  </a:lnTo>
                  <a:lnTo>
                    <a:pt x="58941" y="219207"/>
                  </a:lnTo>
                  <a:close/>
                </a:path>
                <a:path w="420370" h="300990">
                  <a:moveTo>
                    <a:pt x="79539" y="251196"/>
                  </a:moveTo>
                  <a:lnTo>
                    <a:pt x="35305" y="279653"/>
                  </a:lnTo>
                  <a:lnTo>
                    <a:pt x="191196" y="279653"/>
                  </a:lnTo>
                  <a:lnTo>
                    <a:pt x="79539" y="251196"/>
                  </a:lnTo>
                  <a:close/>
                </a:path>
                <a:path w="420370" h="300990">
                  <a:moveTo>
                    <a:pt x="27304" y="244728"/>
                  </a:moveTo>
                  <a:lnTo>
                    <a:pt x="43179" y="269366"/>
                  </a:lnTo>
                  <a:lnTo>
                    <a:pt x="50037" y="247543"/>
                  </a:lnTo>
                  <a:lnTo>
                    <a:pt x="27304" y="244728"/>
                  </a:lnTo>
                  <a:close/>
                </a:path>
                <a:path w="420370" h="300990">
                  <a:moveTo>
                    <a:pt x="50037" y="247543"/>
                  </a:moveTo>
                  <a:lnTo>
                    <a:pt x="43179" y="269366"/>
                  </a:lnTo>
                  <a:lnTo>
                    <a:pt x="51295" y="269366"/>
                  </a:lnTo>
                  <a:lnTo>
                    <a:pt x="79539" y="251196"/>
                  </a:lnTo>
                  <a:lnTo>
                    <a:pt x="50037" y="247543"/>
                  </a:lnTo>
                  <a:close/>
                </a:path>
                <a:path w="420370" h="300990">
                  <a:moveTo>
                    <a:pt x="399669" y="0"/>
                  </a:moveTo>
                  <a:lnTo>
                    <a:pt x="58941" y="219207"/>
                  </a:lnTo>
                  <a:lnTo>
                    <a:pt x="50037" y="247543"/>
                  </a:lnTo>
                  <a:lnTo>
                    <a:pt x="79539" y="251196"/>
                  </a:lnTo>
                  <a:lnTo>
                    <a:pt x="420242" y="32003"/>
                  </a:lnTo>
                  <a:lnTo>
                    <a:pt x="399669" y="0"/>
                  </a:lnTo>
                  <a:close/>
                </a:path>
                <a:path w="420370" h="300990">
                  <a:moveTo>
                    <a:pt x="50922" y="244728"/>
                  </a:moveTo>
                  <a:lnTo>
                    <a:pt x="27304" y="244728"/>
                  </a:lnTo>
                  <a:lnTo>
                    <a:pt x="50037" y="247543"/>
                  </a:lnTo>
                  <a:lnTo>
                    <a:pt x="50922" y="244728"/>
                  </a:lnTo>
                  <a:close/>
                </a:path>
              </a:pathLst>
            </a:custGeom>
            <a:solidFill>
              <a:srgbClr val="FF9300"/>
            </a:solidFill>
          </p:spPr>
          <p:txBody>
            <a:bodyPr wrap="square" lIns="0" tIns="0" rIns="0" bIns="0" rtlCol="0"/>
            <a:lstStyle/>
            <a:p>
              <a:endParaRPr sz="2400"/>
            </a:p>
          </p:txBody>
        </p:sp>
        <p:sp>
          <p:nvSpPr>
            <p:cNvPr id="6" name="object 6"/>
            <p:cNvSpPr/>
            <p:nvPr/>
          </p:nvSpPr>
          <p:spPr>
            <a:xfrm>
              <a:off x="5334000" y="1098423"/>
              <a:ext cx="420370" cy="300990"/>
            </a:xfrm>
            <a:custGeom>
              <a:avLst/>
              <a:gdLst/>
              <a:ahLst/>
              <a:cxnLst/>
              <a:rect l="l" t="t" r="r" b="b"/>
              <a:pathLst>
                <a:path w="420370" h="300990">
                  <a:moveTo>
                    <a:pt x="67794" y="102826"/>
                  </a:moveTo>
                  <a:lnTo>
                    <a:pt x="60801" y="104901"/>
                  </a:lnTo>
                  <a:lnTo>
                    <a:pt x="55094" y="109454"/>
                  </a:lnTo>
                  <a:lnTo>
                    <a:pt x="51435" y="116077"/>
                  </a:lnTo>
                  <a:lnTo>
                    <a:pt x="0" y="279780"/>
                  </a:lnTo>
                  <a:lnTo>
                    <a:pt x="170307" y="300863"/>
                  </a:lnTo>
                  <a:lnTo>
                    <a:pt x="177835" y="300281"/>
                  </a:lnTo>
                  <a:lnTo>
                    <a:pt x="184340" y="296973"/>
                  </a:lnTo>
                  <a:lnTo>
                    <a:pt x="189130" y="291451"/>
                  </a:lnTo>
                  <a:lnTo>
                    <a:pt x="191515" y="284225"/>
                  </a:lnTo>
                  <a:lnTo>
                    <a:pt x="191196" y="279653"/>
                  </a:lnTo>
                  <a:lnTo>
                    <a:pt x="35305" y="279653"/>
                  </a:lnTo>
                  <a:lnTo>
                    <a:pt x="14732" y="247650"/>
                  </a:lnTo>
                  <a:lnTo>
                    <a:pt x="58941" y="219207"/>
                  </a:lnTo>
                  <a:lnTo>
                    <a:pt x="87757" y="127507"/>
                  </a:lnTo>
                  <a:lnTo>
                    <a:pt x="88562" y="119973"/>
                  </a:lnTo>
                  <a:lnTo>
                    <a:pt x="86487" y="112950"/>
                  </a:lnTo>
                  <a:lnTo>
                    <a:pt x="81934" y="107237"/>
                  </a:lnTo>
                  <a:lnTo>
                    <a:pt x="75311" y="103631"/>
                  </a:lnTo>
                  <a:lnTo>
                    <a:pt x="67794" y="102826"/>
                  </a:lnTo>
                  <a:close/>
                </a:path>
                <a:path w="420370" h="300990">
                  <a:moveTo>
                    <a:pt x="58941" y="219207"/>
                  </a:moveTo>
                  <a:lnTo>
                    <a:pt x="14732" y="247650"/>
                  </a:lnTo>
                  <a:lnTo>
                    <a:pt x="35305" y="279653"/>
                  </a:lnTo>
                  <a:lnTo>
                    <a:pt x="51295" y="269366"/>
                  </a:lnTo>
                  <a:lnTo>
                    <a:pt x="43179" y="269366"/>
                  </a:lnTo>
                  <a:lnTo>
                    <a:pt x="27304" y="244728"/>
                  </a:lnTo>
                  <a:lnTo>
                    <a:pt x="50922" y="244728"/>
                  </a:lnTo>
                  <a:lnTo>
                    <a:pt x="58941" y="219207"/>
                  </a:lnTo>
                  <a:close/>
                </a:path>
                <a:path w="420370" h="300990">
                  <a:moveTo>
                    <a:pt x="79539" y="251196"/>
                  </a:moveTo>
                  <a:lnTo>
                    <a:pt x="35305" y="279653"/>
                  </a:lnTo>
                  <a:lnTo>
                    <a:pt x="191196" y="279653"/>
                  </a:lnTo>
                  <a:lnTo>
                    <a:pt x="79539" y="251196"/>
                  </a:lnTo>
                  <a:close/>
                </a:path>
                <a:path w="420370" h="300990">
                  <a:moveTo>
                    <a:pt x="27304" y="244728"/>
                  </a:moveTo>
                  <a:lnTo>
                    <a:pt x="43179" y="269366"/>
                  </a:lnTo>
                  <a:lnTo>
                    <a:pt x="50037" y="247543"/>
                  </a:lnTo>
                  <a:lnTo>
                    <a:pt x="27304" y="244728"/>
                  </a:lnTo>
                  <a:close/>
                </a:path>
                <a:path w="420370" h="300990">
                  <a:moveTo>
                    <a:pt x="50037" y="247543"/>
                  </a:moveTo>
                  <a:lnTo>
                    <a:pt x="43179" y="269366"/>
                  </a:lnTo>
                  <a:lnTo>
                    <a:pt x="51295" y="269366"/>
                  </a:lnTo>
                  <a:lnTo>
                    <a:pt x="79539" y="251196"/>
                  </a:lnTo>
                  <a:lnTo>
                    <a:pt x="50037" y="247543"/>
                  </a:lnTo>
                  <a:close/>
                </a:path>
                <a:path w="420370" h="300990">
                  <a:moveTo>
                    <a:pt x="399669" y="0"/>
                  </a:moveTo>
                  <a:lnTo>
                    <a:pt x="58941" y="219207"/>
                  </a:lnTo>
                  <a:lnTo>
                    <a:pt x="50037" y="247543"/>
                  </a:lnTo>
                  <a:lnTo>
                    <a:pt x="79539" y="251196"/>
                  </a:lnTo>
                  <a:lnTo>
                    <a:pt x="420242" y="32003"/>
                  </a:lnTo>
                  <a:lnTo>
                    <a:pt x="399669" y="0"/>
                  </a:lnTo>
                  <a:close/>
                </a:path>
                <a:path w="420370" h="300990">
                  <a:moveTo>
                    <a:pt x="50922" y="244728"/>
                  </a:moveTo>
                  <a:lnTo>
                    <a:pt x="27304" y="244728"/>
                  </a:lnTo>
                  <a:lnTo>
                    <a:pt x="50037" y="247543"/>
                  </a:lnTo>
                  <a:lnTo>
                    <a:pt x="50922" y="244728"/>
                  </a:lnTo>
                  <a:close/>
                </a:path>
              </a:pathLst>
            </a:custGeom>
            <a:solidFill>
              <a:srgbClr val="00B050"/>
            </a:solidFill>
          </p:spPr>
          <p:txBody>
            <a:bodyPr wrap="square" lIns="0" tIns="0" rIns="0" bIns="0" rtlCol="0"/>
            <a:lstStyle/>
            <a:p>
              <a:endParaRPr sz="2400"/>
            </a:p>
          </p:txBody>
        </p:sp>
        <p:sp>
          <p:nvSpPr>
            <p:cNvPr id="7" name="object 7"/>
            <p:cNvSpPr/>
            <p:nvPr/>
          </p:nvSpPr>
          <p:spPr>
            <a:xfrm>
              <a:off x="3543379" y="3381374"/>
              <a:ext cx="228600" cy="386715"/>
            </a:xfrm>
            <a:custGeom>
              <a:avLst/>
              <a:gdLst/>
              <a:ahLst/>
              <a:cxnLst/>
              <a:rect l="l" t="t" r="r" b="b"/>
              <a:pathLst>
                <a:path w="228600" h="386714">
                  <a:moveTo>
                    <a:pt x="20701" y="223345"/>
                  </a:moveTo>
                  <a:lnTo>
                    <a:pt x="13448" y="224105"/>
                  </a:lnTo>
                  <a:lnTo>
                    <a:pt x="6778" y="227711"/>
                  </a:lnTo>
                  <a:lnTo>
                    <a:pt x="2026" y="233594"/>
                  </a:lnTo>
                  <a:lnTo>
                    <a:pt x="0" y="240585"/>
                  </a:lnTo>
                  <a:lnTo>
                    <a:pt x="760" y="247838"/>
                  </a:lnTo>
                  <a:lnTo>
                    <a:pt x="4365" y="254508"/>
                  </a:lnTo>
                  <a:lnTo>
                    <a:pt x="114220" y="386334"/>
                  </a:lnTo>
                  <a:lnTo>
                    <a:pt x="138985" y="356616"/>
                  </a:lnTo>
                  <a:lnTo>
                    <a:pt x="95170" y="356616"/>
                  </a:lnTo>
                  <a:lnTo>
                    <a:pt x="95170" y="304038"/>
                  </a:lnTo>
                  <a:lnTo>
                    <a:pt x="33575" y="230124"/>
                  </a:lnTo>
                  <a:lnTo>
                    <a:pt x="27691" y="225371"/>
                  </a:lnTo>
                  <a:lnTo>
                    <a:pt x="20701" y="223345"/>
                  </a:lnTo>
                  <a:close/>
                </a:path>
                <a:path w="228600" h="386714">
                  <a:moveTo>
                    <a:pt x="95170" y="304038"/>
                  </a:moveTo>
                  <a:lnTo>
                    <a:pt x="95170" y="356616"/>
                  </a:lnTo>
                  <a:lnTo>
                    <a:pt x="133270" y="356616"/>
                  </a:lnTo>
                  <a:lnTo>
                    <a:pt x="133270" y="344424"/>
                  </a:lnTo>
                  <a:lnTo>
                    <a:pt x="99615" y="344424"/>
                  </a:lnTo>
                  <a:lnTo>
                    <a:pt x="114220" y="326898"/>
                  </a:lnTo>
                  <a:lnTo>
                    <a:pt x="95170" y="304038"/>
                  </a:lnTo>
                  <a:close/>
                </a:path>
                <a:path w="228600" h="386714">
                  <a:moveTo>
                    <a:pt x="207740" y="223345"/>
                  </a:moveTo>
                  <a:lnTo>
                    <a:pt x="200749" y="225371"/>
                  </a:lnTo>
                  <a:lnTo>
                    <a:pt x="194865" y="230124"/>
                  </a:lnTo>
                  <a:lnTo>
                    <a:pt x="133270" y="304038"/>
                  </a:lnTo>
                  <a:lnTo>
                    <a:pt x="133270" y="356616"/>
                  </a:lnTo>
                  <a:lnTo>
                    <a:pt x="138985" y="356616"/>
                  </a:lnTo>
                  <a:lnTo>
                    <a:pt x="224075" y="254508"/>
                  </a:lnTo>
                  <a:lnTo>
                    <a:pt x="227681" y="247838"/>
                  </a:lnTo>
                  <a:lnTo>
                    <a:pt x="228441" y="240585"/>
                  </a:lnTo>
                  <a:lnTo>
                    <a:pt x="226415" y="233594"/>
                  </a:lnTo>
                  <a:lnTo>
                    <a:pt x="221662" y="227711"/>
                  </a:lnTo>
                  <a:lnTo>
                    <a:pt x="214993" y="224105"/>
                  </a:lnTo>
                  <a:lnTo>
                    <a:pt x="207740" y="223345"/>
                  </a:lnTo>
                  <a:close/>
                </a:path>
                <a:path w="228600" h="386714">
                  <a:moveTo>
                    <a:pt x="114220" y="326898"/>
                  </a:moveTo>
                  <a:lnTo>
                    <a:pt x="99615" y="344424"/>
                  </a:lnTo>
                  <a:lnTo>
                    <a:pt x="128825" y="344424"/>
                  </a:lnTo>
                  <a:lnTo>
                    <a:pt x="114220" y="326898"/>
                  </a:lnTo>
                  <a:close/>
                </a:path>
                <a:path w="228600" h="386714">
                  <a:moveTo>
                    <a:pt x="133270" y="304038"/>
                  </a:moveTo>
                  <a:lnTo>
                    <a:pt x="114220" y="326898"/>
                  </a:lnTo>
                  <a:lnTo>
                    <a:pt x="128825" y="344424"/>
                  </a:lnTo>
                  <a:lnTo>
                    <a:pt x="133270" y="344424"/>
                  </a:lnTo>
                  <a:lnTo>
                    <a:pt x="133270" y="304038"/>
                  </a:lnTo>
                  <a:close/>
                </a:path>
                <a:path w="228600" h="386714">
                  <a:moveTo>
                    <a:pt x="133270" y="0"/>
                  </a:moveTo>
                  <a:lnTo>
                    <a:pt x="95170" y="0"/>
                  </a:lnTo>
                  <a:lnTo>
                    <a:pt x="95170" y="304038"/>
                  </a:lnTo>
                  <a:lnTo>
                    <a:pt x="114220" y="326898"/>
                  </a:lnTo>
                  <a:lnTo>
                    <a:pt x="133270" y="304038"/>
                  </a:lnTo>
                  <a:lnTo>
                    <a:pt x="133270" y="0"/>
                  </a:lnTo>
                  <a:close/>
                </a:path>
              </a:pathLst>
            </a:custGeom>
            <a:solidFill>
              <a:srgbClr val="0096FF"/>
            </a:solidFill>
          </p:spPr>
          <p:txBody>
            <a:bodyPr wrap="square" lIns="0" tIns="0" rIns="0" bIns="0" rtlCol="0"/>
            <a:lstStyle/>
            <a:p>
              <a:endParaRPr sz="2400"/>
            </a:p>
          </p:txBody>
        </p:sp>
        <p:sp>
          <p:nvSpPr>
            <p:cNvPr id="8" name="object 8"/>
            <p:cNvSpPr/>
            <p:nvPr/>
          </p:nvSpPr>
          <p:spPr>
            <a:xfrm>
              <a:off x="3752929" y="3381374"/>
              <a:ext cx="228600" cy="386715"/>
            </a:xfrm>
            <a:custGeom>
              <a:avLst/>
              <a:gdLst/>
              <a:ahLst/>
              <a:cxnLst/>
              <a:rect l="l" t="t" r="r" b="b"/>
              <a:pathLst>
                <a:path w="228600" h="386714">
                  <a:moveTo>
                    <a:pt x="20701" y="223345"/>
                  </a:moveTo>
                  <a:lnTo>
                    <a:pt x="13448" y="224105"/>
                  </a:lnTo>
                  <a:lnTo>
                    <a:pt x="6778" y="227711"/>
                  </a:lnTo>
                  <a:lnTo>
                    <a:pt x="2026" y="233594"/>
                  </a:lnTo>
                  <a:lnTo>
                    <a:pt x="0" y="240585"/>
                  </a:lnTo>
                  <a:lnTo>
                    <a:pt x="760" y="247838"/>
                  </a:lnTo>
                  <a:lnTo>
                    <a:pt x="4365" y="254508"/>
                  </a:lnTo>
                  <a:lnTo>
                    <a:pt x="114220" y="386334"/>
                  </a:lnTo>
                  <a:lnTo>
                    <a:pt x="138985" y="356616"/>
                  </a:lnTo>
                  <a:lnTo>
                    <a:pt x="95170" y="356616"/>
                  </a:lnTo>
                  <a:lnTo>
                    <a:pt x="95170" y="304038"/>
                  </a:lnTo>
                  <a:lnTo>
                    <a:pt x="33575" y="230124"/>
                  </a:lnTo>
                  <a:lnTo>
                    <a:pt x="27691" y="225371"/>
                  </a:lnTo>
                  <a:lnTo>
                    <a:pt x="20701" y="223345"/>
                  </a:lnTo>
                  <a:close/>
                </a:path>
                <a:path w="228600" h="386714">
                  <a:moveTo>
                    <a:pt x="95170" y="304038"/>
                  </a:moveTo>
                  <a:lnTo>
                    <a:pt x="95170" y="356616"/>
                  </a:lnTo>
                  <a:lnTo>
                    <a:pt x="133270" y="356616"/>
                  </a:lnTo>
                  <a:lnTo>
                    <a:pt x="133270" y="344424"/>
                  </a:lnTo>
                  <a:lnTo>
                    <a:pt x="99615" y="344424"/>
                  </a:lnTo>
                  <a:lnTo>
                    <a:pt x="114220" y="326898"/>
                  </a:lnTo>
                  <a:lnTo>
                    <a:pt x="95170" y="304038"/>
                  </a:lnTo>
                  <a:close/>
                </a:path>
                <a:path w="228600" h="386714">
                  <a:moveTo>
                    <a:pt x="207740" y="223345"/>
                  </a:moveTo>
                  <a:lnTo>
                    <a:pt x="200749" y="225371"/>
                  </a:lnTo>
                  <a:lnTo>
                    <a:pt x="194865" y="230124"/>
                  </a:lnTo>
                  <a:lnTo>
                    <a:pt x="133270" y="304038"/>
                  </a:lnTo>
                  <a:lnTo>
                    <a:pt x="133270" y="356616"/>
                  </a:lnTo>
                  <a:lnTo>
                    <a:pt x="138985" y="356616"/>
                  </a:lnTo>
                  <a:lnTo>
                    <a:pt x="224075" y="254508"/>
                  </a:lnTo>
                  <a:lnTo>
                    <a:pt x="227681" y="247838"/>
                  </a:lnTo>
                  <a:lnTo>
                    <a:pt x="228441" y="240585"/>
                  </a:lnTo>
                  <a:lnTo>
                    <a:pt x="226415" y="233594"/>
                  </a:lnTo>
                  <a:lnTo>
                    <a:pt x="221662" y="227711"/>
                  </a:lnTo>
                  <a:lnTo>
                    <a:pt x="214993" y="224105"/>
                  </a:lnTo>
                  <a:lnTo>
                    <a:pt x="207740" y="223345"/>
                  </a:lnTo>
                  <a:close/>
                </a:path>
                <a:path w="228600" h="386714">
                  <a:moveTo>
                    <a:pt x="114220" y="326898"/>
                  </a:moveTo>
                  <a:lnTo>
                    <a:pt x="99615" y="344424"/>
                  </a:lnTo>
                  <a:lnTo>
                    <a:pt x="128825" y="344424"/>
                  </a:lnTo>
                  <a:lnTo>
                    <a:pt x="114220" y="326898"/>
                  </a:lnTo>
                  <a:close/>
                </a:path>
                <a:path w="228600" h="386714">
                  <a:moveTo>
                    <a:pt x="133270" y="304038"/>
                  </a:moveTo>
                  <a:lnTo>
                    <a:pt x="114220" y="326898"/>
                  </a:lnTo>
                  <a:lnTo>
                    <a:pt x="128825" y="344424"/>
                  </a:lnTo>
                  <a:lnTo>
                    <a:pt x="133270" y="344424"/>
                  </a:lnTo>
                  <a:lnTo>
                    <a:pt x="133270" y="304038"/>
                  </a:lnTo>
                  <a:close/>
                </a:path>
                <a:path w="228600" h="386714">
                  <a:moveTo>
                    <a:pt x="133270" y="0"/>
                  </a:moveTo>
                  <a:lnTo>
                    <a:pt x="95170" y="0"/>
                  </a:lnTo>
                  <a:lnTo>
                    <a:pt x="95170" y="304038"/>
                  </a:lnTo>
                  <a:lnTo>
                    <a:pt x="114220" y="326898"/>
                  </a:lnTo>
                  <a:lnTo>
                    <a:pt x="133270" y="304038"/>
                  </a:lnTo>
                  <a:lnTo>
                    <a:pt x="133270" y="0"/>
                  </a:lnTo>
                  <a:close/>
                </a:path>
              </a:pathLst>
            </a:custGeom>
            <a:solidFill>
              <a:srgbClr val="FF9300"/>
            </a:solidFill>
          </p:spPr>
          <p:txBody>
            <a:bodyPr wrap="square" lIns="0" tIns="0" rIns="0" bIns="0" rtlCol="0"/>
            <a:lstStyle/>
            <a:p>
              <a:endParaRPr sz="2400"/>
            </a:p>
          </p:txBody>
        </p:sp>
        <p:sp>
          <p:nvSpPr>
            <p:cNvPr id="9" name="object 9"/>
            <p:cNvSpPr/>
            <p:nvPr/>
          </p:nvSpPr>
          <p:spPr>
            <a:xfrm>
              <a:off x="3943429" y="3381374"/>
              <a:ext cx="228600" cy="386715"/>
            </a:xfrm>
            <a:custGeom>
              <a:avLst/>
              <a:gdLst/>
              <a:ahLst/>
              <a:cxnLst/>
              <a:rect l="l" t="t" r="r" b="b"/>
              <a:pathLst>
                <a:path w="228600" h="386714">
                  <a:moveTo>
                    <a:pt x="20701" y="223345"/>
                  </a:moveTo>
                  <a:lnTo>
                    <a:pt x="13448" y="224105"/>
                  </a:lnTo>
                  <a:lnTo>
                    <a:pt x="6778" y="227711"/>
                  </a:lnTo>
                  <a:lnTo>
                    <a:pt x="2026" y="233594"/>
                  </a:lnTo>
                  <a:lnTo>
                    <a:pt x="0" y="240585"/>
                  </a:lnTo>
                  <a:lnTo>
                    <a:pt x="760" y="247838"/>
                  </a:lnTo>
                  <a:lnTo>
                    <a:pt x="4365" y="254508"/>
                  </a:lnTo>
                  <a:lnTo>
                    <a:pt x="114220" y="386334"/>
                  </a:lnTo>
                  <a:lnTo>
                    <a:pt x="138985" y="356616"/>
                  </a:lnTo>
                  <a:lnTo>
                    <a:pt x="95170" y="356616"/>
                  </a:lnTo>
                  <a:lnTo>
                    <a:pt x="95170" y="304038"/>
                  </a:lnTo>
                  <a:lnTo>
                    <a:pt x="33575" y="230124"/>
                  </a:lnTo>
                  <a:lnTo>
                    <a:pt x="27691" y="225371"/>
                  </a:lnTo>
                  <a:lnTo>
                    <a:pt x="20701" y="223345"/>
                  </a:lnTo>
                  <a:close/>
                </a:path>
                <a:path w="228600" h="386714">
                  <a:moveTo>
                    <a:pt x="95170" y="304038"/>
                  </a:moveTo>
                  <a:lnTo>
                    <a:pt x="95170" y="356616"/>
                  </a:lnTo>
                  <a:lnTo>
                    <a:pt x="133270" y="356616"/>
                  </a:lnTo>
                  <a:lnTo>
                    <a:pt x="133270" y="344424"/>
                  </a:lnTo>
                  <a:lnTo>
                    <a:pt x="99615" y="344424"/>
                  </a:lnTo>
                  <a:lnTo>
                    <a:pt x="114220" y="326898"/>
                  </a:lnTo>
                  <a:lnTo>
                    <a:pt x="95170" y="304038"/>
                  </a:lnTo>
                  <a:close/>
                </a:path>
                <a:path w="228600" h="386714">
                  <a:moveTo>
                    <a:pt x="207740" y="223345"/>
                  </a:moveTo>
                  <a:lnTo>
                    <a:pt x="200749" y="225371"/>
                  </a:lnTo>
                  <a:lnTo>
                    <a:pt x="194865" y="230124"/>
                  </a:lnTo>
                  <a:lnTo>
                    <a:pt x="133270" y="304038"/>
                  </a:lnTo>
                  <a:lnTo>
                    <a:pt x="133270" y="356616"/>
                  </a:lnTo>
                  <a:lnTo>
                    <a:pt x="138985" y="356616"/>
                  </a:lnTo>
                  <a:lnTo>
                    <a:pt x="224075" y="254508"/>
                  </a:lnTo>
                  <a:lnTo>
                    <a:pt x="227681" y="247838"/>
                  </a:lnTo>
                  <a:lnTo>
                    <a:pt x="228441" y="240585"/>
                  </a:lnTo>
                  <a:lnTo>
                    <a:pt x="226415" y="233594"/>
                  </a:lnTo>
                  <a:lnTo>
                    <a:pt x="221662" y="227711"/>
                  </a:lnTo>
                  <a:lnTo>
                    <a:pt x="214993" y="224105"/>
                  </a:lnTo>
                  <a:lnTo>
                    <a:pt x="207740" y="223345"/>
                  </a:lnTo>
                  <a:close/>
                </a:path>
                <a:path w="228600" h="386714">
                  <a:moveTo>
                    <a:pt x="114220" y="326898"/>
                  </a:moveTo>
                  <a:lnTo>
                    <a:pt x="99615" y="344424"/>
                  </a:lnTo>
                  <a:lnTo>
                    <a:pt x="128825" y="344424"/>
                  </a:lnTo>
                  <a:lnTo>
                    <a:pt x="114220" y="326898"/>
                  </a:lnTo>
                  <a:close/>
                </a:path>
                <a:path w="228600" h="386714">
                  <a:moveTo>
                    <a:pt x="133270" y="304038"/>
                  </a:moveTo>
                  <a:lnTo>
                    <a:pt x="114220" y="326898"/>
                  </a:lnTo>
                  <a:lnTo>
                    <a:pt x="128825" y="344424"/>
                  </a:lnTo>
                  <a:lnTo>
                    <a:pt x="133270" y="344424"/>
                  </a:lnTo>
                  <a:lnTo>
                    <a:pt x="133270" y="304038"/>
                  </a:lnTo>
                  <a:close/>
                </a:path>
                <a:path w="228600" h="386714">
                  <a:moveTo>
                    <a:pt x="133270" y="0"/>
                  </a:moveTo>
                  <a:lnTo>
                    <a:pt x="95170" y="0"/>
                  </a:lnTo>
                  <a:lnTo>
                    <a:pt x="95170" y="304038"/>
                  </a:lnTo>
                  <a:lnTo>
                    <a:pt x="114220" y="326898"/>
                  </a:lnTo>
                  <a:lnTo>
                    <a:pt x="133270" y="304038"/>
                  </a:lnTo>
                  <a:lnTo>
                    <a:pt x="133270" y="0"/>
                  </a:lnTo>
                  <a:close/>
                </a:path>
              </a:pathLst>
            </a:custGeom>
            <a:solidFill>
              <a:srgbClr val="00B050"/>
            </a:solidFill>
          </p:spPr>
          <p:txBody>
            <a:bodyPr wrap="square" lIns="0" tIns="0" rIns="0" bIns="0" rtlCol="0"/>
            <a:lstStyle/>
            <a:p>
              <a:endParaRPr sz="2400"/>
            </a:p>
          </p:txBody>
        </p:sp>
        <p:sp>
          <p:nvSpPr>
            <p:cNvPr id="10" name="object 10"/>
            <p:cNvSpPr/>
            <p:nvPr/>
          </p:nvSpPr>
          <p:spPr>
            <a:xfrm>
              <a:off x="2324099" y="1582259"/>
              <a:ext cx="304165" cy="207645"/>
            </a:xfrm>
            <a:custGeom>
              <a:avLst/>
              <a:gdLst/>
              <a:ahLst/>
              <a:cxnLst/>
              <a:rect l="l" t="t" r="r" b="b"/>
              <a:pathLst>
                <a:path w="304164" h="207644">
                  <a:moveTo>
                    <a:pt x="84558" y="0"/>
                  </a:moveTo>
                  <a:lnTo>
                    <a:pt x="77406" y="1383"/>
                  </a:lnTo>
                  <a:lnTo>
                    <a:pt x="71302" y="5361"/>
                  </a:lnTo>
                  <a:lnTo>
                    <a:pt x="67056" y="11590"/>
                  </a:lnTo>
                  <a:lnTo>
                    <a:pt x="0" y="169578"/>
                  </a:lnTo>
                  <a:lnTo>
                    <a:pt x="167512" y="207043"/>
                  </a:lnTo>
                  <a:lnTo>
                    <a:pt x="175083" y="207192"/>
                  </a:lnTo>
                  <a:lnTo>
                    <a:pt x="181879" y="204519"/>
                  </a:lnTo>
                  <a:lnTo>
                    <a:pt x="187176" y="199489"/>
                  </a:lnTo>
                  <a:lnTo>
                    <a:pt x="190245" y="192565"/>
                  </a:lnTo>
                  <a:lnTo>
                    <a:pt x="190394" y="185048"/>
                  </a:lnTo>
                  <a:lnTo>
                    <a:pt x="187721" y="178246"/>
                  </a:lnTo>
                  <a:lnTo>
                    <a:pt x="182773" y="173007"/>
                  </a:lnTo>
                  <a:lnTo>
                    <a:pt x="35179" y="173007"/>
                  </a:lnTo>
                  <a:lnTo>
                    <a:pt x="17780" y="139098"/>
                  </a:lnTo>
                  <a:lnTo>
                    <a:pt x="64479" y="115097"/>
                  </a:lnTo>
                  <a:lnTo>
                    <a:pt x="102107" y="26449"/>
                  </a:lnTo>
                  <a:lnTo>
                    <a:pt x="103610" y="19059"/>
                  </a:lnTo>
                  <a:lnTo>
                    <a:pt x="102219" y="11908"/>
                  </a:lnTo>
                  <a:lnTo>
                    <a:pt x="98232" y="5804"/>
                  </a:lnTo>
                  <a:lnTo>
                    <a:pt x="91948" y="1557"/>
                  </a:lnTo>
                  <a:lnTo>
                    <a:pt x="84558" y="0"/>
                  </a:lnTo>
                  <a:close/>
                </a:path>
                <a:path w="304164" h="207644">
                  <a:moveTo>
                    <a:pt x="64479" y="115097"/>
                  </a:moveTo>
                  <a:lnTo>
                    <a:pt x="17780" y="139098"/>
                  </a:lnTo>
                  <a:lnTo>
                    <a:pt x="35179" y="173007"/>
                  </a:lnTo>
                  <a:lnTo>
                    <a:pt x="53694" y="163482"/>
                  </a:lnTo>
                  <a:lnTo>
                    <a:pt x="43942" y="163482"/>
                  </a:lnTo>
                  <a:lnTo>
                    <a:pt x="30606" y="137447"/>
                  </a:lnTo>
                  <a:lnTo>
                    <a:pt x="54993" y="137447"/>
                  </a:lnTo>
                  <a:lnTo>
                    <a:pt x="64479" y="115097"/>
                  </a:lnTo>
                  <a:close/>
                </a:path>
                <a:path w="304164" h="207644">
                  <a:moveTo>
                    <a:pt x="82011" y="148915"/>
                  </a:moveTo>
                  <a:lnTo>
                    <a:pt x="35179" y="173007"/>
                  </a:lnTo>
                  <a:lnTo>
                    <a:pt x="182773" y="173007"/>
                  </a:lnTo>
                  <a:lnTo>
                    <a:pt x="175768" y="169832"/>
                  </a:lnTo>
                  <a:lnTo>
                    <a:pt x="82011" y="148915"/>
                  </a:lnTo>
                  <a:close/>
                </a:path>
                <a:path w="304164" h="207644">
                  <a:moveTo>
                    <a:pt x="30606" y="137447"/>
                  </a:moveTo>
                  <a:lnTo>
                    <a:pt x="43942" y="163482"/>
                  </a:lnTo>
                  <a:lnTo>
                    <a:pt x="52883" y="142417"/>
                  </a:lnTo>
                  <a:lnTo>
                    <a:pt x="30606" y="137447"/>
                  </a:lnTo>
                  <a:close/>
                </a:path>
                <a:path w="304164" h="207644">
                  <a:moveTo>
                    <a:pt x="52883" y="142417"/>
                  </a:moveTo>
                  <a:lnTo>
                    <a:pt x="43942" y="163482"/>
                  </a:lnTo>
                  <a:lnTo>
                    <a:pt x="53694" y="163482"/>
                  </a:lnTo>
                  <a:lnTo>
                    <a:pt x="82011" y="148915"/>
                  </a:lnTo>
                  <a:lnTo>
                    <a:pt x="52883" y="142417"/>
                  </a:lnTo>
                  <a:close/>
                </a:path>
                <a:path w="304164" h="207644">
                  <a:moveTo>
                    <a:pt x="286385" y="1049"/>
                  </a:moveTo>
                  <a:lnTo>
                    <a:pt x="64479" y="115097"/>
                  </a:lnTo>
                  <a:lnTo>
                    <a:pt x="52883" y="142417"/>
                  </a:lnTo>
                  <a:lnTo>
                    <a:pt x="82011" y="148915"/>
                  </a:lnTo>
                  <a:lnTo>
                    <a:pt x="303783" y="34831"/>
                  </a:lnTo>
                  <a:lnTo>
                    <a:pt x="286385" y="1049"/>
                  </a:lnTo>
                  <a:close/>
                </a:path>
                <a:path w="304164" h="207644">
                  <a:moveTo>
                    <a:pt x="54993" y="137447"/>
                  </a:moveTo>
                  <a:lnTo>
                    <a:pt x="30606" y="137447"/>
                  </a:lnTo>
                  <a:lnTo>
                    <a:pt x="52883" y="142417"/>
                  </a:lnTo>
                  <a:lnTo>
                    <a:pt x="54993" y="137447"/>
                  </a:lnTo>
                  <a:close/>
                </a:path>
              </a:pathLst>
            </a:custGeom>
            <a:solidFill>
              <a:srgbClr val="0096FF"/>
            </a:solidFill>
          </p:spPr>
          <p:txBody>
            <a:bodyPr wrap="square" lIns="0" tIns="0" rIns="0" bIns="0" rtlCol="0"/>
            <a:lstStyle/>
            <a:p>
              <a:endParaRPr sz="2400"/>
            </a:p>
          </p:txBody>
        </p:sp>
        <p:sp>
          <p:nvSpPr>
            <p:cNvPr id="11" name="object 11"/>
            <p:cNvSpPr/>
            <p:nvPr/>
          </p:nvSpPr>
          <p:spPr>
            <a:xfrm>
              <a:off x="2324099" y="1791809"/>
              <a:ext cx="304165" cy="207645"/>
            </a:xfrm>
            <a:custGeom>
              <a:avLst/>
              <a:gdLst/>
              <a:ahLst/>
              <a:cxnLst/>
              <a:rect l="l" t="t" r="r" b="b"/>
              <a:pathLst>
                <a:path w="304164" h="207644">
                  <a:moveTo>
                    <a:pt x="84558" y="0"/>
                  </a:moveTo>
                  <a:lnTo>
                    <a:pt x="77406" y="1383"/>
                  </a:lnTo>
                  <a:lnTo>
                    <a:pt x="71302" y="5361"/>
                  </a:lnTo>
                  <a:lnTo>
                    <a:pt x="67056" y="11590"/>
                  </a:lnTo>
                  <a:lnTo>
                    <a:pt x="0" y="169578"/>
                  </a:lnTo>
                  <a:lnTo>
                    <a:pt x="167512" y="207043"/>
                  </a:lnTo>
                  <a:lnTo>
                    <a:pt x="175083" y="207192"/>
                  </a:lnTo>
                  <a:lnTo>
                    <a:pt x="181879" y="204519"/>
                  </a:lnTo>
                  <a:lnTo>
                    <a:pt x="187176" y="199489"/>
                  </a:lnTo>
                  <a:lnTo>
                    <a:pt x="190245" y="192565"/>
                  </a:lnTo>
                  <a:lnTo>
                    <a:pt x="190394" y="185048"/>
                  </a:lnTo>
                  <a:lnTo>
                    <a:pt x="187721" y="178246"/>
                  </a:lnTo>
                  <a:lnTo>
                    <a:pt x="182773" y="173007"/>
                  </a:lnTo>
                  <a:lnTo>
                    <a:pt x="35179" y="173007"/>
                  </a:lnTo>
                  <a:lnTo>
                    <a:pt x="17780" y="139098"/>
                  </a:lnTo>
                  <a:lnTo>
                    <a:pt x="64479" y="115097"/>
                  </a:lnTo>
                  <a:lnTo>
                    <a:pt x="102107" y="26449"/>
                  </a:lnTo>
                  <a:lnTo>
                    <a:pt x="103610" y="19059"/>
                  </a:lnTo>
                  <a:lnTo>
                    <a:pt x="102219" y="11908"/>
                  </a:lnTo>
                  <a:lnTo>
                    <a:pt x="98232" y="5804"/>
                  </a:lnTo>
                  <a:lnTo>
                    <a:pt x="91948" y="1557"/>
                  </a:lnTo>
                  <a:lnTo>
                    <a:pt x="84558" y="0"/>
                  </a:lnTo>
                  <a:close/>
                </a:path>
                <a:path w="304164" h="207644">
                  <a:moveTo>
                    <a:pt x="64479" y="115097"/>
                  </a:moveTo>
                  <a:lnTo>
                    <a:pt x="17780" y="139098"/>
                  </a:lnTo>
                  <a:lnTo>
                    <a:pt x="35179" y="173007"/>
                  </a:lnTo>
                  <a:lnTo>
                    <a:pt x="53694" y="163482"/>
                  </a:lnTo>
                  <a:lnTo>
                    <a:pt x="43942" y="163482"/>
                  </a:lnTo>
                  <a:lnTo>
                    <a:pt x="30606" y="137447"/>
                  </a:lnTo>
                  <a:lnTo>
                    <a:pt x="54993" y="137447"/>
                  </a:lnTo>
                  <a:lnTo>
                    <a:pt x="64479" y="115097"/>
                  </a:lnTo>
                  <a:close/>
                </a:path>
                <a:path w="304164" h="207644">
                  <a:moveTo>
                    <a:pt x="82011" y="148915"/>
                  </a:moveTo>
                  <a:lnTo>
                    <a:pt x="35179" y="173007"/>
                  </a:lnTo>
                  <a:lnTo>
                    <a:pt x="182773" y="173007"/>
                  </a:lnTo>
                  <a:lnTo>
                    <a:pt x="175768" y="169832"/>
                  </a:lnTo>
                  <a:lnTo>
                    <a:pt x="82011" y="148915"/>
                  </a:lnTo>
                  <a:close/>
                </a:path>
                <a:path w="304164" h="207644">
                  <a:moveTo>
                    <a:pt x="30606" y="137447"/>
                  </a:moveTo>
                  <a:lnTo>
                    <a:pt x="43942" y="163482"/>
                  </a:lnTo>
                  <a:lnTo>
                    <a:pt x="52883" y="142417"/>
                  </a:lnTo>
                  <a:lnTo>
                    <a:pt x="30606" y="137447"/>
                  </a:lnTo>
                  <a:close/>
                </a:path>
                <a:path w="304164" h="207644">
                  <a:moveTo>
                    <a:pt x="52883" y="142417"/>
                  </a:moveTo>
                  <a:lnTo>
                    <a:pt x="43942" y="163482"/>
                  </a:lnTo>
                  <a:lnTo>
                    <a:pt x="53694" y="163482"/>
                  </a:lnTo>
                  <a:lnTo>
                    <a:pt x="82011" y="148915"/>
                  </a:lnTo>
                  <a:lnTo>
                    <a:pt x="52883" y="142417"/>
                  </a:lnTo>
                  <a:close/>
                </a:path>
                <a:path w="304164" h="207644">
                  <a:moveTo>
                    <a:pt x="286385" y="1049"/>
                  </a:moveTo>
                  <a:lnTo>
                    <a:pt x="64479" y="115097"/>
                  </a:lnTo>
                  <a:lnTo>
                    <a:pt x="52883" y="142417"/>
                  </a:lnTo>
                  <a:lnTo>
                    <a:pt x="82011" y="148915"/>
                  </a:lnTo>
                  <a:lnTo>
                    <a:pt x="303783" y="34831"/>
                  </a:lnTo>
                  <a:lnTo>
                    <a:pt x="286385" y="1049"/>
                  </a:lnTo>
                  <a:close/>
                </a:path>
                <a:path w="304164" h="207644">
                  <a:moveTo>
                    <a:pt x="54993" y="137447"/>
                  </a:moveTo>
                  <a:lnTo>
                    <a:pt x="30606" y="137447"/>
                  </a:lnTo>
                  <a:lnTo>
                    <a:pt x="52883" y="142417"/>
                  </a:lnTo>
                  <a:lnTo>
                    <a:pt x="54993" y="137447"/>
                  </a:lnTo>
                  <a:close/>
                </a:path>
              </a:pathLst>
            </a:custGeom>
            <a:solidFill>
              <a:srgbClr val="FF9300"/>
            </a:solidFill>
          </p:spPr>
          <p:txBody>
            <a:bodyPr wrap="square" lIns="0" tIns="0" rIns="0" bIns="0" rtlCol="0"/>
            <a:lstStyle/>
            <a:p>
              <a:endParaRPr sz="2400"/>
            </a:p>
          </p:txBody>
        </p:sp>
        <p:sp>
          <p:nvSpPr>
            <p:cNvPr id="12" name="object 12"/>
            <p:cNvSpPr/>
            <p:nvPr/>
          </p:nvSpPr>
          <p:spPr>
            <a:xfrm>
              <a:off x="2324099" y="2010884"/>
              <a:ext cx="304165" cy="207645"/>
            </a:xfrm>
            <a:custGeom>
              <a:avLst/>
              <a:gdLst/>
              <a:ahLst/>
              <a:cxnLst/>
              <a:rect l="l" t="t" r="r" b="b"/>
              <a:pathLst>
                <a:path w="304164" h="207644">
                  <a:moveTo>
                    <a:pt x="84558" y="0"/>
                  </a:moveTo>
                  <a:lnTo>
                    <a:pt x="77406" y="1383"/>
                  </a:lnTo>
                  <a:lnTo>
                    <a:pt x="71302" y="5361"/>
                  </a:lnTo>
                  <a:lnTo>
                    <a:pt x="67056" y="11590"/>
                  </a:lnTo>
                  <a:lnTo>
                    <a:pt x="0" y="169578"/>
                  </a:lnTo>
                  <a:lnTo>
                    <a:pt x="167512" y="207043"/>
                  </a:lnTo>
                  <a:lnTo>
                    <a:pt x="175083" y="207192"/>
                  </a:lnTo>
                  <a:lnTo>
                    <a:pt x="181879" y="204519"/>
                  </a:lnTo>
                  <a:lnTo>
                    <a:pt x="187176" y="199489"/>
                  </a:lnTo>
                  <a:lnTo>
                    <a:pt x="190245" y="192565"/>
                  </a:lnTo>
                  <a:lnTo>
                    <a:pt x="190394" y="185048"/>
                  </a:lnTo>
                  <a:lnTo>
                    <a:pt x="187721" y="178246"/>
                  </a:lnTo>
                  <a:lnTo>
                    <a:pt x="182773" y="173007"/>
                  </a:lnTo>
                  <a:lnTo>
                    <a:pt x="35179" y="173007"/>
                  </a:lnTo>
                  <a:lnTo>
                    <a:pt x="17780" y="139098"/>
                  </a:lnTo>
                  <a:lnTo>
                    <a:pt x="64479" y="115097"/>
                  </a:lnTo>
                  <a:lnTo>
                    <a:pt x="102107" y="26449"/>
                  </a:lnTo>
                  <a:lnTo>
                    <a:pt x="103610" y="19059"/>
                  </a:lnTo>
                  <a:lnTo>
                    <a:pt x="102219" y="11908"/>
                  </a:lnTo>
                  <a:lnTo>
                    <a:pt x="98232" y="5804"/>
                  </a:lnTo>
                  <a:lnTo>
                    <a:pt x="91948" y="1557"/>
                  </a:lnTo>
                  <a:lnTo>
                    <a:pt x="84558" y="0"/>
                  </a:lnTo>
                  <a:close/>
                </a:path>
                <a:path w="304164" h="207644">
                  <a:moveTo>
                    <a:pt x="64479" y="115097"/>
                  </a:moveTo>
                  <a:lnTo>
                    <a:pt x="17780" y="139098"/>
                  </a:lnTo>
                  <a:lnTo>
                    <a:pt x="35179" y="173007"/>
                  </a:lnTo>
                  <a:lnTo>
                    <a:pt x="53694" y="163482"/>
                  </a:lnTo>
                  <a:lnTo>
                    <a:pt x="43942" y="163482"/>
                  </a:lnTo>
                  <a:lnTo>
                    <a:pt x="30606" y="137447"/>
                  </a:lnTo>
                  <a:lnTo>
                    <a:pt x="54993" y="137447"/>
                  </a:lnTo>
                  <a:lnTo>
                    <a:pt x="64479" y="115097"/>
                  </a:lnTo>
                  <a:close/>
                </a:path>
                <a:path w="304164" h="207644">
                  <a:moveTo>
                    <a:pt x="82011" y="148915"/>
                  </a:moveTo>
                  <a:lnTo>
                    <a:pt x="35179" y="173007"/>
                  </a:lnTo>
                  <a:lnTo>
                    <a:pt x="182773" y="173007"/>
                  </a:lnTo>
                  <a:lnTo>
                    <a:pt x="175768" y="169832"/>
                  </a:lnTo>
                  <a:lnTo>
                    <a:pt x="82011" y="148915"/>
                  </a:lnTo>
                  <a:close/>
                </a:path>
                <a:path w="304164" h="207644">
                  <a:moveTo>
                    <a:pt x="30606" y="137447"/>
                  </a:moveTo>
                  <a:lnTo>
                    <a:pt x="43942" y="163482"/>
                  </a:lnTo>
                  <a:lnTo>
                    <a:pt x="52883" y="142417"/>
                  </a:lnTo>
                  <a:lnTo>
                    <a:pt x="30606" y="137447"/>
                  </a:lnTo>
                  <a:close/>
                </a:path>
                <a:path w="304164" h="207644">
                  <a:moveTo>
                    <a:pt x="52883" y="142417"/>
                  </a:moveTo>
                  <a:lnTo>
                    <a:pt x="43942" y="163482"/>
                  </a:lnTo>
                  <a:lnTo>
                    <a:pt x="53694" y="163482"/>
                  </a:lnTo>
                  <a:lnTo>
                    <a:pt x="82011" y="148915"/>
                  </a:lnTo>
                  <a:lnTo>
                    <a:pt x="52883" y="142417"/>
                  </a:lnTo>
                  <a:close/>
                </a:path>
                <a:path w="304164" h="207644">
                  <a:moveTo>
                    <a:pt x="286385" y="1049"/>
                  </a:moveTo>
                  <a:lnTo>
                    <a:pt x="64479" y="115097"/>
                  </a:lnTo>
                  <a:lnTo>
                    <a:pt x="52883" y="142417"/>
                  </a:lnTo>
                  <a:lnTo>
                    <a:pt x="82011" y="148915"/>
                  </a:lnTo>
                  <a:lnTo>
                    <a:pt x="303783" y="34831"/>
                  </a:lnTo>
                  <a:lnTo>
                    <a:pt x="286385" y="1049"/>
                  </a:lnTo>
                  <a:close/>
                </a:path>
                <a:path w="304164" h="207644">
                  <a:moveTo>
                    <a:pt x="54993" y="137447"/>
                  </a:moveTo>
                  <a:lnTo>
                    <a:pt x="30606" y="137447"/>
                  </a:lnTo>
                  <a:lnTo>
                    <a:pt x="52883" y="142417"/>
                  </a:lnTo>
                  <a:lnTo>
                    <a:pt x="54993" y="137447"/>
                  </a:lnTo>
                  <a:close/>
                </a:path>
              </a:pathLst>
            </a:custGeom>
            <a:solidFill>
              <a:srgbClr val="00B050"/>
            </a:solidFill>
          </p:spPr>
          <p:txBody>
            <a:bodyPr wrap="square" lIns="0" tIns="0" rIns="0" bIns="0" rtlCol="0"/>
            <a:lstStyle/>
            <a:p>
              <a:endParaRPr sz="2400"/>
            </a:p>
          </p:txBody>
        </p:sp>
        <p:sp>
          <p:nvSpPr>
            <p:cNvPr id="13" name="object 13"/>
            <p:cNvSpPr/>
            <p:nvPr/>
          </p:nvSpPr>
          <p:spPr>
            <a:xfrm>
              <a:off x="3290950" y="157225"/>
              <a:ext cx="466725" cy="180975"/>
            </a:xfrm>
            <a:custGeom>
              <a:avLst/>
              <a:gdLst/>
              <a:ahLst/>
              <a:cxnLst/>
              <a:rect l="l" t="t" r="r" b="b"/>
              <a:pathLst>
                <a:path w="466725" h="180975">
                  <a:moveTo>
                    <a:pt x="466725" y="0"/>
                  </a:moveTo>
                  <a:lnTo>
                    <a:pt x="0" y="0"/>
                  </a:lnTo>
                  <a:lnTo>
                    <a:pt x="0" y="180975"/>
                  </a:lnTo>
                  <a:lnTo>
                    <a:pt x="466725" y="180975"/>
                  </a:lnTo>
                  <a:lnTo>
                    <a:pt x="466725" y="0"/>
                  </a:lnTo>
                  <a:close/>
                </a:path>
              </a:pathLst>
            </a:custGeom>
            <a:solidFill>
              <a:srgbClr val="FFFFFF"/>
            </a:solidFill>
          </p:spPr>
          <p:txBody>
            <a:bodyPr wrap="square" lIns="0" tIns="0" rIns="0" bIns="0" rtlCol="0"/>
            <a:lstStyle/>
            <a:p>
              <a:endParaRPr sz="2400"/>
            </a:p>
          </p:txBody>
        </p:sp>
        <p:sp>
          <p:nvSpPr>
            <p:cNvPr id="14" name="object 14"/>
            <p:cNvSpPr/>
            <p:nvPr/>
          </p:nvSpPr>
          <p:spPr>
            <a:xfrm>
              <a:off x="3290950" y="157225"/>
              <a:ext cx="466725" cy="180975"/>
            </a:xfrm>
            <a:custGeom>
              <a:avLst/>
              <a:gdLst/>
              <a:ahLst/>
              <a:cxnLst/>
              <a:rect l="l" t="t" r="r" b="b"/>
              <a:pathLst>
                <a:path w="466725" h="180975">
                  <a:moveTo>
                    <a:pt x="0" y="180975"/>
                  </a:moveTo>
                  <a:lnTo>
                    <a:pt x="466725" y="180975"/>
                  </a:lnTo>
                  <a:lnTo>
                    <a:pt x="466725" y="0"/>
                  </a:lnTo>
                  <a:lnTo>
                    <a:pt x="0" y="0"/>
                  </a:lnTo>
                  <a:lnTo>
                    <a:pt x="0" y="180975"/>
                  </a:lnTo>
                  <a:close/>
                </a:path>
              </a:pathLst>
            </a:custGeom>
            <a:ln w="25400">
              <a:solidFill>
                <a:srgbClr val="FFFFFF"/>
              </a:solidFill>
            </a:ln>
          </p:spPr>
          <p:txBody>
            <a:bodyPr wrap="square" lIns="0" tIns="0" rIns="0" bIns="0" rtlCol="0"/>
            <a:lstStyle/>
            <a:p>
              <a:endParaRPr sz="2400"/>
            </a:p>
          </p:txBody>
        </p:sp>
        <p:sp>
          <p:nvSpPr>
            <p:cNvPr id="15" name="object 15"/>
            <p:cNvSpPr/>
            <p:nvPr/>
          </p:nvSpPr>
          <p:spPr>
            <a:xfrm>
              <a:off x="6024625" y="4825"/>
              <a:ext cx="457200" cy="180975"/>
            </a:xfrm>
            <a:custGeom>
              <a:avLst/>
              <a:gdLst/>
              <a:ahLst/>
              <a:cxnLst/>
              <a:rect l="l" t="t" r="r" b="b"/>
              <a:pathLst>
                <a:path w="457200" h="180975">
                  <a:moveTo>
                    <a:pt x="457200" y="0"/>
                  </a:moveTo>
                  <a:lnTo>
                    <a:pt x="0" y="0"/>
                  </a:lnTo>
                  <a:lnTo>
                    <a:pt x="0" y="180975"/>
                  </a:lnTo>
                  <a:lnTo>
                    <a:pt x="457200" y="180975"/>
                  </a:lnTo>
                  <a:lnTo>
                    <a:pt x="457200" y="0"/>
                  </a:lnTo>
                  <a:close/>
                </a:path>
              </a:pathLst>
            </a:custGeom>
            <a:solidFill>
              <a:srgbClr val="FFFFFF"/>
            </a:solidFill>
          </p:spPr>
          <p:txBody>
            <a:bodyPr wrap="square" lIns="0" tIns="0" rIns="0" bIns="0" rtlCol="0"/>
            <a:lstStyle/>
            <a:p>
              <a:endParaRPr sz="2400"/>
            </a:p>
          </p:txBody>
        </p:sp>
        <p:sp>
          <p:nvSpPr>
            <p:cNvPr id="16" name="object 16"/>
            <p:cNvSpPr/>
            <p:nvPr/>
          </p:nvSpPr>
          <p:spPr>
            <a:xfrm>
              <a:off x="6024625" y="4825"/>
              <a:ext cx="457200" cy="180975"/>
            </a:xfrm>
            <a:custGeom>
              <a:avLst/>
              <a:gdLst/>
              <a:ahLst/>
              <a:cxnLst/>
              <a:rect l="l" t="t" r="r" b="b"/>
              <a:pathLst>
                <a:path w="457200" h="180975">
                  <a:moveTo>
                    <a:pt x="0" y="180975"/>
                  </a:moveTo>
                  <a:lnTo>
                    <a:pt x="457200" y="180975"/>
                  </a:lnTo>
                  <a:lnTo>
                    <a:pt x="457200" y="0"/>
                  </a:lnTo>
                  <a:lnTo>
                    <a:pt x="0" y="0"/>
                  </a:lnTo>
                  <a:lnTo>
                    <a:pt x="0" y="180975"/>
                  </a:lnTo>
                  <a:close/>
                </a:path>
              </a:pathLst>
            </a:custGeom>
            <a:ln w="25400">
              <a:solidFill>
                <a:srgbClr val="FFFFFF"/>
              </a:solidFill>
            </a:ln>
          </p:spPr>
          <p:txBody>
            <a:bodyPr wrap="square" lIns="0" tIns="0" rIns="0" bIns="0" rtlCol="0"/>
            <a:lstStyle/>
            <a:p>
              <a:endParaRPr sz="2400"/>
            </a:p>
          </p:txBody>
        </p:sp>
        <p:pic>
          <p:nvPicPr>
            <p:cNvPr id="17" name="object 17"/>
            <p:cNvPicPr/>
            <p:nvPr/>
          </p:nvPicPr>
          <p:blipFill>
            <a:blip r:embed="rId3" cstate="print"/>
            <a:stretch>
              <a:fillRect/>
            </a:stretch>
          </p:blipFill>
          <p:spPr>
            <a:xfrm>
              <a:off x="4682236" y="1153414"/>
              <a:ext cx="130937" cy="223520"/>
            </a:xfrm>
            <a:prstGeom prst="rect">
              <a:avLst/>
            </a:prstGeom>
          </p:spPr>
        </p:pic>
        <p:pic>
          <p:nvPicPr>
            <p:cNvPr id="18" name="object 18"/>
            <p:cNvPicPr/>
            <p:nvPr/>
          </p:nvPicPr>
          <p:blipFill>
            <a:blip r:embed="rId4" cstate="print"/>
            <a:stretch>
              <a:fillRect/>
            </a:stretch>
          </p:blipFill>
          <p:spPr>
            <a:xfrm>
              <a:off x="6307074" y="2438018"/>
              <a:ext cx="264668" cy="218439"/>
            </a:xfrm>
            <a:prstGeom prst="rect">
              <a:avLst/>
            </a:prstGeom>
          </p:spPr>
        </p:pic>
        <p:pic>
          <p:nvPicPr>
            <p:cNvPr id="19" name="object 19"/>
            <p:cNvPicPr/>
            <p:nvPr/>
          </p:nvPicPr>
          <p:blipFill>
            <a:blip r:embed="rId5" cstate="print"/>
            <a:stretch>
              <a:fillRect/>
            </a:stretch>
          </p:blipFill>
          <p:spPr>
            <a:xfrm>
              <a:off x="4819650" y="866711"/>
              <a:ext cx="223837" cy="223837"/>
            </a:xfrm>
            <a:prstGeom prst="rect">
              <a:avLst/>
            </a:prstGeom>
          </p:spPr>
        </p:pic>
        <p:pic>
          <p:nvPicPr>
            <p:cNvPr id="20" name="object 20"/>
            <p:cNvPicPr/>
            <p:nvPr/>
          </p:nvPicPr>
          <p:blipFill>
            <a:blip r:embed="rId6" cstate="print"/>
            <a:stretch>
              <a:fillRect/>
            </a:stretch>
          </p:blipFill>
          <p:spPr>
            <a:xfrm>
              <a:off x="5330919" y="1605534"/>
              <a:ext cx="744760" cy="161543"/>
            </a:xfrm>
            <a:prstGeom prst="rect">
              <a:avLst/>
            </a:prstGeom>
          </p:spPr>
        </p:pic>
        <p:pic>
          <p:nvPicPr>
            <p:cNvPr id="21" name="object 21"/>
            <p:cNvPicPr/>
            <p:nvPr/>
          </p:nvPicPr>
          <p:blipFill>
            <a:blip r:embed="rId7" cstate="print"/>
            <a:stretch>
              <a:fillRect/>
            </a:stretch>
          </p:blipFill>
          <p:spPr>
            <a:xfrm>
              <a:off x="6167246" y="1491106"/>
              <a:ext cx="238632" cy="239775"/>
            </a:xfrm>
            <a:prstGeom prst="rect">
              <a:avLst/>
            </a:prstGeom>
          </p:spPr>
        </p:pic>
        <p:pic>
          <p:nvPicPr>
            <p:cNvPr id="22" name="object 22"/>
            <p:cNvPicPr/>
            <p:nvPr/>
          </p:nvPicPr>
          <p:blipFill>
            <a:blip r:embed="rId5" cstate="print"/>
            <a:stretch>
              <a:fillRect/>
            </a:stretch>
          </p:blipFill>
          <p:spPr>
            <a:xfrm>
              <a:off x="2609849" y="2828861"/>
              <a:ext cx="223837" cy="223837"/>
            </a:xfrm>
            <a:prstGeom prst="rect">
              <a:avLst/>
            </a:prstGeom>
          </p:spPr>
        </p:pic>
        <p:sp>
          <p:nvSpPr>
            <p:cNvPr id="23" name="object 23"/>
            <p:cNvSpPr/>
            <p:nvPr/>
          </p:nvSpPr>
          <p:spPr>
            <a:xfrm>
              <a:off x="2540480" y="3691644"/>
              <a:ext cx="794385" cy="791845"/>
            </a:xfrm>
            <a:custGeom>
              <a:avLst/>
              <a:gdLst/>
              <a:ahLst/>
              <a:cxnLst/>
              <a:rect l="l" t="t" r="r" b="b"/>
              <a:pathLst>
                <a:path w="794385" h="791845">
                  <a:moveTo>
                    <a:pt x="748494" y="0"/>
                  </a:moveTo>
                  <a:lnTo>
                    <a:pt x="747703" y="0"/>
                  </a:lnTo>
                  <a:lnTo>
                    <a:pt x="736745" y="1117"/>
                  </a:lnTo>
                  <a:lnTo>
                    <a:pt x="726317" y="4331"/>
                  </a:lnTo>
                  <a:lnTo>
                    <a:pt x="716717" y="9516"/>
                  </a:lnTo>
                  <a:lnTo>
                    <a:pt x="708241" y="16550"/>
                  </a:lnTo>
                  <a:lnTo>
                    <a:pt x="360077" y="364608"/>
                  </a:lnTo>
                  <a:lnTo>
                    <a:pt x="18888" y="687295"/>
                  </a:lnTo>
                  <a:lnTo>
                    <a:pt x="5055" y="706928"/>
                  </a:lnTo>
                  <a:lnTo>
                    <a:pt x="0" y="729555"/>
                  </a:lnTo>
                  <a:lnTo>
                    <a:pt x="3799" y="752426"/>
                  </a:lnTo>
                  <a:lnTo>
                    <a:pt x="36533" y="786769"/>
                  </a:lnTo>
                  <a:lnTo>
                    <a:pt x="60435" y="791702"/>
                  </a:lnTo>
                  <a:lnTo>
                    <a:pt x="72835" y="790401"/>
                  </a:lnTo>
                  <a:lnTo>
                    <a:pt x="84592" y="786641"/>
                  </a:lnTo>
                  <a:lnTo>
                    <a:pt x="95346" y="780579"/>
                  </a:lnTo>
                  <a:lnTo>
                    <a:pt x="104293" y="772758"/>
                  </a:lnTo>
                  <a:lnTo>
                    <a:pt x="61973" y="772758"/>
                  </a:lnTo>
                  <a:lnTo>
                    <a:pt x="46210" y="770276"/>
                  </a:lnTo>
                  <a:lnTo>
                    <a:pt x="32120" y="761635"/>
                  </a:lnTo>
                  <a:lnTo>
                    <a:pt x="22487" y="748205"/>
                  </a:lnTo>
                  <a:lnTo>
                    <a:pt x="18877" y="732663"/>
                  </a:lnTo>
                  <a:lnTo>
                    <a:pt x="21359" y="716902"/>
                  </a:lnTo>
                  <a:lnTo>
                    <a:pt x="30000" y="702815"/>
                  </a:lnTo>
                  <a:lnTo>
                    <a:pt x="31212" y="701545"/>
                  </a:lnTo>
                  <a:lnTo>
                    <a:pt x="373222" y="378155"/>
                  </a:lnTo>
                  <a:lnTo>
                    <a:pt x="721511" y="29883"/>
                  </a:lnTo>
                  <a:lnTo>
                    <a:pt x="727134" y="25201"/>
                  </a:lnTo>
                  <a:lnTo>
                    <a:pt x="733504" y="21746"/>
                  </a:lnTo>
                  <a:lnTo>
                    <a:pt x="740425" y="19602"/>
                  </a:lnTo>
                  <a:lnTo>
                    <a:pt x="747703" y="18850"/>
                  </a:lnTo>
                  <a:lnTo>
                    <a:pt x="784632" y="18850"/>
                  </a:lnTo>
                  <a:lnTo>
                    <a:pt x="784310" y="18309"/>
                  </a:lnTo>
                  <a:lnTo>
                    <a:pt x="777139" y="10696"/>
                  </a:lnTo>
                  <a:lnTo>
                    <a:pt x="768537" y="4984"/>
                  </a:lnTo>
                  <a:lnTo>
                    <a:pt x="758867" y="1356"/>
                  </a:lnTo>
                  <a:lnTo>
                    <a:pt x="748494" y="0"/>
                  </a:lnTo>
                  <a:close/>
                </a:path>
                <a:path w="794385" h="791845">
                  <a:moveTo>
                    <a:pt x="407379" y="418733"/>
                  </a:moveTo>
                  <a:lnTo>
                    <a:pt x="90949" y="759517"/>
                  </a:lnTo>
                  <a:lnTo>
                    <a:pt x="77517" y="769149"/>
                  </a:lnTo>
                  <a:lnTo>
                    <a:pt x="61973" y="772758"/>
                  </a:lnTo>
                  <a:lnTo>
                    <a:pt x="104293" y="772758"/>
                  </a:lnTo>
                  <a:lnTo>
                    <a:pt x="104735" y="772372"/>
                  </a:lnTo>
                  <a:lnTo>
                    <a:pt x="411866" y="441554"/>
                  </a:lnTo>
                  <a:lnTo>
                    <a:pt x="484781" y="441554"/>
                  </a:lnTo>
                  <a:lnTo>
                    <a:pt x="490042" y="435648"/>
                  </a:lnTo>
                  <a:lnTo>
                    <a:pt x="461319" y="435648"/>
                  </a:lnTo>
                  <a:lnTo>
                    <a:pt x="457071" y="435283"/>
                  </a:lnTo>
                  <a:lnTo>
                    <a:pt x="444224" y="433386"/>
                  </a:lnTo>
                  <a:lnTo>
                    <a:pt x="430331" y="428846"/>
                  </a:lnTo>
                  <a:lnTo>
                    <a:pt x="417385" y="423386"/>
                  </a:lnTo>
                  <a:lnTo>
                    <a:pt x="407379" y="418733"/>
                  </a:lnTo>
                  <a:close/>
                </a:path>
                <a:path w="794385" h="791845">
                  <a:moveTo>
                    <a:pt x="484781" y="441554"/>
                  </a:moveTo>
                  <a:lnTo>
                    <a:pt x="411866" y="441554"/>
                  </a:lnTo>
                  <a:lnTo>
                    <a:pt x="422664" y="446367"/>
                  </a:lnTo>
                  <a:lnTo>
                    <a:pt x="433851" y="450084"/>
                  </a:lnTo>
                  <a:lnTo>
                    <a:pt x="445347" y="452684"/>
                  </a:lnTo>
                  <a:lnTo>
                    <a:pt x="457071" y="454146"/>
                  </a:lnTo>
                  <a:lnTo>
                    <a:pt x="464138" y="453741"/>
                  </a:lnTo>
                  <a:lnTo>
                    <a:pt x="470884" y="451871"/>
                  </a:lnTo>
                  <a:lnTo>
                    <a:pt x="477086" y="448625"/>
                  </a:lnTo>
                  <a:lnTo>
                    <a:pt x="482520" y="444092"/>
                  </a:lnTo>
                  <a:lnTo>
                    <a:pt x="484781" y="441554"/>
                  </a:lnTo>
                  <a:close/>
                </a:path>
                <a:path w="794385" h="791845">
                  <a:moveTo>
                    <a:pt x="784632" y="18850"/>
                  </a:moveTo>
                  <a:lnTo>
                    <a:pt x="748217" y="18850"/>
                  </a:lnTo>
                  <a:lnTo>
                    <a:pt x="759058" y="21501"/>
                  </a:lnTo>
                  <a:lnTo>
                    <a:pt x="767740" y="27885"/>
                  </a:lnTo>
                  <a:lnTo>
                    <a:pt x="773397" y="37058"/>
                  </a:lnTo>
                  <a:lnTo>
                    <a:pt x="775161" y="48079"/>
                  </a:lnTo>
                  <a:lnTo>
                    <a:pt x="775074" y="50241"/>
                  </a:lnTo>
                  <a:lnTo>
                    <a:pt x="749771" y="104804"/>
                  </a:lnTo>
                  <a:lnTo>
                    <a:pt x="722133" y="143719"/>
                  </a:lnTo>
                  <a:lnTo>
                    <a:pt x="680605" y="193363"/>
                  </a:lnTo>
                  <a:lnTo>
                    <a:pt x="468646" y="431287"/>
                  </a:lnTo>
                  <a:lnTo>
                    <a:pt x="461319" y="435648"/>
                  </a:lnTo>
                  <a:lnTo>
                    <a:pt x="490042" y="435648"/>
                  </a:lnTo>
                  <a:lnTo>
                    <a:pt x="694669" y="205904"/>
                  </a:lnTo>
                  <a:lnTo>
                    <a:pt x="732014" y="161684"/>
                  </a:lnTo>
                  <a:lnTo>
                    <a:pt x="760803" y="122424"/>
                  </a:lnTo>
                  <a:lnTo>
                    <a:pt x="780950" y="88263"/>
                  </a:lnTo>
                  <a:lnTo>
                    <a:pt x="793977" y="48584"/>
                  </a:lnTo>
                  <a:lnTo>
                    <a:pt x="793117" y="37882"/>
                  </a:lnTo>
                  <a:lnTo>
                    <a:pt x="789867" y="27650"/>
                  </a:lnTo>
                  <a:lnTo>
                    <a:pt x="784632" y="18850"/>
                  </a:lnTo>
                  <a:close/>
                </a:path>
              </a:pathLst>
            </a:custGeom>
            <a:solidFill>
              <a:srgbClr val="000000"/>
            </a:solidFill>
          </p:spPr>
          <p:txBody>
            <a:bodyPr wrap="square" lIns="0" tIns="0" rIns="0" bIns="0" rtlCol="0"/>
            <a:lstStyle/>
            <a:p>
              <a:endParaRPr sz="2400"/>
            </a:p>
          </p:txBody>
        </p:sp>
        <p:pic>
          <p:nvPicPr>
            <p:cNvPr id="24" name="object 24"/>
            <p:cNvPicPr/>
            <p:nvPr/>
          </p:nvPicPr>
          <p:blipFill>
            <a:blip r:embed="rId8" cstate="print"/>
            <a:stretch>
              <a:fillRect/>
            </a:stretch>
          </p:blipFill>
          <p:spPr>
            <a:xfrm>
              <a:off x="5810250" y="638111"/>
              <a:ext cx="233362" cy="233362"/>
            </a:xfrm>
            <a:prstGeom prst="rect">
              <a:avLst/>
            </a:prstGeom>
          </p:spPr>
        </p:pic>
        <p:pic>
          <p:nvPicPr>
            <p:cNvPr id="25" name="object 25"/>
            <p:cNvPicPr/>
            <p:nvPr/>
          </p:nvPicPr>
          <p:blipFill>
            <a:blip r:embed="rId9" cstate="print"/>
            <a:stretch>
              <a:fillRect/>
            </a:stretch>
          </p:blipFill>
          <p:spPr>
            <a:xfrm>
              <a:off x="6521907" y="1037462"/>
              <a:ext cx="430072" cy="208279"/>
            </a:xfrm>
            <a:prstGeom prst="rect">
              <a:avLst/>
            </a:prstGeom>
          </p:spPr>
        </p:pic>
        <p:pic>
          <p:nvPicPr>
            <p:cNvPr id="26" name="object 26"/>
            <p:cNvPicPr/>
            <p:nvPr/>
          </p:nvPicPr>
          <p:blipFill>
            <a:blip r:embed="rId10" cstate="print"/>
            <a:stretch>
              <a:fillRect/>
            </a:stretch>
          </p:blipFill>
          <p:spPr>
            <a:xfrm>
              <a:off x="7023989" y="876808"/>
              <a:ext cx="530225" cy="250951"/>
            </a:xfrm>
            <a:prstGeom prst="rect">
              <a:avLst/>
            </a:prstGeom>
          </p:spPr>
        </p:pic>
        <p:pic>
          <p:nvPicPr>
            <p:cNvPr id="27" name="object 27"/>
            <p:cNvPicPr/>
            <p:nvPr/>
          </p:nvPicPr>
          <p:blipFill>
            <a:blip r:embed="rId5" cstate="print"/>
            <a:stretch>
              <a:fillRect/>
            </a:stretch>
          </p:blipFill>
          <p:spPr>
            <a:xfrm>
              <a:off x="6219825" y="1038161"/>
              <a:ext cx="223837" cy="223837"/>
            </a:xfrm>
            <a:prstGeom prst="rect">
              <a:avLst/>
            </a:prstGeom>
          </p:spPr>
        </p:pic>
        <p:pic>
          <p:nvPicPr>
            <p:cNvPr id="28" name="object 28"/>
            <p:cNvPicPr/>
            <p:nvPr/>
          </p:nvPicPr>
          <p:blipFill>
            <a:blip r:embed="rId11" cstate="print"/>
            <a:stretch>
              <a:fillRect/>
            </a:stretch>
          </p:blipFill>
          <p:spPr>
            <a:xfrm>
              <a:off x="4205732" y="3350895"/>
              <a:ext cx="1535176" cy="1095463"/>
            </a:xfrm>
            <a:prstGeom prst="rect">
              <a:avLst/>
            </a:prstGeom>
          </p:spPr>
        </p:pic>
        <p:pic>
          <p:nvPicPr>
            <p:cNvPr id="29" name="object 29"/>
            <p:cNvPicPr/>
            <p:nvPr/>
          </p:nvPicPr>
          <p:blipFill>
            <a:blip r:embed="rId12" cstate="print"/>
            <a:stretch>
              <a:fillRect/>
            </a:stretch>
          </p:blipFill>
          <p:spPr>
            <a:xfrm>
              <a:off x="5805677" y="4237990"/>
              <a:ext cx="43434" cy="207606"/>
            </a:xfrm>
            <a:prstGeom prst="rect">
              <a:avLst/>
            </a:prstGeom>
          </p:spPr>
        </p:pic>
        <p:pic>
          <p:nvPicPr>
            <p:cNvPr id="30" name="object 30"/>
            <p:cNvPicPr/>
            <p:nvPr/>
          </p:nvPicPr>
          <p:blipFill>
            <a:blip r:embed="rId13" cstate="print"/>
            <a:stretch>
              <a:fillRect/>
            </a:stretch>
          </p:blipFill>
          <p:spPr>
            <a:xfrm>
              <a:off x="5941821" y="4269714"/>
              <a:ext cx="114426" cy="183857"/>
            </a:xfrm>
            <a:prstGeom prst="rect">
              <a:avLst/>
            </a:prstGeom>
          </p:spPr>
        </p:pic>
        <p:sp>
          <p:nvSpPr>
            <p:cNvPr id="31" name="object 31"/>
            <p:cNvSpPr/>
            <p:nvPr/>
          </p:nvSpPr>
          <p:spPr>
            <a:xfrm>
              <a:off x="6150102" y="4203166"/>
              <a:ext cx="52705" cy="235585"/>
            </a:xfrm>
            <a:custGeom>
              <a:avLst/>
              <a:gdLst/>
              <a:ahLst/>
              <a:cxnLst/>
              <a:rect l="l" t="t" r="r" b="b"/>
              <a:pathLst>
                <a:path w="52704" h="235585">
                  <a:moveTo>
                    <a:pt x="29337" y="160375"/>
                  </a:moveTo>
                  <a:lnTo>
                    <a:pt x="29210" y="161226"/>
                  </a:lnTo>
                  <a:lnTo>
                    <a:pt x="29337" y="161226"/>
                  </a:lnTo>
                  <a:lnTo>
                    <a:pt x="29337" y="160375"/>
                  </a:lnTo>
                  <a:close/>
                </a:path>
                <a:path w="52704" h="235585">
                  <a:moveTo>
                    <a:pt x="29362" y="180771"/>
                  </a:moveTo>
                  <a:lnTo>
                    <a:pt x="29337" y="180162"/>
                  </a:lnTo>
                  <a:lnTo>
                    <a:pt x="29337" y="180771"/>
                  </a:lnTo>
                  <a:close/>
                </a:path>
                <a:path w="52704" h="235585">
                  <a:moveTo>
                    <a:pt x="33782" y="15519"/>
                  </a:moveTo>
                  <a:lnTo>
                    <a:pt x="33274" y="7073"/>
                  </a:lnTo>
                  <a:lnTo>
                    <a:pt x="30607" y="3352"/>
                  </a:lnTo>
                  <a:lnTo>
                    <a:pt x="26670" y="1676"/>
                  </a:lnTo>
                  <a:lnTo>
                    <a:pt x="22860" y="0"/>
                  </a:lnTo>
                  <a:lnTo>
                    <a:pt x="18288" y="622"/>
                  </a:lnTo>
                  <a:lnTo>
                    <a:pt x="15062" y="3352"/>
                  </a:lnTo>
                  <a:lnTo>
                    <a:pt x="9271" y="8051"/>
                  </a:lnTo>
                  <a:lnTo>
                    <a:pt x="8636" y="8636"/>
                  </a:lnTo>
                  <a:lnTo>
                    <a:pt x="4191" y="12903"/>
                  </a:lnTo>
                  <a:lnTo>
                    <a:pt x="127" y="16878"/>
                  </a:lnTo>
                  <a:lnTo>
                    <a:pt x="0" y="23418"/>
                  </a:lnTo>
                  <a:lnTo>
                    <a:pt x="4064" y="27533"/>
                  </a:lnTo>
                  <a:lnTo>
                    <a:pt x="6400" y="29972"/>
                  </a:lnTo>
                  <a:lnTo>
                    <a:pt x="7747" y="31127"/>
                  </a:lnTo>
                  <a:lnTo>
                    <a:pt x="10287" y="32918"/>
                  </a:lnTo>
                  <a:lnTo>
                    <a:pt x="13919" y="34112"/>
                  </a:lnTo>
                  <a:lnTo>
                    <a:pt x="14503" y="35280"/>
                  </a:lnTo>
                  <a:lnTo>
                    <a:pt x="14859" y="35902"/>
                  </a:lnTo>
                  <a:lnTo>
                    <a:pt x="16637" y="38417"/>
                  </a:lnTo>
                  <a:lnTo>
                    <a:pt x="16764" y="38519"/>
                  </a:lnTo>
                  <a:lnTo>
                    <a:pt x="17272" y="39255"/>
                  </a:lnTo>
                  <a:lnTo>
                    <a:pt x="18288" y="42252"/>
                  </a:lnTo>
                  <a:lnTo>
                    <a:pt x="21209" y="43700"/>
                  </a:lnTo>
                  <a:lnTo>
                    <a:pt x="26543" y="41922"/>
                  </a:lnTo>
                  <a:lnTo>
                    <a:pt x="27482" y="39954"/>
                  </a:lnTo>
                  <a:lnTo>
                    <a:pt x="27940" y="39027"/>
                  </a:lnTo>
                  <a:lnTo>
                    <a:pt x="27762" y="38506"/>
                  </a:lnTo>
                  <a:lnTo>
                    <a:pt x="27051" y="36360"/>
                  </a:lnTo>
                  <a:lnTo>
                    <a:pt x="26631" y="35217"/>
                  </a:lnTo>
                  <a:lnTo>
                    <a:pt x="26212" y="34429"/>
                  </a:lnTo>
                  <a:lnTo>
                    <a:pt x="25908" y="33832"/>
                  </a:lnTo>
                  <a:lnTo>
                    <a:pt x="24942" y="32486"/>
                  </a:lnTo>
                  <a:lnTo>
                    <a:pt x="24269" y="31610"/>
                  </a:lnTo>
                  <a:lnTo>
                    <a:pt x="23990" y="31216"/>
                  </a:lnTo>
                  <a:lnTo>
                    <a:pt x="23114" y="29972"/>
                  </a:lnTo>
                  <a:lnTo>
                    <a:pt x="23622" y="30657"/>
                  </a:lnTo>
                  <a:lnTo>
                    <a:pt x="23253" y="29972"/>
                  </a:lnTo>
                  <a:lnTo>
                    <a:pt x="22745" y="29019"/>
                  </a:lnTo>
                  <a:lnTo>
                    <a:pt x="22974" y="27051"/>
                  </a:lnTo>
                  <a:lnTo>
                    <a:pt x="23139" y="25590"/>
                  </a:lnTo>
                  <a:lnTo>
                    <a:pt x="23215" y="24688"/>
                  </a:lnTo>
                  <a:lnTo>
                    <a:pt x="21729" y="25590"/>
                  </a:lnTo>
                  <a:lnTo>
                    <a:pt x="22606" y="25044"/>
                  </a:lnTo>
                  <a:lnTo>
                    <a:pt x="23215" y="24688"/>
                  </a:lnTo>
                  <a:lnTo>
                    <a:pt x="28067" y="21729"/>
                  </a:lnTo>
                  <a:lnTo>
                    <a:pt x="31750" y="19545"/>
                  </a:lnTo>
                  <a:lnTo>
                    <a:pt x="33134" y="16802"/>
                  </a:lnTo>
                  <a:lnTo>
                    <a:pt x="33782" y="15519"/>
                  </a:lnTo>
                  <a:close/>
                </a:path>
                <a:path w="52704" h="235585">
                  <a:moveTo>
                    <a:pt x="52197" y="217271"/>
                  </a:moveTo>
                  <a:lnTo>
                    <a:pt x="49974" y="212458"/>
                  </a:lnTo>
                  <a:lnTo>
                    <a:pt x="49530" y="211467"/>
                  </a:lnTo>
                  <a:lnTo>
                    <a:pt x="40005" y="207911"/>
                  </a:lnTo>
                  <a:lnTo>
                    <a:pt x="40005" y="215658"/>
                  </a:lnTo>
                  <a:lnTo>
                    <a:pt x="39903" y="215519"/>
                  </a:lnTo>
                  <a:lnTo>
                    <a:pt x="39560" y="214972"/>
                  </a:lnTo>
                  <a:lnTo>
                    <a:pt x="39839" y="215404"/>
                  </a:lnTo>
                  <a:lnTo>
                    <a:pt x="39941" y="215544"/>
                  </a:lnTo>
                  <a:lnTo>
                    <a:pt x="40005" y="207911"/>
                  </a:lnTo>
                  <a:lnTo>
                    <a:pt x="39116" y="207568"/>
                  </a:lnTo>
                  <a:lnTo>
                    <a:pt x="36893" y="208584"/>
                  </a:lnTo>
                  <a:lnTo>
                    <a:pt x="34226" y="202184"/>
                  </a:lnTo>
                  <a:lnTo>
                    <a:pt x="33972" y="201574"/>
                  </a:lnTo>
                  <a:lnTo>
                    <a:pt x="33820" y="201117"/>
                  </a:lnTo>
                  <a:lnTo>
                    <a:pt x="32334" y="196342"/>
                  </a:lnTo>
                  <a:lnTo>
                    <a:pt x="32131" y="195668"/>
                  </a:lnTo>
                  <a:lnTo>
                    <a:pt x="32258" y="196342"/>
                  </a:lnTo>
                  <a:lnTo>
                    <a:pt x="31305" y="192608"/>
                  </a:lnTo>
                  <a:lnTo>
                    <a:pt x="31305" y="215531"/>
                  </a:lnTo>
                  <a:lnTo>
                    <a:pt x="31203" y="215658"/>
                  </a:lnTo>
                  <a:lnTo>
                    <a:pt x="31305" y="215531"/>
                  </a:lnTo>
                  <a:lnTo>
                    <a:pt x="31305" y="192608"/>
                  </a:lnTo>
                  <a:lnTo>
                    <a:pt x="29883" y="187007"/>
                  </a:lnTo>
                  <a:lnTo>
                    <a:pt x="29667" y="186131"/>
                  </a:lnTo>
                  <a:lnTo>
                    <a:pt x="29591" y="184810"/>
                  </a:lnTo>
                  <a:lnTo>
                    <a:pt x="29400" y="181381"/>
                  </a:lnTo>
                  <a:lnTo>
                    <a:pt x="29337" y="180771"/>
                  </a:lnTo>
                  <a:lnTo>
                    <a:pt x="29210" y="161226"/>
                  </a:lnTo>
                  <a:lnTo>
                    <a:pt x="29337" y="159499"/>
                  </a:lnTo>
                  <a:lnTo>
                    <a:pt x="29337" y="160375"/>
                  </a:lnTo>
                  <a:lnTo>
                    <a:pt x="29464" y="159499"/>
                  </a:lnTo>
                  <a:lnTo>
                    <a:pt x="33147" y="134581"/>
                  </a:lnTo>
                  <a:lnTo>
                    <a:pt x="33147" y="134200"/>
                  </a:lnTo>
                  <a:lnTo>
                    <a:pt x="34086" y="125857"/>
                  </a:lnTo>
                  <a:lnTo>
                    <a:pt x="34163" y="125196"/>
                  </a:lnTo>
                  <a:lnTo>
                    <a:pt x="34036" y="125857"/>
                  </a:lnTo>
                  <a:lnTo>
                    <a:pt x="37973" y="103149"/>
                  </a:lnTo>
                  <a:lnTo>
                    <a:pt x="37719" y="98336"/>
                  </a:lnTo>
                  <a:lnTo>
                    <a:pt x="37592" y="97942"/>
                  </a:lnTo>
                  <a:lnTo>
                    <a:pt x="37465" y="97116"/>
                  </a:lnTo>
                  <a:lnTo>
                    <a:pt x="37084" y="96329"/>
                  </a:lnTo>
                  <a:lnTo>
                    <a:pt x="36703" y="95605"/>
                  </a:lnTo>
                  <a:lnTo>
                    <a:pt x="36449" y="95262"/>
                  </a:lnTo>
                  <a:lnTo>
                    <a:pt x="33909" y="91249"/>
                  </a:lnTo>
                  <a:lnTo>
                    <a:pt x="29210" y="89179"/>
                  </a:lnTo>
                  <a:lnTo>
                    <a:pt x="19939" y="90944"/>
                  </a:lnTo>
                  <a:lnTo>
                    <a:pt x="16383" y="94589"/>
                  </a:lnTo>
                  <a:lnTo>
                    <a:pt x="15621" y="99237"/>
                  </a:lnTo>
                  <a:lnTo>
                    <a:pt x="11557" y="121894"/>
                  </a:lnTo>
                  <a:lnTo>
                    <a:pt x="11430" y="122466"/>
                  </a:lnTo>
                  <a:lnTo>
                    <a:pt x="10287" y="131457"/>
                  </a:lnTo>
                  <a:lnTo>
                    <a:pt x="10287" y="131191"/>
                  </a:lnTo>
                  <a:lnTo>
                    <a:pt x="10236" y="131457"/>
                  </a:lnTo>
                  <a:lnTo>
                    <a:pt x="6350" y="157822"/>
                  </a:lnTo>
                  <a:lnTo>
                    <a:pt x="6223" y="181381"/>
                  </a:lnTo>
                  <a:lnTo>
                    <a:pt x="6477" y="188226"/>
                  </a:lnTo>
                  <a:lnTo>
                    <a:pt x="20828" y="225793"/>
                  </a:lnTo>
                  <a:lnTo>
                    <a:pt x="34544" y="235331"/>
                  </a:lnTo>
                  <a:lnTo>
                    <a:pt x="38354" y="235089"/>
                  </a:lnTo>
                  <a:lnTo>
                    <a:pt x="51816" y="218287"/>
                  </a:lnTo>
                  <a:lnTo>
                    <a:pt x="52082" y="217563"/>
                  </a:lnTo>
                  <a:lnTo>
                    <a:pt x="52197" y="217271"/>
                  </a:lnTo>
                  <a:close/>
                </a:path>
              </a:pathLst>
            </a:custGeom>
            <a:solidFill>
              <a:srgbClr val="0096FF"/>
            </a:solidFill>
          </p:spPr>
          <p:txBody>
            <a:bodyPr wrap="square" lIns="0" tIns="0" rIns="0" bIns="0" rtlCol="0"/>
            <a:lstStyle/>
            <a:p>
              <a:endParaRPr sz="2400"/>
            </a:p>
          </p:txBody>
        </p:sp>
        <p:pic>
          <p:nvPicPr>
            <p:cNvPr id="32" name="object 32"/>
            <p:cNvPicPr/>
            <p:nvPr/>
          </p:nvPicPr>
          <p:blipFill>
            <a:blip r:embed="rId14" cstate="print"/>
            <a:stretch>
              <a:fillRect/>
            </a:stretch>
          </p:blipFill>
          <p:spPr>
            <a:xfrm>
              <a:off x="6272149" y="4263555"/>
              <a:ext cx="422275" cy="221589"/>
            </a:xfrm>
            <a:prstGeom prst="rect">
              <a:avLst/>
            </a:prstGeom>
          </p:spPr>
        </p:pic>
        <p:pic>
          <p:nvPicPr>
            <p:cNvPr id="33" name="object 33"/>
            <p:cNvPicPr/>
            <p:nvPr/>
          </p:nvPicPr>
          <p:blipFill>
            <a:blip r:embed="rId15" cstate="print"/>
            <a:stretch>
              <a:fillRect/>
            </a:stretch>
          </p:blipFill>
          <p:spPr>
            <a:xfrm>
              <a:off x="6765163" y="4264685"/>
              <a:ext cx="374268" cy="276860"/>
            </a:xfrm>
            <a:prstGeom prst="rect">
              <a:avLst/>
            </a:prstGeom>
          </p:spPr>
        </p:pic>
        <p:sp>
          <p:nvSpPr>
            <p:cNvPr id="36" name="object 36"/>
            <p:cNvSpPr/>
            <p:nvPr/>
          </p:nvSpPr>
          <p:spPr>
            <a:xfrm>
              <a:off x="4933950" y="180974"/>
              <a:ext cx="2657475" cy="180975"/>
            </a:xfrm>
            <a:custGeom>
              <a:avLst/>
              <a:gdLst/>
              <a:ahLst/>
              <a:cxnLst/>
              <a:rect l="l" t="t" r="r" b="b"/>
              <a:pathLst>
                <a:path w="2657475" h="180975">
                  <a:moveTo>
                    <a:pt x="2657475" y="0"/>
                  </a:moveTo>
                  <a:lnTo>
                    <a:pt x="0" y="0"/>
                  </a:lnTo>
                  <a:lnTo>
                    <a:pt x="0" y="180975"/>
                  </a:lnTo>
                  <a:lnTo>
                    <a:pt x="2657475" y="180975"/>
                  </a:lnTo>
                  <a:lnTo>
                    <a:pt x="2657475" y="0"/>
                  </a:lnTo>
                  <a:close/>
                </a:path>
              </a:pathLst>
            </a:custGeom>
            <a:solidFill>
              <a:srgbClr val="FFFFFF"/>
            </a:solidFill>
          </p:spPr>
          <p:txBody>
            <a:bodyPr wrap="square" lIns="0" tIns="0" rIns="0" bIns="0" rtlCol="0"/>
            <a:lstStyle/>
            <a:p>
              <a:endParaRPr sz="2400"/>
            </a:p>
          </p:txBody>
        </p:sp>
      </p:grpSp>
      <p:pic>
        <p:nvPicPr>
          <p:cNvPr id="37" name="object 37"/>
          <p:cNvPicPr/>
          <p:nvPr/>
        </p:nvPicPr>
        <p:blipFill>
          <a:blip r:embed="rId16" cstate="print"/>
          <a:stretch>
            <a:fillRect/>
          </a:stretch>
        </p:blipFill>
        <p:spPr>
          <a:xfrm>
            <a:off x="10160615" y="1233424"/>
            <a:ext cx="907012" cy="281093"/>
          </a:xfrm>
          <a:prstGeom prst="rect">
            <a:avLst/>
          </a:prstGeom>
        </p:spPr>
      </p:pic>
      <p:sp>
        <p:nvSpPr>
          <p:cNvPr id="39" name="object 39"/>
          <p:cNvSpPr/>
          <p:nvPr/>
        </p:nvSpPr>
        <p:spPr>
          <a:xfrm>
            <a:off x="2197101" y="469902"/>
            <a:ext cx="254000" cy="2654300"/>
          </a:xfrm>
          <a:custGeom>
            <a:avLst/>
            <a:gdLst/>
            <a:ahLst/>
            <a:cxnLst/>
            <a:rect l="l" t="t" r="r" b="b"/>
            <a:pathLst>
              <a:path w="190500" h="1990725">
                <a:moveTo>
                  <a:pt x="190500" y="0"/>
                </a:moveTo>
                <a:lnTo>
                  <a:pt x="0" y="0"/>
                </a:lnTo>
                <a:lnTo>
                  <a:pt x="0" y="1990725"/>
                </a:lnTo>
                <a:lnTo>
                  <a:pt x="190500" y="1990725"/>
                </a:lnTo>
                <a:lnTo>
                  <a:pt x="190500" y="0"/>
                </a:lnTo>
                <a:close/>
              </a:path>
            </a:pathLst>
          </a:custGeom>
          <a:solidFill>
            <a:srgbClr val="FFFFFF"/>
          </a:solidFill>
        </p:spPr>
        <p:txBody>
          <a:bodyPr wrap="square" lIns="0" tIns="0" rIns="0" bIns="0" rtlCol="0"/>
          <a:lstStyle/>
          <a:p>
            <a:endParaRPr sz="2400"/>
          </a:p>
        </p:txBody>
      </p:sp>
      <p:sp>
        <p:nvSpPr>
          <p:cNvPr id="40" name="object 40"/>
          <p:cNvSpPr txBox="1"/>
          <p:nvPr/>
        </p:nvSpPr>
        <p:spPr>
          <a:xfrm>
            <a:off x="1802894" y="1474809"/>
            <a:ext cx="648545" cy="424433"/>
          </a:xfrm>
          <a:prstGeom prst="rect">
            <a:avLst/>
          </a:prstGeom>
        </p:spPr>
        <p:txBody>
          <a:bodyPr vert="horz" wrap="square" lIns="0" tIns="21167" rIns="0" bIns="0" rtlCol="0">
            <a:spAutoFit/>
          </a:bodyPr>
          <a:lstStyle/>
          <a:p>
            <a:pPr marL="16933">
              <a:spcBef>
                <a:spcPts val="167"/>
              </a:spcBef>
            </a:pPr>
            <a:r>
              <a:rPr sz="1268" spc="7" dirty="0">
                <a:latin typeface="Verdana"/>
                <a:cs typeface="Verdana"/>
              </a:rPr>
              <a:t>p</a:t>
            </a:r>
            <a:r>
              <a:rPr sz="1268" spc="-53" dirty="0">
                <a:latin typeface="Verdana"/>
                <a:cs typeface="Verdana"/>
              </a:rPr>
              <a:t>ri</a:t>
            </a:r>
            <a:r>
              <a:rPr sz="1268" spc="15" dirty="0">
                <a:latin typeface="Verdana"/>
                <a:cs typeface="Verdana"/>
              </a:rPr>
              <a:t>c</a:t>
            </a:r>
            <a:r>
              <a:rPr sz="1268" spc="-327" dirty="0">
                <a:latin typeface="Verdana"/>
                <a:cs typeface="Verdana"/>
              </a:rPr>
              <a:t> </a:t>
            </a:r>
            <a:r>
              <a:rPr sz="1268" spc="20" dirty="0">
                <a:latin typeface="Verdana"/>
                <a:cs typeface="Verdana"/>
              </a:rPr>
              <a:t>e</a:t>
            </a:r>
            <a:r>
              <a:rPr sz="1268" spc="80" dirty="0">
                <a:latin typeface="Verdana"/>
                <a:cs typeface="Verdana"/>
              </a:rPr>
              <a:t> </a:t>
            </a:r>
            <a:r>
              <a:rPr sz="1268" spc="-53" dirty="0">
                <a:latin typeface="Verdana"/>
                <a:cs typeface="Verdana"/>
              </a:rPr>
              <a:t>i</a:t>
            </a:r>
            <a:r>
              <a:rPr sz="1268" spc="20" dirty="0">
                <a:latin typeface="Verdana"/>
                <a:cs typeface="Verdana"/>
              </a:rPr>
              <a:t>n</a:t>
            </a:r>
            <a:endParaRPr sz="1268">
              <a:latin typeface="Verdana"/>
              <a:cs typeface="Verdana"/>
            </a:endParaRPr>
          </a:p>
          <a:p>
            <a:pPr marL="29633">
              <a:spcBef>
                <a:spcPts val="87"/>
              </a:spcBef>
            </a:pPr>
            <a:r>
              <a:rPr sz="1268" spc="-15" dirty="0">
                <a:latin typeface="Verdana"/>
                <a:cs typeface="Verdana"/>
              </a:rPr>
              <a:t>$</a:t>
            </a:r>
            <a:r>
              <a:rPr sz="1268" spc="-15" dirty="0">
                <a:latin typeface="Cambria Math"/>
                <a:cs typeface="Cambria Math"/>
              </a:rPr>
              <a:t>1000</a:t>
            </a:r>
            <a:r>
              <a:rPr sz="1268" spc="-15" dirty="0">
                <a:latin typeface="Verdana"/>
                <a:cs typeface="Verdana"/>
              </a:rPr>
              <a:t>'s</a:t>
            </a:r>
            <a:endParaRPr sz="1268">
              <a:latin typeface="Verdana"/>
              <a:cs typeface="Verdana"/>
            </a:endParaRPr>
          </a:p>
        </p:txBody>
      </p:sp>
      <p:sp>
        <p:nvSpPr>
          <p:cNvPr id="43" name="Slide Number Placeholder 42">
            <a:extLst>
              <a:ext uri="{FF2B5EF4-FFF2-40B4-BE49-F238E27FC236}">
                <a16:creationId xmlns:a16="http://schemas.microsoft.com/office/drawing/2014/main" id="{98E7D4ED-969C-C108-60B7-50F61E074627}"/>
              </a:ext>
            </a:extLst>
          </p:cNvPr>
          <p:cNvSpPr>
            <a:spLocks noGrp="1"/>
          </p:cNvSpPr>
          <p:nvPr>
            <p:ph type="sldNum" sz="quarter" idx="12"/>
          </p:nvPr>
        </p:nvSpPr>
        <p:spPr/>
        <p:txBody>
          <a:bodyPr/>
          <a:lstStyle/>
          <a:p>
            <a:fld id="{233E71FE-A542-4040-BA29-68F56A442EAC}" type="slidenum">
              <a:rPr lang="en-PS" smtClean="0"/>
              <a:t>29</a:t>
            </a:fld>
            <a:endParaRPr lang="en-P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253463" y="3936368"/>
            <a:ext cx="7425268" cy="699338"/>
          </a:xfrm>
          <a:prstGeom prst="rect">
            <a:avLst/>
          </a:prstGeom>
        </p:spPr>
        <p:txBody>
          <a:bodyPr vert="horz" wrap="square" lIns="0" tIns="22015" rIns="0" bIns="0" rtlCol="0">
            <a:spAutoFit/>
          </a:bodyPr>
          <a:lstStyle/>
          <a:p>
            <a:pPr marL="16933">
              <a:spcBef>
                <a:spcPts val="175"/>
              </a:spcBef>
            </a:pPr>
            <a:r>
              <a:rPr sz="4400" spc="20" dirty="0">
                <a:latin typeface="Verdana"/>
                <a:cs typeface="Verdana"/>
              </a:rPr>
              <a:t>Visualization</a:t>
            </a:r>
            <a:r>
              <a:rPr sz="4400" spc="-367" dirty="0">
                <a:latin typeface="Verdana"/>
                <a:cs typeface="Verdana"/>
              </a:rPr>
              <a:t> </a:t>
            </a:r>
            <a:r>
              <a:rPr sz="4400" spc="33" dirty="0">
                <a:latin typeface="Verdana"/>
                <a:cs typeface="Verdana"/>
              </a:rPr>
              <a:t>examples</a:t>
            </a:r>
            <a:endParaRPr sz="4400" dirty="0">
              <a:latin typeface="Verdana"/>
              <a:cs typeface="Verdana"/>
            </a:endParaRPr>
          </a:p>
        </p:txBody>
      </p:sp>
      <p:sp>
        <p:nvSpPr>
          <p:cNvPr id="4" name="Slide Number Placeholder 3">
            <a:extLst>
              <a:ext uri="{FF2B5EF4-FFF2-40B4-BE49-F238E27FC236}">
                <a16:creationId xmlns:a16="http://schemas.microsoft.com/office/drawing/2014/main" id="{948A4DB6-1405-9C62-BDB2-52775A35DA29}"/>
              </a:ext>
            </a:extLst>
          </p:cNvPr>
          <p:cNvSpPr>
            <a:spLocks noGrp="1"/>
          </p:cNvSpPr>
          <p:nvPr>
            <p:ph type="sldNum" sz="quarter" idx="7"/>
          </p:nvPr>
        </p:nvSpPr>
        <p:spPr/>
        <p:txBody>
          <a:bodyPr/>
          <a:lstStyle/>
          <a:p>
            <a:fld id="{B6F15528-21DE-4FAA-801E-634DDDAF4B2B}" type="slidenum">
              <a:rPr lang="en-PS" smtClean="0"/>
              <a:t>30</a:t>
            </a:fld>
            <a:endParaRPr lang="en-PS"/>
          </a:p>
        </p:txBody>
      </p:sp>
      <p:sp>
        <p:nvSpPr>
          <p:cNvPr id="6" name="Title 5">
            <a:extLst>
              <a:ext uri="{FF2B5EF4-FFF2-40B4-BE49-F238E27FC236}">
                <a16:creationId xmlns:a16="http://schemas.microsoft.com/office/drawing/2014/main" id="{9E8F8525-D530-1B09-7923-33639DB4A0F5}"/>
              </a:ext>
            </a:extLst>
          </p:cNvPr>
          <p:cNvSpPr>
            <a:spLocks noGrp="1"/>
          </p:cNvSpPr>
          <p:nvPr>
            <p:ph type="ctrTitle"/>
          </p:nvPr>
        </p:nvSpPr>
        <p:spPr>
          <a:xfrm>
            <a:off x="699686" y="1151320"/>
            <a:ext cx="10792628" cy="664797"/>
          </a:xfrm>
        </p:spPr>
        <p:txBody>
          <a:bodyPr/>
          <a:lstStyle/>
          <a:p>
            <a:r>
              <a:rPr lang="en-GB" sz="4800" dirty="0"/>
              <a:t>Linear Regression with 1 variable</a:t>
            </a:r>
            <a:endParaRPr lang="en-PS" sz="4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35649" y="354439"/>
            <a:ext cx="8197765" cy="6033659"/>
            <a:chOff x="1443101" y="14350"/>
            <a:chExt cx="6148324" cy="4525243"/>
          </a:xfrm>
        </p:grpSpPr>
        <p:pic>
          <p:nvPicPr>
            <p:cNvPr id="3" name="object 3"/>
            <p:cNvPicPr/>
            <p:nvPr/>
          </p:nvPicPr>
          <p:blipFill>
            <a:blip r:embed="rId2" cstate="print"/>
            <a:stretch>
              <a:fillRect/>
            </a:stretch>
          </p:blipFill>
          <p:spPr>
            <a:xfrm>
              <a:off x="1652784" y="36609"/>
              <a:ext cx="5815949" cy="4502984"/>
            </a:xfrm>
            <a:prstGeom prst="rect">
              <a:avLst/>
            </a:prstGeom>
          </p:spPr>
        </p:pic>
        <p:pic>
          <p:nvPicPr>
            <p:cNvPr id="4" name="object 4"/>
            <p:cNvPicPr/>
            <p:nvPr/>
          </p:nvPicPr>
          <p:blipFill>
            <a:blip r:embed="rId3" cstate="print"/>
            <a:stretch>
              <a:fillRect/>
            </a:stretch>
          </p:blipFill>
          <p:spPr>
            <a:xfrm>
              <a:off x="2609596" y="1547875"/>
              <a:ext cx="586076" cy="293497"/>
            </a:xfrm>
            <a:prstGeom prst="rect">
              <a:avLst/>
            </a:prstGeom>
          </p:spPr>
        </p:pic>
        <p:pic>
          <p:nvPicPr>
            <p:cNvPr id="5" name="object 5"/>
            <p:cNvPicPr/>
            <p:nvPr/>
          </p:nvPicPr>
          <p:blipFill>
            <a:blip r:embed="rId4" cstate="print"/>
            <a:stretch>
              <a:fillRect/>
            </a:stretch>
          </p:blipFill>
          <p:spPr>
            <a:xfrm>
              <a:off x="3279139" y="1553209"/>
              <a:ext cx="1171490" cy="255142"/>
            </a:xfrm>
            <a:prstGeom prst="rect">
              <a:avLst/>
            </a:prstGeom>
          </p:spPr>
        </p:pic>
        <p:pic>
          <p:nvPicPr>
            <p:cNvPr id="6" name="object 6"/>
            <p:cNvPicPr/>
            <p:nvPr/>
          </p:nvPicPr>
          <p:blipFill>
            <a:blip r:embed="rId5" cstate="print"/>
            <a:stretch>
              <a:fillRect/>
            </a:stretch>
          </p:blipFill>
          <p:spPr>
            <a:xfrm>
              <a:off x="5231383" y="613028"/>
              <a:ext cx="308990" cy="187960"/>
            </a:xfrm>
            <a:prstGeom prst="rect">
              <a:avLst/>
            </a:prstGeom>
          </p:spPr>
        </p:pic>
        <p:pic>
          <p:nvPicPr>
            <p:cNvPr id="7" name="object 7"/>
            <p:cNvPicPr/>
            <p:nvPr/>
          </p:nvPicPr>
          <p:blipFill>
            <a:blip r:embed="rId6" cstate="print"/>
            <a:stretch>
              <a:fillRect/>
            </a:stretch>
          </p:blipFill>
          <p:spPr>
            <a:xfrm>
              <a:off x="5898642" y="2016759"/>
              <a:ext cx="552323" cy="199389"/>
            </a:xfrm>
            <a:prstGeom prst="rect">
              <a:avLst/>
            </a:prstGeom>
          </p:spPr>
        </p:pic>
        <p:sp>
          <p:nvSpPr>
            <p:cNvPr id="8" name="object 8"/>
            <p:cNvSpPr/>
            <p:nvPr/>
          </p:nvSpPr>
          <p:spPr>
            <a:xfrm>
              <a:off x="3281425" y="176275"/>
              <a:ext cx="457200" cy="171450"/>
            </a:xfrm>
            <a:custGeom>
              <a:avLst/>
              <a:gdLst/>
              <a:ahLst/>
              <a:cxnLst/>
              <a:rect l="l" t="t" r="r" b="b"/>
              <a:pathLst>
                <a:path w="457200" h="171450">
                  <a:moveTo>
                    <a:pt x="457200" y="0"/>
                  </a:moveTo>
                  <a:lnTo>
                    <a:pt x="0" y="0"/>
                  </a:lnTo>
                  <a:lnTo>
                    <a:pt x="0" y="171450"/>
                  </a:lnTo>
                  <a:lnTo>
                    <a:pt x="457200" y="171450"/>
                  </a:lnTo>
                  <a:lnTo>
                    <a:pt x="457200" y="0"/>
                  </a:lnTo>
                  <a:close/>
                </a:path>
              </a:pathLst>
            </a:custGeom>
            <a:solidFill>
              <a:srgbClr val="FFFFFF"/>
            </a:solidFill>
          </p:spPr>
          <p:txBody>
            <a:bodyPr wrap="square" lIns="0" tIns="0" rIns="0" bIns="0" rtlCol="0"/>
            <a:lstStyle/>
            <a:p>
              <a:endParaRPr sz="2400"/>
            </a:p>
          </p:txBody>
        </p:sp>
        <p:sp>
          <p:nvSpPr>
            <p:cNvPr id="9" name="object 9"/>
            <p:cNvSpPr/>
            <p:nvPr/>
          </p:nvSpPr>
          <p:spPr>
            <a:xfrm>
              <a:off x="3281425" y="176275"/>
              <a:ext cx="457200" cy="171450"/>
            </a:xfrm>
            <a:custGeom>
              <a:avLst/>
              <a:gdLst/>
              <a:ahLst/>
              <a:cxnLst/>
              <a:rect l="l" t="t" r="r" b="b"/>
              <a:pathLst>
                <a:path w="457200" h="171450">
                  <a:moveTo>
                    <a:pt x="0" y="171450"/>
                  </a:moveTo>
                  <a:lnTo>
                    <a:pt x="457200" y="171450"/>
                  </a:lnTo>
                  <a:lnTo>
                    <a:pt x="457200" y="0"/>
                  </a:lnTo>
                  <a:lnTo>
                    <a:pt x="0" y="0"/>
                  </a:lnTo>
                  <a:lnTo>
                    <a:pt x="0" y="171450"/>
                  </a:lnTo>
                  <a:close/>
                </a:path>
              </a:pathLst>
            </a:custGeom>
            <a:ln w="25400">
              <a:solidFill>
                <a:srgbClr val="FFFFFF"/>
              </a:solidFill>
            </a:ln>
          </p:spPr>
          <p:txBody>
            <a:bodyPr wrap="square" lIns="0" tIns="0" rIns="0" bIns="0" rtlCol="0"/>
            <a:lstStyle/>
            <a:p>
              <a:endParaRPr sz="2400"/>
            </a:p>
          </p:txBody>
        </p:sp>
        <p:sp>
          <p:nvSpPr>
            <p:cNvPr id="10" name="object 10"/>
            <p:cNvSpPr/>
            <p:nvPr/>
          </p:nvSpPr>
          <p:spPr>
            <a:xfrm>
              <a:off x="6053200" y="14350"/>
              <a:ext cx="466725" cy="171450"/>
            </a:xfrm>
            <a:custGeom>
              <a:avLst/>
              <a:gdLst/>
              <a:ahLst/>
              <a:cxnLst/>
              <a:rect l="l" t="t" r="r" b="b"/>
              <a:pathLst>
                <a:path w="466725" h="171450">
                  <a:moveTo>
                    <a:pt x="466725" y="0"/>
                  </a:moveTo>
                  <a:lnTo>
                    <a:pt x="0" y="0"/>
                  </a:lnTo>
                  <a:lnTo>
                    <a:pt x="0" y="171450"/>
                  </a:lnTo>
                  <a:lnTo>
                    <a:pt x="466725" y="171450"/>
                  </a:lnTo>
                  <a:lnTo>
                    <a:pt x="466725" y="0"/>
                  </a:lnTo>
                  <a:close/>
                </a:path>
              </a:pathLst>
            </a:custGeom>
            <a:solidFill>
              <a:srgbClr val="FFFFFF"/>
            </a:solidFill>
          </p:spPr>
          <p:txBody>
            <a:bodyPr wrap="square" lIns="0" tIns="0" rIns="0" bIns="0" rtlCol="0"/>
            <a:lstStyle/>
            <a:p>
              <a:endParaRPr sz="2400"/>
            </a:p>
          </p:txBody>
        </p:sp>
        <p:sp>
          <p:nvSpPr>
            <p:cNvPr id="11" name="object 11"/>
            <p:cNvSpPr/>
            <p:nvPr/>
          </p:nvSpPr>
          <p:spPr>
            <a:xfrm>
              <a:off x="6053200" y="14350"/>
              <a:ext cx="466725" cy="171450"/>
            </a:xfrm>
            <a:custGeom>
              <a:avLst/>
              <a:gdLst/>
              <a:ahLst/>
              <a:cxnLst/>
              <a:rect l="l" t="t" r="r" b="b"/>
              <a:pathLst>
                <a:path w="466725" h="171450">
                  <a:moveTo>
                    <a:pt x="0" y="171450"/>
                  </a:moveTo>
                  <a:lnTo>
                    <a:pt x="466725" y="171450"/>
                  </a:lnTo>
                  <a:lnTo>
                    <a:pt x="466725" y="0"/>
                  </a:lnTo>
                  <a:lnTo>
                    <a:pt x="0" y="0"/>
                  </a:lnTo>
                  <a:lnTo>
                    <a:pt x="0" y="171450"/>
                  </a:lnTo>
                  <a:close/>
                </a:path>
              </a:pathLst>
            </a:custGeom>
            <a:ln w="25400">
              <a:solidFill>
                <a:srgbClr val="FFFFFF"/>
              </a:solidFill>
            </a:ln>
          </p:spPr>
          <p:txBody>
            <a:bodyPr wrap="square" lIns="0" tIns="0" rIns="0" bIns="0" rtlCol="0"/>
            <a:lstStyle/>
            <a:p>
              <a:endParaRPr sz="2400"/>
            </a:p>
          </p:txBody>
        </p:sp>
        <p:pic>
          <p:nvPicPr>
            <p:cNvPr id="14" name="object 14"/>
            <p:cNvPicPr/>
            <p:nvPr/>
          </p:nvPicPr>
          <p:blipFill>
            <a:blip r:embed="rId7" cstate="print"/>
            <a:stretch>
              <a:fillRect/>
            </a:stretch>
          </p:blipFill>
          <p:spPr>
            <a:xfrm>
              <a:off x="2043049" y="69215"/>
              <a:ext cx="544702" cy="328930"/>
            </a:xfrm>
            <a:prstGeom prst="rect">
              <a:avLst/>
            </a:prstGeom>
          </p:spPr>
        </p:pic>
        <p:pic>
          <p:nvPicPr>
            <p:cNvPr id="15" name="object 15"/>
            <p:cNvPicPr/>
            <p:nvPr/>
          </p:nvPicPr>
          <p:blipFill>
            <a:blip r:embed="rId8" cstate="print"/>
            <a:stretch>
              <a:fillRect/>
            </a:stretch>
          </p:blipFill>
          <p:spPr>
            <a:xfrm>
              <a:off x="1443101" y="73152"/>
              <a:ext cx="441515" cy="218821"/>
            </a:xfrm>
            <a:prstGeom prst="rect">
              <a:avLst/>
            </a:prstGeom>
          </p:spPr>
        </p:pic>
        <p:pic>
          <p:nvPicPr>
            <p:cNvPr id="16" name="object 16"/>
            <p:cNvPicPr/>
            <p:nvPr/>
          </p:nvPicPr>
          <p:blipFill>
            <a:blip r:embed="rId9" cstate="print"/>
            <a:stretch>
              <a:fillRect/>
            </a:stretch>
          </p:blipFill>
          <p:spPr>
            <a:xfrm>
              <a:off x="3054858" y="1818767"/>
              <a:ext cx="846328" cy="359028"/>
            </a:xfrm>
            <a:prstGeom prst="rect">
              <a:avLst/>
            </a:prstGeom>
          </p:spPr>
        </p:pic>
        <p:pic>
          <p:nvPicPr>
            <p:cNvPr id="18" name="object 18"/>
            <p:cNvPicPr/>
            <p:nvPr/>
          </p:nvPicPr>
          <p:blipFill>
            <a:blip r:embed="rId10" cstate="print"/>
            <a:stretch>
              <a:fillRect/>
            </a:stretch>
          </p:blipFill>
          <p:spPr>
            <a:xfrm>
              <a:off x="4350003" y="685927"/>
              <a:ext cx="68580" cy="792479"/>
            </a:xfrm>
            <a:prstGeom prst="rect">
              <a:avLst/>
            </a:prstGeom>
          </p:spPr>
        </p:pic>
        <p:pic>
          <p:nvPicPr>
            <p:cNvPr id="19" name="object 19"/>
            <p:cNvPicPr/>
            <p:nvPr/>
          </p:nvPicPr>
          <p:blipFill>
            <a:blip r:embed="rId11" cstate="print"/>
            <a:stretch>
              <a:fillRect/>
            </a:stretch>
          </p:blipFill>
          <p:spPr>
            <a:xfrm>
              <a:off x="3808857" y="624459"/>
              <a:ext cx="32638" cy="526033"/>
            </a:xfrm>
            <a:prstGeom prst="rect">
              <a:avLst/>
            </a:prstGeom>
          </p:spPr>
        </p:pic>
        <p:pic>
          <p:nvPicPr>
            <p:cNvPr id="20" name="object 20"/>
            <p:cNvPicPr/>
            <p:nvPr/>
          </p:nvPicPr>
          <p:blipFill>
            <a:blip r:embed="rId12" cstate="print"/>
            <a:stretch>
              <a:fillRect/>
            </a:stretch>
          </p:blipFill>
          <p:spPr>
            <a:xfrm>
              <a:off x="4161917" y="637794"/>
              <a:ext cx="60452" cy="718820"/>
            </a:xfrm>
            <a:prstGeom prst="rect">
              <a:avLst/>
            </a:prstGeom>
          </p:spPr>
        </p:pic>
        <p:pic>
          <p:nvPicPr>
            <p:cNvPr id="21" name="object 21"/>
            <p:cNvPicPr/>
            <p:nvPr/>
          </p:nvPicPr>
          <p:blipFill>
            <a:blip r:embed="rId13" cstate="print"/>
            <a:stretch>
              <a:fillRect/>
            </a:stretch>
          </p:blipFill>
          <p:spPr>
            <a:xfrm>
              <a:off x="2606167" y="473328"/>
              <a:ext cx="65531" cy="943610"/>
            </a:xfrm>
            <a:prstGeom prst="rect">
              <a:avLst/>
            </a:prstGeom>
          </p:spPr>
        </p:pic>
        <p:pic>
          <p:nvPicPr>
            <p:cNvPr id="22" name="object 22"/>
            <p:cNvPicPr/>
            <p:nvPr/>
          </p:nvPicPr>
          <p:blipFill>
            <a:blip r:embed="rId14" cstate="print"/>
            <a:stretch>
              <a:fillRect/>
            </a:stretch>
          </p:blipFill>
          <p:spPr>
            <a:xfrm>
              <a:off x="5889625" y="512191"/>
              <a:ext cx="655447" cy="731520"/>
            </a:xfrm>
            <a:prstGeom prst="rect">
              <a:avLst/>
            </a:prstGeom>
          </p:spPr>
        </p:pic>
        <p:sp>
          <p:nvSpPr>
            <p:cNvPr id="24" name="object 24"/>
            <p:cNvSpPr/>
            <p:nvPr/>
          </p:nvSpPr>
          <p:spPr>
            <a:xfrm>
              <a:off x="4933950" y="180974"/>
              <a:ext cx="2657475" cy="180975"/>
            </a:xfrm>
            <a:custGeom>
              <a:avLst/>
              <a:gdLst/>
              <a:ahLst/>
              <a:cxnLst/>
              <a:rect l="l" t="t" r="r" b="b"/>
              <a:pathLst>
                <a:path w="2657475" h="180975">
                  <a:moveTo>
                    <a:pt x="2657475" y="0"/>
                  </a:moveTo>
                  <a:lnTo>
                    <a:pt x="0" y="0"/>
                  </a:lnTo>
                  <a:lnTo>
                    <a:pt x="0" y="180975"/>
                  </a:lnTo>
                  <a:lnTo>
                    <a:pt x="2657475" y="180975"/>
                  </a:lnTo>
                  <a:lnTo>
                    <a:pt x="2657475" y="0"/>
                  </a:lnTo>
                  <a:close/>
                </a:path>
              </a:pathLst>
            </a:custGeom>
            <a:solidFill>
              <a:srgbClr val="FFFFFF"/>
            </a:solidFill>
          </p:spPr>
          <p:txBody>
            <a:bodyPr wrap="square" lIns="0" tIns="0" rIns="0" bIns="0" rtlCol="0"/>
            <a:lstStyle/>
            <a:p>
              <a:endParaRPr sz="2400"/>
            </a:p>
          </p:txBody>
        </p:sp>
      </p:grpSp>
      <p:sp>
        <p:nvSpPr>
          <p:cNvPr id="25" name="object 25"/>
          <p:cNvSpPr txBox="1"/>
          <p:nvPr/>
        </p:nvSpPr>
        <p:spPr>
          <a:xfrm>
            <a:off x="6645147" y="225214"/>
            <a:ext cx="3488267" cy="263320"/>
          </a:xfrm>
          <a:prstGeom prst="rect">
            <a:avLst/>
          </a:prstGeom>
        </p:spPr>
        <p:txBody>
          <a:bodyPr vert="horz" wrap="square" lIns="0" tIns="16933" rIns="0" bIns="0" rtlCol="0">
            <a:spAutoFit/>
          </a:bodyPr>
          <a:lstStyle/>
          <a:p>
            <a:pPr marL="16933">
              <a:spcBef>
                <a:spcPts val="133"/>
              </a:spcBef>
            </a:pPr>
            <a:r>
              <a:rPr sz="1600" spc="-41" dirty="0">
                <a:latin typeface="Verdana"/>
                <a:cs typeface="Verdana"/>
              </a:rPr>
              <a:t>c</a:t>
            </a:r>
            <a:r>
              <a:rPr sz="1600" spc="53" dirty="0">
                <a:latin typeface="Verdana"/>
                <a:cs typeface="Verdana"/>
              </a:rPr>
              <a:t>li</a:t>
            </a:r>
            <a:r>
              <a:rPr sz="1600" spc="-41" dirty="0">
                <a:latin typeface="Verdana"/>
                <a:cs typeface="Verdana"/>
              </a:rPr>
              <a:t>c</a:t>
            </a:r>
            <a:r>
              <a:rPr sz="1600" dirty="0">
                <a:latin typeface="Verdana"/>
                <a:cs typeface="Verdana"/>
              </a:rPr>
              <a:t>k</a:t>
            </a:r>
            <a:r>
              <a:rPr sz="1600" spc="-113" dirty="0">
                <a:latin typeface="Verdana"/>
                <a:cs typeface="Verdana"/>
              </a:rPr>
              <a:t> </a:t>
            </a:r>
            <a:r>
              <a:rPr sz="1600" spc="-15" dirty="0">
                <a:latin typeface="Verdana"/>
                <a:cs typeface="Verdana"/>
              </a:rPr>
              <a:t>w</a:t>
            </a:r>
            <a:r>
              <a:rPr sz="1600" spc="53" dirty="0">
                <a:latin typeface="Verdana"/>
                <a:cs typeface="Verdana"/>
              </a:rPr>
              <a:t>i</a:t>
            </a:r>
            <a:r>
              <a:rPr sz="1600" spc="68" dirty="0">
                <a:latin typeface="Verdana"/>
                <a:cs typeface="Verdana"/>
              </a:rPr>
              <a:t>t</a:t>
            </a:r>
            <a:r>
              <a:rPr sz="1600" spc="-15" dirty="0">
                <a:latin typeface="Verdana"/>
                <a:cs typeface="Verdana"/>
              </a:rPr>
              <a:t>h</a:t>
            </a:r>
            <a:r>
              <a:rPr sz="1600" spc="53" dirty="0">
                <a:latin typeface="Verdana"/>
                <a:cs typeface="Verdana"/>
              </a:rPr>
              <a:t>i</a:t>
            </a:r>
            <a:r>
              <a:rPr sz="1600" dirty="0">
                <a:latin typeface="Verdana"/>
                <a:cs typeface="Verdana"/>
              </a:rPr>
              <a:t>n</a:t>
            </a:r>
            <a:r>
              <a:rPr sz="1600" spc="-180" dirty="0">
                <a:latin typeface="Verdana"/>
                <a:cs typeface="Verdana"/>
              </a:rPr>
              <a:t> </a:t>
            </a:r>
            <a:r>
              <a:rPr sz="1600" spc="68" dirty="0">
                <a:latin typeface="Verdana"/>
                <a:cs typeface="Verdana"/>
              </a:rPr>
              <a:t>t</a:t>
            </a:r>
            <a:r>
              <a:rPr sz="1600" spc="-15" dirty="0">
                <a:latin typeface="Verdana"/>
                <a:cs typeface="Verdana"/>
              </a:rPr>
              <a:t>h</a:t>
            </a:r>
            <a:r>
              <a:rPr sz="1600" spc="53" dirty="0">
                <a:latin typeface="Verdana"/>
                <a:cs typeface="Verdana"/>
              </a:rPr>
              <a:t>i</a:t>
            </a:r>
            <a:r>
              <a:rPr sz="1600" dirty="0">
                <a:latin typeface="Verdana"/>
                <a:cs typeface="Verdana"/>
              </a:rPr>
              <a:t>s</a:t>
            </a:r>
            <a:r>
              <a:rPr sz="1600" spc="-100" dirty="0">
                <a:latin typeface="Verdana"/>
                <a:cs typeface="Verdana"/>
              </a:rPr>
              <a:t> </a:t>
            </a:r>
            <a:r>
              <a:rPr sz="1600" spc="-7" dirty="0">
                <a:latin typeface="Verdana"/>
                <a:cs typeface="Verdana"/>
              </a:rPr>
              <a:t>p</a:t>
            </a:r>
            <a:r>
              <a:rPr sz="1600" spc="60" dirty="0">
                <a:latin typeface="Verdana"/>
                <a:cs typeface="Verdana"/>
              </a:rPr>
              <a:t>l</a:t>
            </a:r>
            <a:r>
              <a:rPr sz="1600" spc="27" dirty="0">
                <a:latin typeface="Verdana"/>
                <a:cs typeface="Verdana"/>
              </a:rPr>
              <a:t>o</a:t>
            </a:r>
            <a:r>
              <a:rPr sz="1600" dirty="0">
                <a:latin typeface="Verdana"/>
                <a:cs typeface="Verdana"/>
              </a:rPr>
              <a:t>t</a:t>
            </a:r>
            <a:r>
              <a:rPr sz="1600" spc="-100" dirty="0">
                <a:latin typeface="Verdana"/>
                <a:cs typeface="Verdana"/>
              </a:rPr>
              <a:t> </a:t>
            </a:r>
            <a:r>
              <a:rPr sz="1600" spc="68" dirty="0">
                <a:latin typeface="Verdana"/>
                <a:cs typeface="Verdana"/>
              </a:rPr>
              <a:t>t</a:t>
            </a:r>
            <a:r>
              <a:rPr sz="1600" dirty="0">
                <a:latin typeface="Verdana"/>
                <a:cs typeface="Verdana"/>
              </a:rPr>
              <a:t>o</a:t>
            </a:r>
            <a:r>
              <a:rPr sz="1600" spc="-41" dirty="0">
                <a:latin typeface="Verdana"/>
                <a:cs typeface="Verdana"/>
              </a:rPr>
              <a:t> </a:t>
            </a:r>
            <a:r>
              <a:rPr sz="1600" spc="33" dirty="0">
                <a:latin typeface="Verdana"/>
                <a:cs typeface="Verdana"/>
              </a:rPr>
              <a:t>a</a:t>
            </a:r>
            <a:r>
              <a:rPr sz="1600" spc="-7" dirty="0">
                <a:latin typeface="Verdana"/>
                <a:cs typeface="Verdana"/>
              </a:rPr>
              <a:t>d</a:t>
            </a:r>
            <a:r>
              <a:rPr sz="1600" dirty="0">
                <a:latin typeface="Verdana"/>
                <a:cs typeface="Verdana"/>
              </a:rPr>
              <a:t>d</a:t>
            </a:r>
            <a:r>
              <a:rPr sz="1600" spc="-60" dirty="0">
                <a:latin typeface="Verdana"/>
                <a:cs typeface="Verdana"/>
              </a:rPr>
              <a:t> </a:t>
            </a:r>
            <a:r>
              <a:rPr sz="1600" spc="-7" dirty="0">
                <a:latin typeface="Verdana"/>
                <a:cs typeface="Verdana"/>
              </a:rPr>
              <a:t>p</a:t>
            </a:r>
            <a:r>
              <a:rPr sz="1600" spc="27" dirty="0">
                <a:latin typeface="Verdana"/>
                <a:cs typeface="Verdana"/>
              </a:rPr>
              <a:t>o</a:t>
            </a:r>
            <a:r>
              <a:rPr sz="1600" spc="53" dirty="0">
                <a:latin typeface="Verdana"/>
                <a:cs typeface="Verdana"/>
              </a:rPr>
              <a:t>i</a:t>
            </a:r>
            <a:r>
              <a:rPr sz="1600" spc="-15" dirty="0">
                <a:latin typeface="Verdana"/>
                <a:cs typeface="Verdana"/>
              </a:rPr>
              <a:t>n</a:t>
            </a:r>
            <a:r>
              <a:rPr sz="1600" spc="68" dirty="0">
                <a:latin typeface="Verdana"/>
                <a:cs typeface="Verdana"/>
              </a:rPr>
              <a:t>t</a:t>
            </a:r>
            <a:r>
              <a:rPr sz="1600" dirty="0">
                <a:latin typeface="Verdana"/>
                <a:cs typeface="Verdana"/>
              </a:rPr>
              <a:t>s</a:t>
            </a:r>
            <a:endParaRPr sz="1600">
              <a:latin typeface="Verdana"/>
              <a:cs typeface="Verdana"/>
            </a:endParaRPr>
          </a:p>
        </p:txBody>
      </p:sp>
      <p:sp>
        <p:nvSpPr>
          <p:cNvPr id="26" name="object 26"/>
          <p:cNvSpPr/>
          <p:nvPr/>
        </p:nvSpPr>
        <p:spPr>
          <a:xfrm>
            <a:off x="2197101" y="469902"/>
            <a:ext cx="254000" cy="2654300"/>
          </a:xfrm>
          <a:custGeom>
            <a:avLst/>
            <a:gdLst/>
            <a:ahLst/>
            <a:cxnLst/>
            <a:rect l="l" t="t" r="r" b="b"/>
            <a:pathLst>
              <a:path w="190500" h="1990725">
                <a:moveTo>
                  <a:pt x="190500" y="0"/>
                </a:moveTo>
                <a:lnTo>
                  <a:pt x="0" y="0"/>
                </a:lnTo>
                <a:lnTo>
                  <a:pt x="0" y="1990725"/>
                </a:lnTo>
                <a:lnTo>
                  <a:pt x="190500" y="1990725"/>
                </a:lnTo>
                <a:lnTo>
                  <a:pt x="190500" y="0"/>
                </a:lnTo>
                <a:close/>
              </a:path>
            </a:pathLst>
          </a:custGeom>
          <a:solidFill>
            <a:srgbClr val="FFFFFF"/>
          </a:solidFill>
        </p:spPr>
        <p:txBody>
          <a:bodyPr wrap="square" lIns="0" tIns="0" rIns="0" bIns="0" rtlCol="0"/>
          <a:lstStyle/>
          <a:p>
            <a:endParaRPr sz="2400"/>
          </a:p>
        </p:txBody>
      </p:sp>
      <p:sp>
        <p:nvSpPr>
          <p:cNvPr id="27" name="object 27"/>
          <p:cNvSpPr txBox="1"/>
          <p:nvPr/>
        </p:nvSpPr>
        <p:spPr>
          <a:xfrm>
            <a:off x="1802894" y="1474809"/>
            <a:ext cx="648545" cy="424433"/>
          </a:xfrm>
          <a:prstGeom prst="rect">
            <a:avLst/>
          </a:prstGeom>
        </p:spPr>
        <p:txBody>
          <a:bodyPr vert="horz" wrap="square" lIns="0" tIns="21167" rIns="0" bIns="0" rtlCol="0">
            <a:spAutoFit/>
          </a:bodyPr>
          <a:lstStyle/>
          <a:p>
            <a:pPr marL="16933">
              <a:spcBef>
                <a:spcPts val="167"/>
              </a:spcBef>
            </a:pPr>
            <a:r>
              <a:rPr sz="1268" spc="7" dirty="0">
                <a:latin typeface="Verdana"/>
                <a:cs typeface="Verdana"/>
              </a:rPr>
              <a:t>p</a:t>
            </a:r>
            <a:r>
              <a:rPr sz="1268" spc="-53" dirty="0">
                <a:latin typeface="Verdana"/>
                <a:cs typeface="Verdana"/>
              </a:rPr>
              <a:t>ri</a:t>
            </a:r>
            <a:r>
              <a:rPr sz="1268" spc="15" dirty="0">
                <a:latin typeface="Verdana"/>
                <a:cs typeface="Verdana"/>
              </a:rPr>
              <a:t>c</a:t>
            </a:r>
            <a:r>
              <a:rPr sz="1268" spc="-327" dirty="0">
                <a:latin typeface="Verdana"/>
                <a:cs typeface="Verdana"/>
              </a:rPr>
              <a:t> </a:t>
            </a:r>
            <a:r>
              <a:rPr sz="1268" spc="20" dirty="0">
                <a:latin typeface="Verdana"/>
                <a:cs typeface="Verdana"/>
              </a:rPr>
              <a:t>e</a:t>
            </a:r>
            <a:r>
              <a:rPr sz="1268" spc="80" dirty="0">
                <a:latin typeface="Verdana"/>
                <a:cs typeface="Verdana"/>
              </a:rPr>
              <a:t> </a:t>
            </a:r>
            <a:r>
              <a:rPr sz="1268" spc="-53" dirty="0">
                <a:latin typeface="Verdana"/>
                <a:cs typeface="Verdana"/>
              </a:rPr>
              <a:t>i</a:t>
            </a:r>
            <a:r>
              <a:rPr sz="1268" spc="20" dirty="0">
                <a:latin typeface="Verdana"/>
                <a:cs typeface="Verdana"/>
              </a:rPr>
              <a:t>n</a:t>
            </a:r>
            <a:endParaRPr sz="1268">
              <a:latin typeface="Verdana"/>
              <a:cs typeface="Verdana"/>
            </a:endParaRPr>
          </a:p>
          <a:p>
            <a:pPr marL="29633">
              <a:spcBef>
                <a:spcPts val="87"/>
              </a:spcBef>
            </a:pPr>
            <a:r>
              <a:rPr sz="1268" spc="-15" dirty="0">
                <a:latin typeface="Verdana"/>
                <a:cs typeface="Verdana"/>
              </a:rPr>
              <a:t>$</a:t>
            </a:r>
            <a:r>
              <a:rPr sz="1268" spc="-15" dirty="0">
                <a:latin typeface="Cambria Math"/>
                <a:cs typeface="Cambria Math"/>
              </a:rPr>
              <a:t>1000</a:t>
            </a:r>
            <a:r>
              <a:rPr sz="1268" spc="-15" dirty="0">
                <a:latin typeface="Verdana"/>
                <a:cs typeface="Verdana"/>
              </a:rPr>
              <a:t>'s</a:t>
            </a:r>
            <a:endParaRPr sz="1268">
              <a:latin typeface="Verdana"/>
              <a:cs typeface="Verdana"/>
            </a:endParaRPr>
          </a:p>
        </p:txBody>
      </p:sp>
      <p:graphicFrame>
        <p:nvGraphicFramePr>
          <p:cNvPr id="28" name="object 28"/>
          <p:cNvGraphicFramePr>
            <a:graphicFrameLocks noGrp="1"/>
          </p:cNvGraphicFramePr>
          <p:nvPr/>
        </p:nvGraphicFramePr>
        <p:xfrm>
          <a:off x="3670301" y="3189902"/>
          <a:ext cx="4114800" cy="532157"/>
        </p:xfrm>
        <a:graphic>
          <a:graphicData uri="http://schemas.openxmlformats.org/drawingml/2006/table">
            <a:tbl>
              <a:tblPr firstRow="1" bandRow="1">
                <a:tableStyleId>{2D5ABB26-0587-4C30-8999-92F81FD0307C}</a:tableStyleId>
              </a:tblPr>
              <a:tblGrid>
                <a:gridCol w="1460500">
                  <a:extLst>
                    <a:ext uri="{9D8B030D-6E8A-4147-A177-3AD203B41FA5}">
                      <a16:colId xmlns:a16="http://schemas.microsoft.com/office/drawing/2014/main" val="20000"/>
                    </a:ext>
                  </a:extLst>
                </a:gridCol>
                <a:gridCol w="1035473">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996527">
                  <a:extLst>
                    <a:ext uri="{9D8B030D-6E8A-4147-A177-3AD203B41FA5}">
                      <a16:colId xmlns:a16="http://schemas.microsoft.com/office/drawing/2014/main" val="20003"/>
                    </a:ext>
                  </a:extLst>
                </a:gridCol>
              </a:tblGrid>
              <a:tr h="269916">
                <a:tc>
                  <a:txBody>
                    <a:bodyPr/>
                    <a:lstStyle/>
                    <a:p>
                      <a:pPr marL="260985">
                        <a:lnSpc>
                          <a:spcPct val="100000"/>
                        </a:lnSpc>
                        <a:spcBef>
                          <a:spcPts val="215"/>
                        </a:spcBef>
                      </a:pPr>
                      <a:r>
                        <a:rPr sz="1200" spc="5" dirty="0">
                          <a:latin typeface="Verdana"/>
                          <a:cs typeface="Verdana"/>
                        </a:rPr>
                        <a:t>size</a:t>
                      </a:r>
                      <a:r>
                        <a:rPr sz="1200" spc="30" dirty="0">
                          <a:latin typeface="Verdana"/>
                          <a:cs typeface="Verdana"/>
                        </a:rPr>
                        <a:t> </a:t>
                      </a:r>
                      <a:r>
                        <a:rPr sz="1200" spc="-10" dirty="0">
                          <a:latin typeface="Verdana"/>
                          <a:cs typeface="Verdana"/>
                        </a:rPr>
                        <a:t>in</a:t>
                      </a:r>
                      <a:r>
                        <a:rPr sz="1200" spc="70" dirty="0">
                          <a:latin typeface="Verdana"/>
                          <a:cs typeface="Verdana"/>
                        </a:rPr>
                        <a:t> </a:t>
                      </a:r>
                      <a:r>
                        <a:rPr sz="1200" spc="35" dirty="0">
                          <a:latin typeface="Verdana"/>
                          <a:cs typeface="Verdana"/>
                        </a:rPr>
                        <a:t>feet</a:t>
                      </a:r>
                      <a:r>
                        <a:rPr sz="1200" spc="52" baseline="25641" dirty="0">
                          <a:latin typeface="Cambria Math"/>
                          <a:cs typeface="Cambria Math"/>
                        </a:rPr>
                        <a:t>2</a:t>
                      </a:r>
                      <a:endParaRPr sz="1200" baseline="25641">
                        <a:latin typeface="Cambria Math"/>
                        <a:cs typeface="Cambria Math"/>
                      </a:endParaRPr>
                    </a:p>
                  </a:txBody>
                  <a:tcPr marL="0" marR="0" marT="36407" marB="0">
                    <a:solidFill>
                      <a:srgbClr val="FFFFFF"/>
                    </a:solidFill>
                  </a:tcPr>
                </a:tc>
                <a:tc>
                  <a:txBody>
                    <a:bodyPr/>
                    <a:lstStyle/>
                    <a:p>
                      <a:pPr>
                        <a:lnSpc>
                          <a:spcPct val="100000"/>
                        </a:lnSpc>
                      </a:pPr>
                      <a:endParaRPr sz="1500">
                        <a:latin typeface="Times New Roman"/>
                        <a:cs typeface="Times New Roman"/>
                      </a:endParaRPr>
                    </a:p>
                  </a:txBody>
                  <a:tcPr marL="0" marR="0" marT="0" marB="0">
                    <a:lnR w="28575">
                      <a:solidFill>
                        <a:srgbClr val="FFFFFF"/>
                      </a:solidFill>
                      <a:prstDash val="solid"/>
                    </a:lnR>
                  </a:tcPr>
                </a:tc>
                <a:tc>
                  <a:txBody>
                    <a:bodyPr/>
                    <a:lstStyle/>
                    <a:p>
                      <a:pPr>
                        <a:lnSpc>
                          <a:spcPct val="100000"/>
                        </a:lnSpc>
                      </a:pPr>
                      <a:endParaRPr sz="1500">
                        <a:latin typeface="Times New Roman"/>
                        <a:cs typeface="Times New Roman"/>
                      </a:endParaRPr>
                    </a:p>
                  </a:txBody>
                  <a:tcPr marL="0" marR="0" marT="0" marB="0">
                    <a:lnL w="28575" cap="flat" cmpd="sng" algn="ctr">
                      <a:solidFill>
                        <a:srgbClr val="FFFFFF"/>
                      </a:solidFill>
                      <a:prstDash val="solid"/>
                      <a:round/>
                      <a:headEnd type="none" w="med" len="med"/>
                      <a:tailEnd type="none" w="med" len="med"/>
                    </a:lnL>
                    <a:solidFill>
                      <a:srgbClr val="FFFFFF"/>
                    </a:solidFill>
                  </a:tcPr>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0"/>
                  </a:ext>
                </a:extLst>
              </a:tr>
              <a:tr h="262241">
                <a:tc>
                  <a:txBody>
                    <a:bodyPr/>
                    <a:lstStyle/>
                    <a:p>
                      <a:pPr>
                        <a:lnSpc>
                          <a:spcPct val="100000"/>
                        </a:lnSpc>
                      </a:pPr>
                      <a:endParaRPr sz="1500">
                        <a:latin typeface="Times New Roman"/>
                        <a:cs typeface="Times New Roman"/>
                      </a:endParaRPr>
                    </a:p>
                  </a:txBody>
                  <a:tcPr marL="0" marR="0" marT="0" marB="0"/>
                </a:tc>
                <a:tc gridSpan="3">
                  <a:txBody>
                    <a:bodyPr/>
                    <a:lstStyle/>
                    <a:p>
                      <a:pPr marL="6985">
                        <a:lnSpc>
                          <a:spcPts val="1260"/>
                        </a:lnSpc>
                      </a:pPr>
                      <a:r>
                        <a:rPr sz="1600" spc="-5" dirty="0">
                          <a:latin typeface="Verdana"/>
                          <a:cs typeface="Verdana"/>
                        </a:rPr>
                        <a:t>you</a:t>
                      </a:r>
                      <a:r>
                        <a:rPr sz="1600" spc="5" dirty="0">
                          <a:latin typeface="Verdana"/>
                          <a:cs typeface="Verdana"/>
                        </a:rPr>
                        <a:t> </a:t>
                      </a:r>
                      <a:r>
                        <a:rPr sz="1600" dirty="0">
                          <a:latin typeface="Verdana"/>
                          <a:cs typeface="Verdana"/>
                        </a:rPr>
                        <a:t>can</a:t>
                      </a:r>
                      <a:r>
                        <a:rPr sz="1600" spc="10" dirty="0">
                          <a:latin typeface="Verdana"/>
                          <a:cs typeface="Verdana"/>
                        </a:rPr>
                        <a:t> rotate</a:t>
                      </a:r>
                      <a:r>
                        <a:rPr sz="1600" spc="-100" dirty="0">
                          <a:latin typeface="Verdana"/>
                          <a:cs typeface="Verdana"/>
                        </a:rPr>
                        <a:t> </a:t>
                      </a:r>
                      <a:r>
                        <a:rPr sz="1600" spc="20" dirty="0">
                          <a:latin typeface="Verdana"/>
                          <a:cs typeface="Verdana"/>
                        </a:rPr>
                        <a:t>this</a:t>
                      </a:r>
                      <a:r>
                        <a:rPr sz="1600" spc="-80" dirty="0">
                          <a:latin typeface="Verdana"/>
                          <a:cs typeface="Verdana"/>
                        </a:rPr>
                        <a:t> </a:t>
                      </a:r>
                      <a:r>
                        <a:rPr sz="1600" spc="-5" dirty="0">
                          <a:latin typeface="Verdana"/>
                          <a:cs typeface="Verdana"/>
                        </a:rPr>
                        <a:t>figure</a:t>
                      </a:r>
                      <a:endParaRPr sz="1600">
                        <a:latin typeface="Verdana"/>
                        <a:cs typeface="Verdana"/>
                      </a:endParaRPr>
                    </a:p>
                  </a:txBody>
                  <a:tcPr marL="0" marR="0" marT="0" marB="0">
                    <a:solidFill>
                      <a:srgbClr val="FFFFFF"/>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30" name="Slide Number Placeholder 29">
            <a:extLst>
              <a:ext uri="{FF2B5EF4-FFF2-40B4-BE49-F238E27FC236}">
                <a16:creationId xmlns:a16="http://schemas.microsoft.com/office/drawing/2014/main" id="{597A8BF1-0440-3442-FB4C-18728B6A15F1}"/>
              </a:ext>
            </a:extLst>
          </p:cNvPr>
          <p:cNvSpPr>
            <a:spLocks noGrp="1"/>
          </p:cNvSpPr>
          <p:nvPr>
            <p:ph type="sldNum" sz="quarter" idx="12"/>
          </p:nvPr>
        </p:nvSpPr>
        <p:spPr/>
        <p:txBody>
          <a:bodyPr/>
          <a:lstStyle/>
          <a:p>
            <a:fld id="{233E71FE-A542-4040-BA29-68F56A442EAC}" type="slidenum">
              <a:rPr lang="en-PS" smtClean="0"/>
              <a:t>31</a:t>
            </a:fld>
            <a:endParaRPr lang="en-P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235202" y="6434"/>
            <a:ext cx="7886700" cy="5997544"/>
            <a:chOff x="1676400" y="4825"/>
            <a:chExt cx="5915025" cy="4498158"/>
          </a:xfrm>
        </p:grpSpPr>
        <p:pic>
          <p:nvPicPr>
            <p:cNvPr id="3" name="object 3"/>
            <p:cNvPicPr/>
            <p:nvPr/>
          </p:nvPicPr>
          <p:blipFill>
            <a:blip r:embed="rId2" cstate="print"/>
            <a:stretch>
              <a:fillRect/>
            </a:stretch>
          </p:blipFill>
          <p:spPr>
            <a:xfrm>
              <a:off x="1676400" y="36609"/>
              <a:ext cx="5745082" cy="4466374"/>
            </a:xfrm>
            <a:prstGeom prst="rect">
              <a:avLst/>
            </a:prstGeom>
          </p:spPr>
        </p:pic>
        <p:pic>
          <p:nvPicPr>
            <p:cNvPr id="4" name="object 4"/>
            <p:cNvPicPr/>
            <p:nvPr/>
          </p:nvPicPr>
          <p:blipFill>
            <a:blip r:embed="rId3" cstate="print"/>
            <a:stretch>
              <a:fillRect/>
            </a:stretch>
          </p:blipFill>
          <p:spPr>
            <a:xfrm>
              <a:off x="2818130" y="1481328"/>
              <a:ext cx="841629" cy="223900"/>
            </a:xfrm>
            <a:prstGeom prst="rect">
              <a:avLst/>
            </a:prstGeom>
          </p:spPr>
        </p:pic>
        <p:pic>
          <p:nvPicPr>
            <p:cNvPr id="5" name="object 5"/>
            <p:cNvPicPr/>
            <p:nvPr/>
          </p:nvPicPr>
          <p:blipFill>
            <a:blip r:embed="rId4" cstate="print"/>
            <a:stretch>
              <a:fillRect/>
            </a:stretch>
          </p:blipFill>
          <p:spPr>
            <a:xfrm>
              <a:off x="3742182" y="1484629"/>
              <a:ext cx="549782" cy="193167"/>
            </a:xfrm>
            <a:prstGeom prst="rect">
              <a:avLst/>
            </a:prstGeom>
          </p:spPr>
        </p:pic>
        <p:pic>
          <p:nvPicPr>
            <p:cNvPr id="6" name="object 6"/>
            <p:cNvPicPr/>
            <p:nvPr/>
          </p:nvPicPr>
          <p:blipFill>
            <a:blip r:embed="rId5" cstate="print"/>
            <a:stretch>
              <a:fillRect/>
            </a:stretch>
          </p:blipFill>
          <p:spPr>
            <a:xfrm>
              <a:off x="5145151" y="742695"/>
              <a:ext cx="447548" cy="198628"/>
            </a:xfrm>
            <a:prstGeom prst="rect">
              <a:avLst/>
            </a:prstGeom>
          </p:spPr>
        </p:pic>
        <p:pic>
          <p:nvPicPr>
            <p:cNvPr id="7" name="object 7"/>
            <p:cNvPicPr/>
            <p:nvPr/>
          </p:nvPicPr>
          <p:blipFill>
            <a:blip r:embed="rId6" cstate="print"/>
            <a:stretch>
              <a:fillRect/>
            </a:stretch>
          </p:blipFill>
          <p:spPr>
            <a:xfrm>
              <a:off x="6235953" y="2002662"/>
              <a:ext cx="147828" cy="201930"/>
            </a:xfrm>
            <a:prstGeom prst="rect">
              <a:avLst/>
            </a:prstGeom>
          </p:spPr>
        </p:pic>
        <p:sp>
          <p:nvSpPr>
            <p:cNvPr id="8" name="object 8"/>
            <p:cNvSpPr/>
            <p:nvPr/>
          </p:nvSpPr>
          <p:spPr>
            <a:xfrm>
              <a:off x="3281425" y="157225"/>
              <a:ext cx="457200" cy="180975"/>
            </a:xfrm>
            <a:custGeom>
              <a:avLst/>
              <a:gdLst/>
              <a:ahLst/>
              <a:cxnLst/>
              <a:rect l="l" t="t" r="r" b="b"/>
              <a:pathLst>
                <a:path w="457200" h="180975">
                  <a:moveTo>
                    <a:pt x="457200" y="0"/>
                  </a:moveTo>
                  <a:lnTo>
                    <a:pt x="0" y="0"/>
                  </a:lnTo>
                  <a:lnTo>
                    <a:pt x="0" y="180975"/>
                  </a:lnTo>
                  <a:lnTo>
                    <a:pt x="457200" y="180975"/>
                  </a:lnTo>
                  <a:lnTo>
                    <a:pt x="457200" y="0"/>
                  </a:lnTo>
                  <a:close/>
                </a:path>
              </a:pathLst>
            </a:custGeom>
            <a:solidFill>
              <a:srgbClr val="FFFFFF"/>
            </a:solidFill>
          </p:spPr>
          <p:txBody>
            <a:bodyPr wrap="square" lIns="0" tIns="0" rIns="0" bIns="0" rtlCol="0"/>
            <a:lstStyle/>
            <a:p>
              <a:endParaRPr sz="2400"/>
            </a:p>
          </p:txBody>
        </p:sp>
        <p:sp>
          <p:nvSpPr>
            <p:cNvPr id="9" name="object 9"/>
            <p:cNvSpPr/>
            <p:nvPr/>
          </p:nvSpPr>
          <p:spPr>
            <a:xfrm>
              <a:off x="3281425" y="157225"/>
              <a:ext cx="457200" cy="180975"/>
            </a:xfrm>
            <a:custGeom>
              <a:avLst/>
              <a:gdLst/>
              <a:ahLst/>
              <a:cxnLst/>
              <a:rect l="l" t="t" r="r" b="b"/>
              <a:pathLst>
                <a:path w="457200" h="180975">
                  <a:moveTo>
                    <a:pt x="0" y="180975"/>
                  </a:moveTo>
                  <a:lnTo>
                    <a:pt x="457200" y="180975"/>
                  </a:lnTo>
                  <a:lnTo>
                    <a:pt x="457200" y="0"/>
                  </a:lnTo>
                  <a:lnTo>
                    <a:pt x="0" y="0"/>
                  </a:lnTo>
                  <a:lnTo>
                    <a:pt x="0" y="180975"/>
                  </a:lnTo>
                  <a:close/>
                </a:path>
              </a:pathLst>
            </a:custGeom>
            <a:ln w="25400">
              <a:solidFill>
                <a:srgbClr val="FFFFFF"/>
              </a:solidFill>
            </a:ln>
          </p:spPr>
          <p:txBody>
            <a:bodyPr wrap="square" lIns="0" tIns="0" rIns="0" bIns="0" rtlCol="0"/>
            <a:lstStyle/>
            <a:p>
              <a:endParaRPr sz="2400"/>
            </a:p>
          </p:txBody>
        </p:sp>
        <p:sp>
          <p:nvSpPr>
            <p:cNvPr id="10" name="object 10"/>
            <p:cNvSpPr/>
            <p:nvPr/>
          </p:nvSpPr>
          <p:spPr>
            <a:xfrm>
              <a:off x="6015101" y="4825"/>
              <a:ext cx="466725" cy="171450"/>
            </a:xfrm>
            <a:custGeom>
              <a:avLst/>
              <a:gdLst/>
              <a:ahLst/>
              <a:cxnLst/>
              <a:rect l="l" t="t" r="r" b="b"/>
              <a:pathLst>
                <a:path w="466725" h="171450">
                  <a:moveTo>
                    <a:pt x="466725" y="0"/>
                  </a:moveTo>
                  <a:lnTo>
                    <a:pt x="0" y="0"/>
                  </a:lnTo>
                  <a:lnTo>
                    <a:pt x="0" y="171450"/>
                  </a:lnTo>
                  <a:lnTo>
                    <a:pt x="466725" y="171450"/>
                  </a:lnTo>
                  <a:lnTo>
                    <a:pt x="466725" y="0"/>
                  </a:lnTo>
                  <a:close/>
                </a:path>
              </a:pathLst>
            </a:custGeom>
            <a:solidFill>
              <a:srgbClr val="FFFFFF"/>
            </a:solidFill>
          </p:spPr>
          <p:txBody>
            <a:bodyPr wrap="square" lIns="0" tIns="0" rIns="0" bIns="0" rtlCol="0"/>
            <a:lstStyle/>
            <a:p>
              <a:endParaRPr sz="2400"/>
            </a:p>
          </p:txBody>
        </p:sp>
        <p:sp>
          <p:nvSpPr>
            <p:cNvPr id="11" name="object 11"/>
            <p:cNvSpPr/>
            <p:nvPr/>
          </p:nvSpPr>
          <p:spPr>
            <a:xfrm>
              <a:off x="6015101" y="4825"/>
              <a:ext cx="466725" cy="171450"/>
            </a:xfrm>
            <a:custGeom>
              <a:avLst/>
              <a:gdLst/>
              <a:ahLst/>
              <a:cxnLst/>
              <a:rect l="l" t="t" r="r" b="b"/>
              <a:pathLst>
                <a:path w="466725" h="171450">
                  <a:moveTo>
                    <a:pt x="0" y="171450"/>
                  </a:moveTo>
                  <a:lnTo>
                    <a:pt x="466725" y="171450"/>
                  </a:lnTo>
                  <a:lnTo>
                    <a:pt x="466725" y="0"/>
                  </a:lnTo>
                  <a:lnTo>
                    <a:pt x="0" y="0"/>
                  </a:lnTo>
                  <a:lnTo>
                    <a:pt x="0" y="171450"/>
                  </a:lnTo>
                  <a:close/>
                </a:path>
              </a:pathLst>
            </a:custGeom>
            <a:ln w="25400">
              <a:solidFill>
                <a:srgbClr val="FFFFFF"/>
              </a:solidFill>
            </a:ln>
          </p:spPr>
          <p:txBody>
            <a:bodyPr wrap="square" lIns="0" tIns="0" rIns="0" bIns="0" rtlCol="0"/>
            <a:lstStyle/>
            <a:p>
              <a:endParaRPr sz="2400"/>
            </a:p>
          </p:txBody>
        </p:sp>
        <p:pic>
          <p:nvPicPr>
            <p:cNvPr id="12" name="object 12"/>
            <p:cNvPicPr/>
            <p:nvPr/>
          </p:nvPicPr>
          <p:blipFill>
            <a:blip r:embed="rId7" cstate="print"/>
            <a:stretch>
              <a:fillRect/>
            </a:stretch>
          </p:blipFill>
          <p:spPr>
            <a:xfrm>
              <a:off x="2336545" y="1090167"/>
              <a:ext cx="233680" cy="539750"/>
            </a:xfrm>
            <a:prstGeom prst="rect">
              <a:avLst/>
            </a:prstGeom>
          </p:spPr>
        </p:pic>
        <p:sp>
          <p:nvSpPr>
            <p:cNvPr id="14" name="object 14"/>
            <p:cNvSpPr/>
            <p:nvPr/>
          </p:nvSpPr>
          <p:spPr>
            <a:xfrm>
              <a:off x="4933950" y="171449"/>
              <a:ext cx="2657475" cy="180975"/>
            </a:xfrm>
            <a:custGeom>
              <a:avLst/>
              <a:gdLst/>
              <a:ahLst/>
              <a:cxnLst/>
              <a:rect l="l" t="t" r="r" b="b"/>
              <a:pathLst>
                <a:path w="2657475" h="180975">
                  <a:moveTo>
                    <a:pt x="2657475" y="0"/>
                  </a:moveTo>
                  <a:lnTo>
                    <a:pt x="0" y="0"/>
                  </a:lnTo>
                  <a:lnTo>
                    <a:pt x="0" y="180975"/>
                  </a:lnTo>
                  <a:lnTo>
                    <a:pt x="2657475" y="180975"/>
                  </a:lnTo>
                  <a:lnTo>
                    <a:pt x="2657475" y="0"/>
                  </a:lnTo>
                  <a:close/>
                </a:path>
              </a:pathLst>
            </a:custGeom>
            <a:solidFill>
              <a:srgbClr val="FFFFFF"/>
            </a:solidFill>
          </p:spPr>
          <p:txBody>
            <a:bodyPr wrap="square" lIns="0" tIns="0" rIns="0" bIns="0" rtlCol="0"/>
            <a:lstStyle/>
            <a:p>
              <a:endParaRPr sz="2400"/>
            </a:p>
          </p:txBody>
        </p:sp>
      </p:grpSp>
      <p:sp>
        <p:nvSpPr>
          <p:cNvPr id="15" name="object 15"/>
          <p:cNvSpPr txBox="1"/>
          <p:nvPr/>
        </p:nvSpPr>
        <p:spPr>
          <a:xfrm>
            <a:off x="6645149" y="210398"/>
            <a:ext cx="3490807" cy="263320"/>
          </a:xfrm>
          <a:prstGeom prst="rect">
            <a:avLst/>
          </a:prstGeom>
        </p:spPr>
        <p:txBody>
          <a:bodyPr vert="horz" wrap="square" lIns="0" tIns="16933" rIns="0" bIns="0" rtlCol="0">
            <a:spAutoFit/>
          </a:bodyPr>
          <a:lstStyle/>
          <a:p>
            <a:pPr marL="16933">
              <a:spcBef>
                <a:spcPts val="133"/>
              </a:spcBef>
            </a:pPr>
            <a:r>
              <a:rPr sz="1600" spc="-41" dirty="0">
                <a:latin typeface="Verdana"/>
                <a:cs typeface="Verdana"/>
              </a:rPr>
              <a:t>c</a:t>
            </a:r>
            <a:r>
              <a:rPr sz="1600" spc="53" dirty="0">
                <a:latin typeface="Verdana"/>
                <a:cs typeface="Verdana"/>
              </a:rPr>
              <a:t>li</a:t>
            </a:r>
            <a:r>
              <a:rPr sz="1600" spc="-41" dirty="0">
                <a:latin typeface="Verdana"/>
                <a:cs typeface="Verdana"/>
              </a:rPr>
              <a:t>c</a:t>
            </a:r>
            <a:r>
              <a:rPr sz="1600" dirty="0">
                <a:latin typeface="Verdana"/>
                <a:cs typeface="Verdana"/>
              </a:rPr>
              <a:t>k</a:t>
            </a:r>
            <a:r>
              <a:rPr sz="1600" spc="-113" dirty="0">
                <a:latin typeface="Verdana"/>
                <a:cs typeface="Verdana"/>
              </a:rPr>
              <a:t> </a:t>
            </a:r>
            <a:r>
              <a:rPr sz="1600" spc="-15" dirty="0">
                <a:latin typeface="Verdana"/>
                <a:cs typeface="Verdana"/>
              </a:rPr>
              <a:t>w</a:t>
            </a:r>
            <a:r>
              <a:rPr sz="1600" spc="53" dirty="0">
                <a:latin typeface="Verdana"/>
                <a:cs typeface="Verdana"/>
              </a:rPr>
              <a:t>i</a:t>
            </a:r>
            <a:r>
              <a:rPr sz="1600" spc="68" dirty="0">
                <a:latin typeface="Verdana"/>
                <a:cs typeface="Verdana"/>
              </a:rPr>
              <a:t>t</a:t>
            </a:r>
            <a:r>
              <a:rPr sz="1600" spc="-20" dirty="0">
                <a:latin typeface="Verdana"/>
                <a:cs typeface="Verdana"/>
              </a:rPr>
              <a:t>h</a:t>
            </a:r>
            <a:r>
              <a:rPr sz="1600" spc="53" dirty="0">
                <a:latin typeface="Verdana"/>
                <a:cs typeface="Verdana"/>
              </a:rPr>
              <a:t>i</a:t>
            </a:r>
            <a:r>
              <a:rPr sz="1600" dirty="0">
                <a:latin typeface="Verdana"/>
                <a:cs typeface="Verdana"/>
              </a:rPr>
              <a:t>n</a:t>
            </a:r>
            <a:r>
              <a:rPr sz="1600" spc="-180" dirty="0">
                <a:latin typeface="Verdana"/>
                <a:cs typeface="Verdana"/>
              </a:rPr>
              <a:t> </a:t>
            </a:r>
            <a:r>
              <a:rPr sz="1600" spc="68" dirty="0">
                <a:latin typeface="Verdana"/>
                <a:cs typeface="Verdana"/>
              </a:rPr>
              <a:t>t</a:t>
            </a:r>
            <a:r>
              <a:rPr sz="1600" spc="-20" dirty="0">
                <a:latin typeface="Verdana"/>
                <a:cs typeface="Verdana"/>
              </a:rPr>
              <a:t>h</a:t>
            </a:r>
            <a:r>
              <a:rPr sz="1600" spc="53" dirty="0">
                <a:latin typeface="Verdana"/>
                <a:cs typeface="Verdana"/>
              </a:rPr>
              <a:t>i</a:t>
            </a:r>
            <a:r>
              <a:rPr sz="1600" dirty="0">
                <a:latin typeface="Verdana"/>
                <a:cs typeface="Verdana"/>
              </a:rPr>
              <a:t>s</a:t>
            </a:r>
            <a:r>
              <a:rPr sz="1600" spc="-107" dirty="0">
                <a:latin typeface="Verdana"/>
                <a:cs typeface="Verdana"/>
              </a:rPr>
              <a:t> </a:t>
            </a:r>
            <a:r>
              <a:rPr sz="1600" spc="-7" dirty="0">
                <a:latin typeface="Verdana"/>
                <a:cs typeface="Verdana"/>
              </a:rPr>
              <a:t>p</a:t>
            </a:r>
            <a:r>
              <a:rPr sz="1600" spc="60" dirty="0">
                <a:latin typeface="Verdana"/>
                <a:cs typeface="Verdana"/>
              </a:rPr>
              <a:t>l</a:t>
            </a:r>
            <a:r>
              <a:rPr sz="1600" spc="20" dirty="0">
                <a:latin typeface="Verdana"/>
                <a:cs typeface="Verdana"/>
              </a:rPr>
              <a:t>o</a:t>
            </a:r>
            <a:r>
              <a:rPr sz="1600" dirty="0">
                <a:latin typeface="Verdana"/>
                <a:cs typeface="Verdana"/>
              </a:rPr>
              <a:t>t</a:t>
            </a:r>
            <a:r>
              <a:rPr sz="1600" spc="-100" dirty="0">
                <a:latin typeface="Verdana"/>
                <a:cs typeface="Verdana"/>
              </a:rPr>
              <a:t> </a:t>
            </a:r>
            <a:r>
              <a:rPr sz="1600" spc="68" dirty="0">
                <a:latin typeface="Verdana"/>
                <a:cs typeface="Verdana"/>
              </a:rPr>
              <a:t>t</a:t>
            </a:r>
            <a:r>
              <a:rPr sz="1600" dirty="0">
                <a:latin typeface="Verdana"/>
                <a:cs typeface="Verdana"/>
              </a:rPr>
              <a:t>o</a:t>
            </a:r>
            <a:r>
              <a:rPr sz="1600" spc="-41" dirty="0">
                <a:latin typeface="Verdana"/>
                <a:cs typeface="Verdana"/>
              </a:rPr>
              <a:t> </a:t>
            </a:r>
            <a:r>
              <a:rPr sz="1600" spc="33" dirty="0">
                <a:latin typeface="Verdana"/>
                <a:cs typeface="Verdana"/>
              </a:rPr>
              <a:t>a</a:t>
            </a:r>
            <a:r>
              <a:rPr sz="1600" spc="-7" dirty="0">
                <a:latin typeface="Verdana"/>
                <a:cs typeface="Verdana"/>
              </a:rPr>
              <a:t>d</a:t>
            </a:r>
            <a:r>
              <a:rPr sz="1600" dirty="0">
                <a:latin typeface="Verdana"/>
                <a:cs typeface="Verdana"/>
              </a:rPr>
              <a:t>d</a:t>
            </a:r>
            <a:r>
              <a:rPr sz="1600" spc="-68" dirty="0">
                <a:latin typeface="Verdana"/>
                <a:cs typeface="Verdana"/>
              </a:rPr>
              <a:t> </a:t>
            </a:r>
            <a:r>
              <a:rPr sz="1600" spc="-7" dirty="0">
                <a:latin typeface="Verdana"/>
                <a:cs typeface="Verdana"/>
              </a:rPr>
              <a:t>p</a:t>
            </a:r>
            <a:r>
              <a:rPr sz="1600" spc="20" dirty="0">
                <a:latin typeface="Verdana"/>
                <a:cs typeface="Verdana"/>
              </a:rPr>
              <a:t>o</a:t>
            </a:r>
            <a:r>
              <a:rPr sz="1600" spc="53" dirty="0">
                <a:latin typeface="Verdana"/>
                <a:cs typeface="Verdana"/>
              </a:rPr>
              <a:t>i</a:t>
            </a:r>
            <a:r>
              <a:rPr sz="1600" spc="-20" dirty="0">
                <a:latin typeface="Verdana"/>
                <a:cs typeface="Verdana"/>
              </a:rPr>
              <a:t>n</a:t>
            </a:r>
            <a:r>
              <a:rPr sz="1600" spc="68" dirty="0">
                <a:latin typeface="Verdana"/>
                <a:cs typeface="Verdana"/>
              </a:rPr>
              <a:t>t</a:t>
            </a:r>
            <a:r>
              <a:rPr sz="1600" dirty="0">
                <a:latin typeface="Verdana"/>
                <a:cs typeface="Verdana"/>
              </a:rPr>
              <a:t>s</a:t>
            </a:r>
          </a:p>
        </p:txBody>
      </p:sp>
      <p:sp>
        <p:nvSpPr>
          <p:cNvPr id="16" name="object 16"/>
          <p:cNvSpPr/>
          <p:nvPr/>
        </p:nvSpPr>
        <p:spPr>
          <a:xfrm>
            <a:off x="2197101" y="469902"/>
            <a:ext cx="254000" cy="2654300"/>
          </a:xfrm>
          <a:custGeom>
            <a:avLst/>
            <a:gdLst/>
            <a:ahLst/>
            <a:cxnLst/>
            <a:rect l="l" t="t" r="r" b="b"/>
            <a:pathLst>
              <a:path w="190500" h="1990725">
                <a:moveTo>
                  <a:pt x="190500" y="0"/>
                </a:moveTo>
                <a:lnTo>
                  <a:pt x="0" y="0"/>
                </a:lnTo>
                <a:lnTo>
                  <a:pt x="0" y="1990725"/>
                </a:lnTo>
                <a:lnTo>
                  <a:pt x="190500" y="1990725"/>
                </a:lnTo>
                <a:lnTo>
                  <a:pt x="190500" y="0"/>
                </a:lnTo>
                <a:close/>
              </a:path>
            </a:pathLst>
          </a:custGeom>
          <a:solidFill>
            <a:srgbClr val="FFFFFF"/>
          </a:solidFill>
        </p:spPr>
        <p:txBody>
          <a:bodyPr wrap="square" lIns="0" tIns="0" rIns="0" bIns="0" rtlCol="0"/>
          <a:lstStyle/>
          <a:p>
            <a:endParaRPr sz="2400"/>
          </a:p>
        </p:txBody>
      </p:sp>
      <p:sp>
        <p:nvSpPr>
          <p:cNvPr id="17" name="object 17"/>
          <p:cNvSpPr txBox="1"/>
          <p:nvPr/>
        </p:nvSpPr>
        <p:spPr>
          <a:xfrm>
            <a:off x="1802894" y="1474809"/>
            <a:ext cx="648545" cy="424433"/>
          </a:xfrm>
          <a:prstGeom prst="rect">
            <a:avLst/>
          </a:prstGeom>
        </p:spPr>
        <p:txBody>
          <a:bodyPr vert="horz" wrap="square" lIns="0" tIns="21167" rIns="0" bIns="0" rtlCol="0">
            <a:spAutoFit/>
          </a:bodyPr>
          <a:lstStyle/>
          <a:p>
            <a:pPr marL="16933">
              <a:spcBef>
                <a:spcPts val="167"/>
              </a:spcBef>
            </a:pPr>
            <a:r>
              <a:rPr sz="1268" spc="7" dirty="0">
                <a:latin typeface="Verdana"/>
                <a:cs typeface="Verdana"/>
              </a:rPr>
              <a:t>p</a:t>
            </a:r>
            <a:r>
              <a:rPr sz="1268" spc="-53" dirty="0">
                <a:latin typeface="Verdana"/>
                <a:cs typeface="Verdana"/>
              </a:rPr>
              <a:t>ri</a:t>
            </a:r>
            <a:r>
              <a:rPr sz="1268" spc="15" dirty="0">
                <a:latin typeface="Verdana"/>
                <a:cs typeface="Verdana"/>
              </a:rPr>
              <a:t>c</a:t>
            </a:r>
            <a:r>
              <a:rPr sz="1268" spc="-327" dirty="0">
                <a:latin typeface="Verdana"/>
                <a:cs typeface="Verdana"/>
              </a:rPr>
              <a:t> </a:t>
            </a:r>
            <a:r>
              <a:rPr sz="1268" spc="20" dirty="0">
                <a:latin typeface="Verdana"/>
                <a:cs typeface="Verdana"/>
              </a:rPr>
              <a:t>e</a:t>
            </a:r>
            <a:r>
              <a:rPr sz="1268" spc="80" dirty="0">
                <a:latin typeface="Verdana"/>
                <a:cs typeface="Verdana"/>
              </a:rPr>
              <a:t> </a:t>
            </a:r>
            <a:r>
              <a:rPr sz="1268" spc="-53" dirty="0">
                <a:latin typeface="Verdana"/>
                <a:cs typeface="Verdana"/>
              </a:rPr>
              <a:t>i</a:t>
            </a:r>
            <a:r>
              <a:rPr sz="1268" spc="20" dirty="0">
                <a:latin typeface="Verdana"/>
                <a:cs typeface="Verdana"/>
              </a:rPr>
              <a:t>n</a:t>
            </a:r>
            <a:endParaRPr sz="1268">
              <a:latin typeface="Verdana"/>
              <a:cs typeface="Verdana"/>
            </a:endParaRPr>
          </a:p>
          <a:p>
            <a:pPr marL="29633">
              <a:spcBef>
                <a:spcPts val="87"/>
              </a:spcBef>
            </a:pPr>
            <a:r>
              <a:rPr sz="1268" spc="-15" dirty="0">
                <a:latin typeface="Verdana"/>
                <a:cs typeface="Verdana"/>
              </a:rPr>
              <a:t>$</a:t>
            </a:r>
            <a:r>
              <a:rPr sz="1268" spc="-15" dirty="0">
                <a:latin typeface="Cambria Math"/>
                <a:cs typeface="Cambria Math"/>
              </a:rPr>
              <a:t>1000</a:t>
            </a:r>
            <a:r>
              <a:rPr sz="1268" spc="-15" dirty="0">
                <a:latin typeface="Verdana"/>
                <a:cs typeface="Verdana"/>
              </a:rPr>
              <a:t>'s</a:t>
            </a:r>
            <a:endParaRPr sz="1268">
              <a:latin typeface="Verdana"/>
              <a:cs typeface="Verdana"/>
            </a:endParaRPr>
          </a:p>
        </p:txBody>
      </p:sp>
      <p:graphicFrame>
        <p:nvGraphicFramePr>
          <p:cNvPr id="18" name="object 18"/>
          <p:cNvGraphicFramePr>
            <a:graphicFrameLocks noGrp="1"/>
          </p:cNvGraphicFramePr>
          <p:nvPr/>
        </p:nvGraphicFramePr>
        <p:xfrm>
          <a:off x="3670302" y="3189902"/>
          <a:ext cx="4102099" cy="519457"/>
        </p:xfrm>
        <a:graphic>
          <a:graphicData uri="http://schemas.openxmlformats.org/drawingml/2006/table">
            <a:tbl>
              <a:tblPr firstRow="1" bandRow="1">
                <a:tableStyleId>{2D5ABB26-0587-4C30-8999-92F81FD0307C}</a:tableStyleId>
              </a:tblPr>
              <a:tblGrid>
                <a:gridCol w="1447801">
                  <a:extLst>
                    <a:ext uri="{9D8B030D-6E8A-4147-A177-3AD203B41FA5}">
                      <a16:colId xmlns:a16="http://schemas.microsoft.com/office/drawing/2014/main" val="20000"/>
                    </a:ext>
                  </a:extLst>
                </a:gridCol>
                <a:gridCol w="1010073">
                  <a:extLst>
                    <a:ext uri="{9D8B030D-6E8A-4147-A177-3AD203B41FA5}">
                      <a16:colId xmlns:a16="http://schemas.microsoft.com/office/drawing/2014/main" val="20001"/>
                    </a:ext>
                  </a:extLst>
                </a:gridCol>
                <a:gridCol w="622300">
                  <a:extLst>
                    <a:ext uri="{9D8B030D-6E8A-4147-A177-3AD203B41FA5}">
                      <a16:colId xmlns:a16="http://schemas.microsoft.com/office/drawing/2014/main" val="20002"/>
                    </a:ext>
                  </a:extLst>
                </a:gridCol>
                <a:gridCol w="1021925">
                  <a:extLst>
                    <a:ext uri="{9D8B030D-6E8A-4147-A177-3AD203B41FA5}">
                      <a16:colId xmlns:a16="http://schemas.microsoft.com/office/drawing/2014/main" val="20003"/>
                    </a:ext>
                  </a:extLst>
                </a:gridCol>
              </a:tblGrid>
              <a:tr h="257216">
                <a:tc>
                  <a:txBody>
                    <a:bodyPr/>
                    <a:lstStyle/>
                    <a:p>
                      <a:pPr marL="260985">
                        <a:lnSpc>
                          <a:spcPct val="100000"/>
                        </a:lnSpc>
                        <a:spcBef>
                          <a:spcPts val="215"/>
                        </a:spcBef>
                      </a:pPr>
                      <a:r>
                        <a:rPr sz="1200" spc="5" dirty="0">
                          <a:latin typeface="Verdana"/>
                          <a:cs typeface="Verdana"/>
                        </a:rPr>
                        <a:t>size</a:t>
                      </a:r>
                      <a:r>
                        <a:rPr sz="1200" spc="30" dirty="0">
                          <a:latin typeface="Verdana"/>
                          <a:cs typeface="Verdana"/>
                        </a:rPr>
                        <a:t> </a:t>
                      </a:r>
                      <a:r>
                        <a:rPr sz="1200" spc="-10" dirty="0">
                          <a:latin typeface="Verdana"/>
                          <a:cs typeface="Verdana"/>
                        </a:rPr>
                        <a:t>in</a:t>
                      </a:r>
                      <a:r>
                        <a:rPr sz="1200" spc="70" dirty="0">
                          <a:latin typeface="Verdana"/>
                          <a:cs typeface="Verdana"/>
                        </a:rPr>
                        <a:t> </a:t>
                      </a:r>
                      <a:r>
                        <a:rPr sz="1200" spc="35" dirty="0">
                          <a:latin typeface="Verdana"/>
                          <a:cs typeface="Verdana"/>
                        </a:rPr>
                        <a:t>feet</a:t>
                      </a:r>
                      <a:r>
                        <a:rPr sz="1200" spc="52" baseline="25641" dirty="0">
                          <a:latin typeface="Cambria Math"/>
                          <a:cs typeface="Cambria Math"/>
                        </a:rPr>
                        <a:t>2</a:t>
                      </a:r>
                      <a:endParaRPr sz="1200" baseline="25641">
                        <a:latin typeface="Cambria Math"/>
                        <a:cs typeface="Cambria Math"/>
                      </a:endParaRPr>
                    </a:p>
                  </a:txBody>
                  <a:tcPr marL="0" marR="0" marT="36407" marB="0">
                    <a:solidFill>
                      <a:srgbClr val="FFFFFF"/>
                    </a:solidFill>
                  </a:tcPr>
                </a:tc>
                <a:tc>
                  <a:txBody>
                    <a:bodyPr/>
                    <a:lstStyle/>
                    <a:p>
                      <a:pPr>
                        <a:lnSpc>
                          <a:spcPct val="100000"/>
                        </a:lnSpc>
                      </a:pPr>
                      <a:endParaRPr sz="1500">
                        <a:latin typeface="Times New Roman"/>
                        <a:cs typeface="Times New Roman"/>
                      </a:endParaRPr>
                    </a:p>
                  </a:txBody>
                  <a:tcPr marL="0" marR="0" marT="0" marB="0">
                    <a:lnR w="28575">
                      <a:solidFill>
                        <a:srgbClr val="FFFFFF"/>
                      </a:solidFill>
                      <a:prstDash val="solid"/>
                    </a:lnR>
                  </a:tcPr>
                </a:tc>
                <a:tc>
                  <a:txBody>
                    <a:bodyPr/>
                    <a:lstStyle/>
                    <a:p>
                      <a:pPr>
                        <a:lnSpc>
                          <a:spcPct val="100000"/>
                        </a:lnSpc>
                      </a:pPr>
                      <a:endParaRPr sz="1500">
                        <a:latin typeface="Times New Roman"/>
                        <a:cs typeface="Times New Roman"/>
                      </a:endParaRPr>
                    </a:p>
                  </a:txBody>
                  <a:tcPr marL="0" marR="0" marT="0" marB="0">
                    <a:lnL w="28575" cap="flat" cmpd="sng" algn="ctr">
                      <a:solidFill>
                        <a:srgbClr val="FFFFFF"/>
                      </a:solidFill>
                      <a:prstDash val="solid"/>
                      <a:round/>
                      <a:headEnd type="none" w="med" len="med"/>
                      <a:tailEnd type="none" w="med" len="med"/>
                    </a:lnL>
                    <a:solidFill>
                      <a:srgbClr val="FFFFFF"/>
                    </a:solidFill>
                  </a:tcPr>
                </a:tc>
                <a:tc>
                  <a:txBody>
                    <a:bodyPr/>
                    <a:lstStyle/>
                    <a:p>
                      <a:pPr>
                        <a:lnSpc>
                          <a:spcPct val="100000"/>
                        </a:lnSpc>
                      </a:pPr>
                      <a:endParaRPr sz="1500">
                        <a:latin typeface="Times New Roman"/>
                        <a:cs typeface="Times New Roman"/>
                      </a:endParaRPr>
                    </a:p>
                  </a:txBody>
                  <a:tcPr marL="0" marR="0" marT="0" marB="0"/>
                </a:tc>
                <a:extLst>
                  <a:ext uri="{0D108BD9-81ED-4DB2-BD59-A6C34878D82A}">
                    <a16:rowId xmlns:a16="http://schemas.microsoft.com/office/drawing/2014/main" val="10000"/>
                  </a:ext>
                </a:extLst>
              </a:tr>
              <a:tr h="262241">
                <a:tc>
                  <a:txBody>
                    <a:bodyPr/>
                    <a:lstStyle/>
                    <a:p>
                      <a:pPr>
                        <a:lnSpc>
                          <a:spcPct val="100000"/>
                        </a:lnSpc>
                      </a:pPr>
                      <a:endParaRPr sz="1500">
                        <a:latin typeface="Times New Roman"/>
                        <a:cs typeface="Times New Roman"/>
                      </a:endParaRPr>
                    </a:p>
                  </a:txBody>
                  <a:tcPr marL="0" marR="0" marT="0" marB="0"/>
                </a:tc>
                <a:tc gridSpan="3">
                  <a:txBody>
                    <a:bodyPr/>
                    <a:lstStyle/>
                    <a:p>
                      <a:pPr marL="6350">
                        <a:lnSpc>
                          <a:spcPts val="1335"/>
                        </a:lnSpc>
                      </a:pPr>
                      <a:r>
                        <a:rPr sz="1600" spc="-10" dirty="0">
                          <a:latin typeface="Verdana"/>
                          <a:cs typeface="Verdana"/>
                        </a:rPr>
                        <a:t>you</a:t>
                      </a:r>
                      <a:r>
                        <a:rPr sz="1600" spc="10" dirty="0">
                          <a:latin typeface="Verdana"/>
                          <a:cs typeface="Verdana"/>
                        </a:rPr>
                        <a:t> </a:t>
                      </a:r>
                      <a:r>
                        <a:rPr sz="1600" spc="-5" dirty="0">
                          <a:latin typeface="Verdana"/>
                          <a:cs typeface="Verdana"/>
                        </a:rPr>
                        <a:t>can</a:t>
                      </a:r>
                      <a:r>
                        <a:rPr sz="1600" spc="10" dirty="0">
                          <a:latin typeface="Verdana"/>
                          <a:cs typeface="Verdana"/>
                        </a:rPr>
                        <a:t> rotate</a:t>
                      </a:r>
                      <a:r>
                        <a:rPr sz="1600" spc="-95" dirty="0">
                          <a:latin typeface="Verdana"/>
                          <a:cs typeface="Verdana"/>
                        </a:rPr>
                        <a:t> </a:t>
                      </a:r>
                      <a:r>
                        <a:rPr sz="1600" spc="15" dirty="0">
                          <a:latin typeface="Verdana"/>
                          <a:cs typeface="Verdana"/>
                        </a:rPr>
                        <a:t>this</a:t>
                      </a:r>
                      <a:r>
                        <a:rPr sz="1600" spc="-80" dirty="0">
                          <a:latin typeface="Verdana"/>
                          <a:cs typeface="Verdana"/>
                        </a:rPr>
                        <a:t> </a:t>
                      </a:r>
                      <a:r>
                        <a:rPr sz="1600" spc="-5" dirty="0">
                          <a:latin typeface="Verdana"/>
                          <a:cs typeface="Verdana"/>
                        </a:rPr>
                        <a:t>figure</a:t>
                      </a:r>
                      <a:endParaRPr sz="1600">
                        <a:latin typeface="Verdana"/>
                        <a:cs typeface="Verdana"/>
                      </a:endParaRPr>
                    </a:p>
                  </a:txBody>
                  <a:tcPr marL="0" marR="0" marT="0" marB="0">
                    <a:solidFill>
                      <a:srgbClr val="FFFFFF"/>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20" name="Slide Number Placeholder 19">
            <a:extLst>
              <a:ext uri="{FF2B5EF4-FFF2-40B4-BE49-F238E27FC236}">
                <a16:creationId xmlns:a16="http://schemas.microsoft.com/office/drawing/2014/main" id="{4AF85831-4096-1F91-3A70-922EC093566C}"/>
              </a:ext>
            </a:extLst>
          </p:cNvPr>
          <p:cNvSpPr>
            <a:spLocks noGrp="1"/>
          </p:cNvSpPr>
          <p:nvPr>
            <p:ph type="sldNum" sz="quarter" idx="12"/>
          </p:nvPr>
        </p:nvSpPr>
        <p:spPr/>
        <p:txBody>
          <a:bodyPr/>
          <a:lstStyle/>
          <a:p>
            <a:fld id="{233E71FE-A542-4040-BA29-68F56A442EAC}" type="slidenum">
              <a:rPr lang="en-PS" smtClean="0"/>
              <a:t>32</a:t>
            </a:fld>
            <a:endParaRPr lang="en-P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82405" y="2"/>
            <a:ext cx="7939495" cy="6673763"/>
            <a:chOff x="1636804" y="0"/>
            <a:chExt cx="5954621" cy="5005322"/>
          </a:xfrm>
        </p:grpSpPr>
        <p:pic>
          <p:nvPicPr>
            <p:cNvPr id="3" name="object 3"/>
            <p:cNvPicPr/>
            <p:nvPr/>
          </p:nvPicPr>
          <p:blipFill>
            <a:blip r:embed="rId2" cstate="print"/>
            <a:stretch>
              <a:fillRect/>
            </a:stretch>
          </p:blipFill>
          <p:spPr>
            <a:xfrm>
              <a:off x="1636804" y="0"/>
              <a:ext cx="5893269" cy="5005322"/>
            </a:xfrm>
            <a:prstGeom prst="rect">
              <a:avLst/>
            </a:prstGeom>
          </p:spPr>
        </p:pic>
        <p:pic>
          <p:nvPicPr>
            <p:cNvPr id="4" name="object 4"/>
            <p:cNvPicPr/>
            <p:nvPr/>
          </p:nvPicPr>
          <p:blipFill>
            <a:blip r:embed="rId3" cstate="print"/>
            <a:stretch>
              <a:fillRect/>
            </a:stretch>
          </p:blipFill>
          <p:spPr>
            <a:xfrm>
              <a:off x="2259330" y="1883409"/>
              <a:ext cx="1709039" cy="245109"/>
            </a:xfrm>
            <a:prstGeom prst="rect">
              <a:avLst/>
            </a:prstGeom>
          </p:spPr>
        </p:pic>
        <p:pic>
          <p:nvPicPr>
            <p:cNvPr id="5" name="object 5"/>
            <p:cNvPicPr/>
            <p:nvPr/>
          </p:nvPicPr>
          <p:blipFill>
            <a:blip r:embed="rId4" cstate="print"/>
            <a:stretch>
              <a:fillRect/>
            </a:stretch>
          </p:blipFill>
          <p:spPr>
            <a:xfrm>
              <a:off x="5118353" y="873887"/>
              <a:ext cx="460874" cy="195707"/>
            </a:xfrm>
            <a:prstGeom prst="rect">
              <a:avLst/>
            </a:prstGeom>
          </p:spPr>
        </p:pic>
        <p:pic>
          <p:nvPicPr>
            <p:cNvPr id="6" name="object 6"/>
            <p:cNvPicPr/>
            <p:nvPr/>
          </p:nvPicPr>
          <p:blipFill>
            <a:blip r:embed="rId5" cstate="print"/>
            <a:stretch>
              <a:fillRect/>
            </a:stretch>
          </p:blipFill>
          <p:spPr>
            <a:xfrm>
              <a:off x="5909353" y="2001139"/>
              <a:ext cx="582981" cy="195580"/>
            </a:xfrm>
            <a:prstGeom prst="rect">
              <a:avLst/>
            </a:prstGeom>
          </p:spPr>
        </p:pic>
        <p:sp>
          <p:nvSpPr>
            <p:cNvPr id="7" name="object 7"/>
            <p:cNvSpPr/>
            <p:nvPr/>
          </p:nvSpPr>
          <p:spPr>
            <a:xfrm>
              <a:off x="3281425" y="138175"/>
              <a:ext cx="466725" cy="180975"/>
            </a:xfrm>
            <a:custGeom>
              <a:avLst/>
              <a:gdLst/>
              <a:ahLst/>
              <a:cxnLst/>
              <a:rect l="l" t="t" r="r" b="b"/>
              <a:pathLst>
                <a:path w="466725" h="180975">
                  <a:moveTo>
                    <a:pt x="466725" y="0"/>
                  </a:moveTo>
                  <a:lnTo>
                    <a:pt x="0" y="0"/>
                  </a:lnTo>
                  <a:lnTo>
                    <a:pt x="0" y="180975"/>
                  </a:lnTo>
                  <a:lnTo>
                    <a:pt x="466725" y="180975"/>
                  </a:lnTo>
                  <a:lnTo>
                    <a:pt x="466725" y="0"/>
                  </a:lnTo>
                  <a:close/>
                </a:path>
              </a:pathLst>
            </a:custGeom>
            <a:solidFill>
              <a:srgbClr val="FFFFFF"/>
            </a:solidFill>
          </p:spPr>
          <p:txBody>
            <a:bodyPr wrap="square" lIns="0" tIns="0" rIns="0" bIns="0" rtlCol="0"/>
            <a:lstStyle/>
            <a:p>
              <a:endParaRPr sz="2400"/>
            </a:p>
          </p:txBody>
        </p:sp>
        <p:sp>
          <p:nvSpPr>
            <p:cNvPr id="8" name="object 8"/>
            <p:cNvSpPr/>
            <p:nvPr/>
          </p:nvSpPr>
          <p:spPr>
            <a:xfrm>
              <a:off x="3281425" y="138175"/>
              <a:ext cx="466725" cy="180975"/>
            </a:xfrm>
            <a:custGeom>
              <a:avLst/>
              <a:gdLst/>
              <a:ahLst/>
              <a:cxnLst/>
              <a:rect l="l" t="t" r="r" b="b"/>
              <a:pathLst>
                <a:path w="466725" h="180975">
                  <a:moveTo>
                    <a:pt x="0" y="180975"/>
                  </a:moveTo>
                  <a:lnTo>
                    <a:pt x="466725" y="180975"/>
                  </a:lnTo>
                  <a:lnTo>
                    <a:pt x="466725" y="0"/>
                  </a:lnTo>
                  <a:lnTo>
                    <a:pt x="0" y="0"/>
                  </a:lnTo>
                  <a:lnTo>
                    <a:pt x="0" y="180975"/>
                  </a:lnTo>
                  <a:close/>
                </a:path>
              </a:pathLst>
            </a:custGeom>
            <a:ln w="25400">
              <a:solidFill>
                <a:srgbClr val="FFFFFF"/>
              </a:solidFill>
            </a:ln>
          </p:spPr>
          <p:txBody>
            <a:bodyPr wrap="square" lIns="0" tIns="0" rIns="0" bIns="0" rtlCol="0"/>
            <a:lstStyle/>
            <a:p>
              <a:endParaRPr sz="2400"/>
            </a:p>
          </p:txBody>
        </p:sp>
        <p:sp>
          <p:nvSpPr>
            <p:cNvPr id="9" name="object 9"/>
            <p:cNvSpPr/>
            <p:nvPr/>
          </p:nvSpPr>
          <p:spPr>
            <a:xfrm>
              <a:off x="6081775" y="4825"/>
              <a:ext cx="457200" cy="171450"/>
            </a:xfrm>
            <a:custGeom>
              <a:avLst/>
              <a:gdLst/>
              <a:ahLst/>
              <a:cxnLst/>
              <a:rect l="l" t="t" r="r" b="b"/>
              <a:pathLst>
                <a:path w="457200" h="171450">
                  <a:moveTo>
                    <a:pt x="457200" y="0"/>
                  </a:moveTo>
                  <a:lnTo>
                    <a:pt x="0" y="0"/>
                  </a:lnTo>
                  <a:lnTo>
                    <a:pt x="0" y="171450"/>
                  </a:lnTo>
                  <a:lnTo>
                    <a:pt x="457200" y="171450"/>
                  </a:lnTo>
                  <a:lnTo>
                    <a:pt x="457200" y="0"/>
                  </a:lnTo>
                  <a:close/>
                </a:path>
              </a:pathLst>
            </a:custGeom>
            <a:solidFill>
              <a:srgbClr val="FFFFFF"/>
            </a:solidFill>
          </p:spPr>
          <p:txBody>
            <a:bodyPr wrap="square" lIns="0" tIns="0" rIns="0" bIns="0" rtlCol="0"/>
            <a:lstStyle/>
            <a:p>
              <a:endParaRPr sz="2400"/>
            </a:p>
          </p:txBody>
        </p:sp>
        <p:sp>
          <p:nvSpPr>
            <p:cNvPr id="10" name="object 10"/>
            <p:cNvSpPr/>
            <p:nvPr/>
          </p:nvSpPr>
          <p:spPr>
            <a:xfrm>
              <a:off x="6081775" y="4825"/>
              <a:ext cx="457200" cy="171450"/>
            </a:xfrm>
            <a:custGeom>
              <a:avLst/>
              <a:gdLst/>
              <a:ahLst/>
              <a:cxnLst/>
              <a:rect l="l" t="t" r="r" b="b"/>
              <a:pathLst>
                <a:path w="457200" h="171450">
                  <a:moveTo>
                    <a:pt x="0" y="171450"/>
                  </a:moveTo>
                  <a:lnTo>
                    <a:pt x="457200" y="171450"/>
                  </a:lnTo>
                  <a:lnTo>
                    <a:pt x="457200" y="0"/>
                  </a:lnTo>
                  <a:lnTo>
                    <a:pt x="0" y="0"/>
                  </a:lnTo>
                  <a:lnTo>
                    <a:pt x="0" y="171450"/>
                  </a:lnTo>
                  <a:close/>
                </a:path>
              </a:pathLst>
            </a:custGeom>
            <a:ln w="25400">
              <a:solidFill>
                <a:srgbClr val="FFFFFF"/>
              </a:solidFill>
            </a:ln>
          </p:spPr>
          <p:txBody>
            <a:bodyPr wrap="square" lIns="0" tIns="0" rIns="0" bIns="0" rtlCol="0"/>
            <a:lstStyle/>
            <a:p>
              <a:endParaRPr sz="2400"/>
            </a:p>
          </p:txBody>
        </p:sp>
        <p:sp>
          <p:nvSpPr>
            <p:cNvPr id="12" name="object 12"/>
            <p:cNvSpPr/>
            <p:nvPr/>
          </p:nvSpPr>
          <p:spPr>
            <a:xfrm>
              <a:off x="4643500" y="2405125"/>
              <a:ext cx="457200" cy="171450"/>
            </a:xfrm>
            <a:custGeom>
              <a:avLst/>
              <a:gdLst/>
              <a:ahLst/>
              <a:cxnLst/>
              <a:rect l="l" t="t" r="r" b="b"/>
              <a:pathLst>
                <a:path w="457200" h="171450">
                  <a:moveTo>
                    <a:pt x="0" y="171450"/>
                  </a:moveTo>
                  <a:lnTo>
                    <a:pt x="457200" y="171450"/>
                  </a:lnTo>
                  <a:lnTo>
                    <a:pt x="457200" y="0"/>
                  </a:lnTo>
                  <a:lnTo>
                    <a:pt x="0" y="0"/>
                  </a:lnTo>
                  <a:lnTo>
                    <a:pt x="0" y="171450"/>
                  </a:lnTo>
                  <a:close/>
                </a:path>
              </a:pathLst>
            </a:custGeom>
            <a:ln w="25400">
              <a:solidFill>
                <a:srgbClr val="FFFFFF"/>
              </a:solidFill>
            </a:ln>
          </p:spPr>
          <p:txBody>
            <a:bodyPr wrap="square" lIns="0" tIns="0" rIns="0" bIns="0" rtlCol="0"/>
            <a:lstStyle/>
            <a:p>
              <a:endParaRPr sz="2400"/>
            </a:p>
          </p:txBody>
        </p:sp>
        <p:sp>
          <p:nvSpPr>
            <p:cNvPr id="15" name="object 15"/>
            <p:cNvSpPr/>
            <p:nvPr/>
          </p:nvSpPr>
          <p:spPr>
            <a:xfrm>
              <a:off x="4933950" y="152399"/>
              <a:ext cx="2657475" cy="180975"/>
            </a:xfrm>
            <a:custGeom>
              <a:avLst/>
              <a:gdLst/>
              <a:ahLst/>
              <a:cxnLst/>
              <a:rect l="l" t="t" r="r" b="b"/>
              <a:pathLst>
                <a:path w="2657475" h="180975">
                  <a:moveTo>
                    <a:pt x="2657475" y="0"/>
                  </a:moveTo>
                  <a:lnTo>
                    <a:pt x="0" y="0"/>
                  </a:lnTo>
                  <a:lnTo>
                    <a:pt x="0" y="180975"/>
                  </a:lnTo>
                  <a:lnTo>
                    <a:pt x="2657475" y="180975"/>
                  </a:lnTo>
                  <a:lnTo>
                    <a:pt x="2657475" y="0"/>
                  </a:lnTo>
                  <a:close/>
                </a:path>
              </a:pathLst>
            </a:custGeom>
            <a:solidFill>
              <a:srgbClr val="FFFFFF"/>
            </a:solidFill>
          </p:spPr>
          <p:txBody>
            <a:bodyPr wrap="square" lIns="0" tIns="0" rIns="0" bIns="0" rtlCol="0"/>
            <a:lstStyle/>
            <a:p>
              <a:pPr marL="0" algn="r" defTabSz="457200" rtl="1" eaLnBrk="1" latinLnBrk="0" hangingPunct="1"/>
              <a:endParaRPr sz="2400"/>
            </a:p>
          </p:txBody>
        </p:sp>
      </p:grpSp>
      <p:sp>
        <p:nvSpPr>
          <p:cNvPr id="16" name="object 16"/>
          <p:cNvSpPr txBox="1"/>
          <p:nvPr/>
        </p:nvSpPr>
        <p:spPr>
          <a:xfrm>
            <a:off x="6645149" y="181950"/>
            <a:ext cx="3490807" cy="263320"/>
          </a:xfrm>
          <a:prstGeom prst="rect">
            <a:avLst/>
          </a:prstGeom>
        </p:spPr>
        <p:txBody>
          <a:bodyPr vert="horz" wrap="square" lIns="0" tIns="16933" rIns="0" bIns="0" rtlCol="0">
            <a:spAutoFit/>
          </a:bodyPr>
          <a:lstStyle/>
          <a:p>
            <a:pPr marL="16933">
              <a:spcBef>
                <a:spcPts val="133"/>
              </a:spcBef>
            </a:pPr>
            <a:r>
              <a:rPr sz="1600" spc="-41" dirty="0">
                <a:latin typeface="Verdana"/>
                <a:cs typeface="Verdana"/>
              </a:rPr>
              <a:t>c</a:t>
            </a:r>
            <a:r>
              <a:rPr sz="1600" spc="53" dirty="0">
                <a:latin typeface="Verdana"/>
                <a:cs typeface="Verdana"/>
              </a:rPr>
              <a:t>li</a:t>
            </a:r>
            <a:r>
              <a:rPr sz="1600" spc="-41" dirty="0">
                <a:latin typeface="Verdana"/>
                <a:cs typeface="Verdana"/>
              </a:rPr>
              <a:t>c</a:t>
            </a:r>
            <a:r>
              <a:rPr sz="1600" dirty="0">
                <a:latin typeface="Verdana"/>
                <a:cs typeface="Verdana"/>
              </a:rPr>
              <a:t>k</a:t>
            </a:r>
            <a:r>
              <a:rPr sz="1600" spc="-113" dirty="0">
                <a:latin typeface="Verdana"/>
                <a:cs typeface="Verdana"/>
              </a:rPr>
              <a:t> </a:t>
            </a:r>
            <a:r>
              <a:rPr sz="1600" spc="-15" dirty="0">
                <a:latin typeface="Verdana"/>
                <a:cs typeface="Verdana"/>
              </a:rPr>
              <a:t>w</a:t>
            </a:r>
            <a:r>
              <a:rPr sz="1600" spc="53" dirty="0">
                <a:latin typeface="Verdana"/>
                <a:cs typeface="Verdana"/>
              </a:rPr>
              <a:t>i</a:t>
            </a:r>
            <a:r>
              <a:rPr sz="1600" spc="68" dirty="0">
                <a:latin typeface="Verdana"/>
                <a:cs typeface="Verdana"/>
              </a:rPr>
              <a:t>t</a:t>
            </a:r>
            <a:r>
              <a:rPr sz="1600" spc="-20" dirty="0">
                <a:latin typeface="Verdana"/>
                <a:cs typeface="Verdana"/>
              </a:rPr>
              <a:t>h</a:t>
            </a:r>
            <a:r>
              <a:rPr sz="1600" spc="53" dirty="0">
                <a:latin typeface="Verdana"/>
                <a:cs typeface="Verdana"/>
              </a:rPr>
              <a:t>i</a:t>
            </a:r>
            <a:r>
              <a:rPr sz="1600" dirty="0">
                <a:latin typeface="Verdana"/>
                <a:cs typeface="Verdana"/>
              </a:rPr>
              <a:t>n</a:t>
            </a:r>
            <a:r>
              <a:rPr sz="1600" spc="-180" dirty="0">
                <a:latin typeface="Verdana"/>
                <a:cs typeface="Verdana"/>
              </a:rPr>
              <a:t> </a:t>
            </a:r>
            <a:r>
              <a:rPr sz="1600" spc="68" dirty="0">
                <a:latin typeface="Verdana"/>
                <a:cs typeface="Verdana"/>
              </a:rPr>
              <a:t>t</a:t>
            </a:r>
            <a:r>
              <a:rPr sz="1600" spc="-20" dirty="0">
                <a:latin typeface="Verdana"/>
                <a:cs typeface="Verdana"/>
              </a:rPr>
              <a:t>h</a:t>
            </a:r>
            <a:r>
              <a:rPr sz="1600" spc="53" dirty="0">
                <a:latin typeface="Verdana"/>
                <a:cs typeface="Verdana"/>
              </a:rPr>
              <a:t>i</a:t>
            </a:r>
            <a:r>
              <a:rPr sz="1600" dirty="0">
                <a:latin typeface="Verdana"/>
                <a:cs typeface="Verdana"/>
              </a:rPr>
              <a:t>s</a:t>
            </a:r>
            <a:r>
              <a:rPr sz="1600" spc="-107" dirty="0">
                <a:latin typeface="Verdana"/>
                <a:cs typeface="Verdana"/>
              </a:rPr>
              <a:t> </a:t>
            </a:r>
            <a:r>
              <a:rPr sz="1600" spc="-7" dirty="0">
                <a:latin typeface="Verdana"/>
                <a:cs typeface="Verdana"/>
              </a:rPr>
              <a:t>p</a:t>
            </a:r>
            <a:r>
              <a:rPr sz="1600" spc="60" dirty="0">
                <a:latin typeface="Verdana"/>
                <a:cs typeface="Verdana"/>
              </a:rPr>
              <a:t>l</a:t>
            </a:r>
            <a:r>
              <a:rPr sz="1600" spc="20" dirty="0">
                <a:latin typeface="Verdana"/>
                <a:cs typeface="Verdana"/>
              </a:rPr>
              <a:t>o</a:t>
            </a:r>
            <a:r>
              <a:rPr sz="1600" dirty="0">
                <a:latin typeface="Verdana"/>
                <a:cs typeface="Verdana"/>
              </a:rPr>
              <a:t>t</a:t>
            </a:r>
            <a:r>
              <a:rPr sz="1600" spc="-100" dirty="0">
                <a:latin typeface="Verdana"/>
                <a:cs typeface="Verdana"/>
              </a:rPr>
              <a:t> </a:t>
            </a:r>
            <a:r>
              <a:rPr sz="1600" spc="68" dirty="0">
                <a:latin typeface="Verdana"/>
                <a:cs typeface="Verdana"/>
              </a:rPr>
              <a:t>t</a:t>
            </a:r>
            <a:r>
              <a:rPr sz="1600" dirty="0">
                <a:latin typeface="Verdana"/>
                <a:cs typeface="Verdana"/>
              </a:rPr>
              <a:t>o</a:t>
            </a:r>
            <a:r>
              <a:rPr sz="1600" spc="-41" dirty="0">
                <a:latin typeface="Verdana"/>
                <a:cs typeface="Verdana"/>
              </a:rPr>
              <a:t> </a:t>
            </a:r>
            <a:r>
              <a:rPr sz="1600" spc="33" dirty="0">
                <a:latin typeface="Verdana"/>
                <a:cs typeface="Verdana"/>
              </a:rPr>
              <a:t>a</a:t>
            </a:r>
            <a:r>
              <a:rPr sz="1600" spc="-7" dirty="0">
                <a:latin typeface="Verdana"/>
                <a:cs typeface="Verdana"/>
              </a:rPr>
              <a:t>d</a:t>
            </a:r>
            <a:r>
              <a:rPr sz="1600" dirty="0">
                <a:latin typeface="Verdana"/>
                <a:cs typeface="Verdana"/>
              </a:rPr>
              <a:t>d</a:t>
            </a:r>
            <a:r>
              <a:rPr sz="1600" spc="-68" dirty="0">
                <a:latin typeface="Verdana"/>
                <a:cs typeface="Verdana"/>
              </a:rPr>
              <a:t> </a:t>
            </a:r>
            <a:r>
              <a:rPr sz="1600" spc="-7" dirty="0">
                <a:latin typeface="Verdana"/>
                <a:cs typeface="Verdana"/>
              </a:rPr>
              <a:t>p</a:t>
            </a:r>
            <a:r>
              <a:rPr sz="1600" spc="20" dirty="0">
                <a:latin typeface="Verdana"/>
                <a:cs typeface="Verdana"/>
              </a:rPr>
              <a:t>o</a:t>
            </a:r>
            <a:r>
              <a:rPr sz="1600" spc="53" dirty="0">
                <a:latin typeface="Verdana"/>
                <a:cs typeface="Verdana"/>
              </a:rPr>
              <a:t>i</a:t>
            </a:r>
            <a:r>
              <a:rPr sz="1600" spc="-20" dirty="0">
                <a:latin typeface="Verdana"/>
                <a:cs typeface="Verdana"/>
              </a:rPr>
              <a:t>n</a:t>
            </a:r>
            <a:r>
              <a:rPr sz="1600" spc="68" dirty="0">
                <a:latin typeface="Verdana"/>
                <a:cs typeface="Verdana"/>
              </a:rPr>
              <a:t>t</a:t>
            </a:r>
            <a:r>
              <a:rPr sz="1600" dirty="0">
                <a:latin typeface="Verdana"/>
                <a:cs typeface="Verdana"/>
              </a:rPr>
              <a:t>s</a:t>
            </a:r>
            <a:endParaRPr sz="1600">
              <a:latin typeface="Verdana"/>
              <a:cs typeface="Verdana"/>
            </a:endParaRPr>
          </a:p>
        </p:txBody>
      </p:sp>
      <p:sp>
        <p:nvSpPr>
          <p:cNvPr id="17" name="object 17"/>
          <p:cNvSpPr/>
          <p:nvPr/>
        </p:nvSpPr>
        <p:spPr>
          <a:xfrm>
            <a:off x="2197101" y="469902"/>
            <a:ext cx="254000" cy="2654300"/>
          </a:xfrm>
          <a:custGeom>
            <a:avLst/>
            <a:gdLst/>
            <a:ahLst/>
            <a:cxnLst/>
            <a:rect l="l" t="t" r="r" b="b"/>
            <a:pathLst>
              <a:path w="190500" h="1990725">
                <a:moveTo>
                  <a:pt x="190500" y="0"/>
                </a:moveTo>
                <a:lnTo>
                  <a:pt x="0" y="0"/>
                </a:lnTo>
                <a:lnTo>
                  <a:pt x="0" y="1990725"/>
                </a:lnTo>
                <a:lnTo>
                  <a:pt x="190500" y="1990725"/>
                </a:lnTo>
                <a:lnTo>
                  <a:pt x="190500" y="0"/>
                </a:lnTo>
                <a:close/>
              </a:path>
            </a:pathLst>
          </a:custGeom>
          <a:solidFill>
            <a:srgbClr val="FFFFFF"/>
          </a:solidFill>
        </p:spPr>
        <p:txBody>
          <a:bodyPr wrap="square" lIns="0" tIns="0" rIns="0" bIns="0" rtlCol="0"/>
          <a:lstStyle/>
          <a:p>
            <a:endParaRPr sz="2400"/>
          </a:p>
        </p:txBody>
      </p:sp>
      <p:sp>
        <p:nvSpPr>
          <p:cNvPr id="18" name="object 18"/>
          <p:cNvSpPr txBox="1"/>
          <p:nvPr/>
        </p:nvSpPr>
        <p:spPr>
          <a:xfrm>
            <a:off x="1802894" y="1474809"/>
            <a:ext cx="648545" cy="424433"/>
          </a:xfrm>
          <a:prstGeom prst="rect">
            <a:avLst/>
          </a:prstGeom>
        </p:spPr>
        <p:txBody>
          <a:bodyPr vert="horz" wrap="square" lIns="0" tIns="21167" rIns="0" bIns="0" rtlCol="0">
            <a:spAutoFit/>
          </a:bodyPr>
          <a:lstStyle/>
          <a:p>
            <a:pPr marL="16933">
              <a:spcBef>
                <a:spcPts val="167"/>
              </a:spcBef>
            </a:pPr>
            <a:r>
              <a:rPr sz="1268" spc="7" dirty="0">
                <a:latin typeface="Verdana"/>
                <a:cs typeface="Verdana"/>
              </a:rPr>
              <a:t>p</a:t>
            </a:r>
            <a:r>
              <a:rPr sz="1268" spc="-53" dirty="0">
                <a:latin typeface="Verdana"/>
                <a:cs typeface="Verdana"/>
              </a:rPr>
              <a:t>ri</a:t>
            </a:r>
            <a:r>
              <a:rPr sz="1268" spc="15" dirty="0">
                <a:latin typeface="Verdana"/>
                <a:cs typeface="Verdana"/>
              </a:rPr>
              <a:t>c</a:t>
            </a:r>
            <a:r>
              <a:rPr sz="1268" spc="-327" dirty="0">
                <a:latin typeface="Verdana"/>
                <a:cs typeface="Verdana"/>
              </a:rPr>
              <a:t> </a:t>
            </a:r>
            <a:r>
              <a:rPr sz="1268" spc="20" dirty="0">
                <a:latin typeface="Verdana"/>
                <a:cs typeface="Verdana"/>
              </a:rPr>
              <a:t>e</a:t>
            </a:r>
            <a:r>
              <a:rPr sz="1268" spc="80" dirty="0">
                <a:latin typeface="Verdana"/>
                <a:cs typeface="Verdana"/>
              </a:rPr>
              <a:t> </a:t>
            </a:r>
            <a:r>
              <a:rPr sz="1268" spc="-53" dirty="0">
                <a:latin typeface="Verdana"/>
                <a:cs typeface="Verdana"/>
              </a:rPr>
              <a:t>i</a:t>
            </a:r>
            <a:r>
              <a:rPr sz="1268" spc="20" dirty="0">
                <a:latin typeface="Verdana"/>
                <a:cs typeface="Verdana"/>
              </a:rPr>
              <a:t>n</a:t>
            </a:r>
            <a:endParaRPr sz="1268">
              <a:latin typeface="Verdana"/>
              <a:cs typeface="Verdana"/>
            </a:endParaRPr>
          </a:p>
          <a:p>
            <a:pPr marL="29633">
              <a:spcBef>
                <a:spcPts val="87"/>
              </a:spcBef>
            </a:pPr>
            <a:r>
              <a:rPr sz="1268" spc="-15" dirty="0">
                <a:latin typeface="Verdana"/>
                <a:cs typeface="Verdana"/>
              </a:rPr>
              <a:t>$</a:t>
            </a:r>
            <a:r>
              <a:rPr sz="1268" spc="-15" dirty="0">
                <a:latin typeface="Cambria Math"/>
                <a:cs typeface="Cambria Math"/>
              </a:rPr>
              <a:t>1000</a:t>
            </a:r>
            <a:r>
              <a:rPr sz="1268" spc="-15" dirty="0">
                <a:latin typeface="Verdana"/>
                <a:cs typeface="Verdana"/>
              </a:rPr>
              <a:t>'s</a:t>
            </a:r>
            <a:endParaRPr sz="1268">
              <a:latin typeface="Verdana"/>
              <a:cs typeface="Verdana"/>
            </a:endParaRPr>
          </a:p>
        </p:txBody>
      </p:sp>
      <p:sp>
        <p:nvSpPr>
          <p:cNvPr id="22" name="Slide Number Placeholder 21">
            <a:extLst>
              <a:ext uri="{FF2B5EF4-FFF2-40B4-BE49-F238E27FC236}">
                <a16:creationId xmlns:a16="http://schemas.microsoft.com/office/drawing/2014/main" id="{5792F4EC-18AA-2328-A329-96A2041C2CAE}"/>
              </a:ext>
            </a:extLst>
          </p:cNvPr>
          <p:cNvSpPr>
            <a:spLocks noGrp="1"/>
          </p:cNvSpPr>
          <p:nvPr>
            <p:ph type="sldNum" sz="quarter" idx="12"/>
          </p:nvPr>
        </p:nvSpPr>
        <p:spPr/>
        <p:txBody>
          <a:bodyPr/>
          <a:lstStyle/>
          <a:p>
            <a:fld id="{233E71FE-A542-4040-BA29-68F56A442EAC}" type="slidenum">
              <a:rPr lang="en-PS" smtClean="0"/>
              <a:t>33</a:t>
            </a:fld>
            <a:endParaRPr lang="en-P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171699" y="380327"/>
            <a:ext cx="9374632" cy="6341148"/>
            <a:chOff x="1628774" y="0"/>
            <a:chExt cx="7030974" cy="4562475"/>
          </a:xfrm>
        </p:grpSpPr>
        <p:pic>
          <p:nvPicPr>
            <p:cNvPr id="3" name="object 3"/>
            <p:cNvPicPr/>
            <p:nvPr/>
          </p:nvPicPr>
          <p:blipFill>
            <a:blip r:embed="rId2" cstate="print"/>
            <a:stretch>
              <a:fillRect/>
            </a:stretch>
          </p:blipFill>
          <p:spPr>
            <a:xfrm>
              <a:off x="1628774" y="0"/>
              <a:ext cx="5858631" cy="4562475"/>
            </a:xfrm>
            <a:prstGeom prst="rect">
              <a:avLst/>
            </a:prstGeom>
          </p:spPr>
        </p:pic>
        <p:sp>
          <p:nvSpPr>
            <p:cNvPr id="4" name="object 4"/>
            <p:cNvSpPr/>
            <p:nvPr/>
          </p:nvSpPr>
          <p:spPr>
            <a:xfrm>
              <a:off x="2825369" y="852423"/>
              <a:ext cx="737870" cy="417195"/>
            </a:xfrm>
            <a:custGeom>
              <a:avLst/>
              <a:gdLst/>
              <a:ahLst/>
              <a:cxnLst/>
              <a:rect l="l" t="t" r="r" b="b"/>
              <a:pathLst>
                <a:path w="737870" h="417194">
                  <a:moveTo>
                    <a:pt x="134112" y="114173"/>
                  </a:moveTo>
                  <a:lnTo>
                    <a:pt x="84848" y="28194"/>
                  </a:lnTo>
                  <a:lnTo>
                    <a:pt x="68707" y="0"/>
                  </a:lnTo>
                  <a:lnTo>
                    <a:pt x="5461" y="106426"/>
                  </a:lnTo>
                  <a:lnTo>
                    <a:pt x="1397" y="113157"/>
                  </a:lnTo>
                  <a:lnTo>
                    <a:pt x="3683" y="121920"/>
                  </a:lnTo>
                  <a:lnTo>
                    <a:pt x="10541" y="125984"/>
                  </a:lnTo>
                  <a:lnTo>
                    <a:pt x="17272" y="130048"/>
                  </a:lnTo>
                  <a:lnTo>
                    <a:pt x="26035" y="127762"/>
                  </a:lnTo>
                  <a:lnTo>
                    <a:pt x="30099" y="121031"/>
                  </a:lnTo>
                  <a:lnTo>
                    <a:pt x="53708" y="81267"/>
                  </a:lnTo>
                  <a:lnTo>
                    <a:pt x="51816" y="335711"/>
                  </a:lnTo>
                  <a:lnTo>
                    <a:pt x="24765" y="288544"/>
                  </a:lnTo>
                  <a:lnTo>
                    <a:pt x="16129" y="286131"/>
                  </a:lnTo>
                  <a:lnTo>
                    <a:pt x="2413" y="294005"/>
                  </a:lnTo>
                  <a:lnTo>
                    <a:pt x="0" y="302768"/>
                  </a:lnTo>
                  <a:lnTo>
                    <a:pt x="65532" y="416941"/>
                  </a:lnTo>
                  <a:lnTo>
                    <a:pt x="82245" y="388747"/>
                  </a:lnTo>
                  <a:lnTo>
                    <a:pt x="128651" y="310515"/>
                  </a:lnTo>
                  <a:lnTo>
                    <a:pt x="132715" y="303784"/>
                  </a:lnTo>
                  <a:lnTo>
                    <a:pt x="130429" y="295021"/>
                  </a:lnTo>
                  <a:lnTo>
                    <a:pt x="123698" y="290957"/>
                  </a:lnTo>
                  <a:lnTo>
                    <a:pt x="116840" y="286893"/>
                  </a:lnTo>
                  <a:lnTo>
                    <a:pt x="108077" y="289179"/>
                  </a:lnTo>
                  <a:lnTo>
                    <a:pt x="104013" y="295910"/>
                  </a:lnTo>
                  <a:lnTo>
                    <a:pt x="80391" y="335686"/>
                  </a:lnTo>
                  <a:lnTo>
                    <a:pt x="82283" y="81241"/>
                  </a:lnTo>
                  <a:lnTo>
                    <a:pt x="109347" y="128397"/>
                  </a:lnTo>
                  <a:lnTo>
                    <a:pt x="117983" y="130810"/>
                  </a:lnTo>
                  <a:lnTo>
                    <a:pt x="131699" y="122936"/>
                  </a:lnTo>
                  <a:lnTo>
                    <a:pt x="134112" y="114173"/>
                  </a:lnTo>
                  <a:close/>
                </a:path>
                <a:path w="737870" h="417194">
                  <a:moveTo>
                    <a:pt x="737362" y="182626"/>
                  </a:moveTo>
                  <a:lnTo>
                    <a:pt x="733679" y="175641"/>
                  </a:lnTo>
                  <a:lnTo>
                    <a:pt x="690067" y="94488"/>
                  </a:lnTo>
                  <a:lnTo>
                    <a:pt x="675132" y="66675"/>
                  </a:lnTo>
                  <a:lnTo>
                    <a:pt x="609092" y="171323"/>
                  </a:lnTo>
                  <a:lnTo>
                    <a:pt x="604774" y="178054"/>
                  </a:lnTo>
                  <a:lnTo>
                    <a:pt x="606806" y="186817"/>
                  </a:lnTo>
                  <a:lnTo>
                    <a:pt x="613537" y="191008"/>
                  </a:lnTo>
                  <a:lnTo>
                    <a:pt x="620141" y="195199"/>
                  </a:lnTo>
                  <a:lnTo>
                    <a:pt x="629031" y="193294"/>
                  </a:lnTo>
                  <a:lnTo>
                    <a:pt x="633222" y="186563"/>
                  </a:lnTo>
                  <a:lnTo>
                    <a:pt x="657936" y="147383"/>
                  </a:lnTo>
                  <a:lnTo>
                    <a:pt x="654088" y="259181"/>
                  </a:lnTo>
                  <a:lnTo>
                    <a:pt x="628396" y="211328"/>
                  </a:lnTo>
                  <a:lnTo>
                    <a:pt x="619760" y="208661"/>
                  </a:lnTo>
                  <a:lnTo>
                    <a:pt x="612775" y="212471"/>
                  </a:lnTo>
                  <a:lnTo>
                    <a:pt x="605790" y="216154"/>
                  </a:lnTo>
                  <a:lnTo>
                    <a:pt x="603250" y="224790"/>
                  </a:lnTo>
                  <a:lnTo>
                    <a:pt x="606933" y="231775"/>
                  </a:lnTo>
                  <a:lnTo>
                    <a:pt x="665480" y="340741"/>
                  </a:lnTo>
                  <a:lnTo>
                    <a:pt x="683031" y="312928"/>
                  </a:lnTo>
                  <a:lnTo>
                    <a:pt x="731520" y="236093"/>
                  </a:lnTo>
                  <a:lnTo>
                    <a:pt x="735838" y="229362"/>
                  </a:lnTo>
                  <a:lnTo>
                    <a:pt x="733806" y="220599"/>
                  </a:lnTo>
                  <a:lnTo>
                    <a:pt x="727075" y="216408"/>
                  </a:lnTo>
                  <a:lnTo>
                    <a:pt x="720471" y="212217"/>
                  </a:lnTo>
                  <a:lnTo>
                    <a:pt x="711581" y="214122"/>
                  </a:lnTo>
                  <a:lnTo>
                    <a:pt x="707390" y="220853"/>
                  </a:lnTo>
                  <a:lnTo>
                    <a:pt x="682663" y="260045"/>
                  </a:lnTo>
                  <a:lnTo>
                    <a:pt x="686511" y="148247"/>
                  </a:lnTo>
                  <a:lnTo>
                    <a:pt x="712216" y="196088"/>
                  </a:lnTo>
                  <a:lnTo>
                    <a:pt x="720852" y="198755"/>
                  </a:lnTo>
                  <a:lnTo>
                    <a:pt x="727837" y="194945"/>
                  </a:lnTo>
                  <a:lnTo>
                    <a:pt x="734822" y="191262"/>
                  </a:lnTo>
                  <a:lnTo>
                    <a:pt x="737362" y="182626"/>
                  </a:lnTo>
                  <a:close/>
                </a:path>
              </a:pathLst>
            </a:custGeom>
            <a:solidFill>
              <a:srgbClr val="0096FF"/>
            </a:solidFill>
          </p:spPr>
          <p:txBody>
            <a:bodyPr wrap="square" lIns="0" tIns="0" rIns="0" bIns="0" rtlCol="0"/>
            <a:lstStyle/>
            <a:p>
              <a:endParaRPr sz="2400"/>
            </a:p>
          </p:txBody>
        </p:sp>
        <p:pic>
          <p:nvPicPr>
            <p:cNvPr id="5" name="object 5"/>
            <p:cNvPicPr/>
            <p:nvPr/>
          </p:nvPicPr>
          <p:blipFill>
            <a:blip r:embed="rId3" cstate="print"/>
            <a:stretch>
              <a:fillRect/>
            </a:stretch>
          </p:blipFill>
          <p:spPr>
            <a:xfrm>
              <a:off x="4303775" y="452374"/>
              <a:ext cx="133223" cy="207390"/>
            </a:xfrm>
            <a:prstGeom prst="rect">
              <a:avLst/>
            </a:prstGeom>
          </p:spPr>
        </p:pic>
        <p:sp>
          <p:nvSpPr>
            <p:cNvPr id="6" name="object 6"/>
            <p:cNvSpPr/>
            <p:nvPr/>
          </p:nvSpPr>
          <p:spPr>
            <a:xfrm>
              <a:off x="3657219" y="538099"/>
              <a:ext cx="134620" cy="274320"/>
            </a:xfrm>
            <a:custGeom>
              <a:avLst/>
              <a:gdLst/>
              <a:ahLst/>
              <a:cxnLst/>
              <a:rect l="l" t="t" r="r" b="b"/>
              <a:pathLst>
                <a:path w="134620" h="274320">
                  <a:moveTo>
                    <a:pt x="16509" y="141986"/>
                  </a:moveTo>
                  <a:lnTo>
                    <a:pt x="9525" y="145796"/>
                  </a:lnTo>
                  <a:lnTo>
                    <a:pt x="2539" y="149478"/>
                  </a:lnTo>
                  <a:lnTo>
                    <a:pt x="0" y="158114"/>
                  </a:lnTo>
                  <a:lnTo>
                    <a:pt x="3682" y="165100"/>
                  </a:lnTo>
                  <a:lnTo>
                    <a:pt x="62229" y="274065"/>
                  </a:lnTo>
                  <a:lnTo>
                    <a:pt x="79781" y="246252"/>
                  </a:lnTo>
                  <a:lnTo>
                    <a:pt x="77596" y="246252"/>
                  </a:lnTo>
                  <a:lnTo>
                    <a:pt x="49021" y="245237"/>
                  </a:lnTo>
                  <a:lnTo>
                    <a:pt x="50839" y="192498"/>
                  </a:lnTo>
                  <a:lnTo>
                    <a:pt x="25145" y="144652"/>
                  </a:lnTo>
                  <a:lnTo>
                    <a:pt x="16509" y="141986"/>
                  </a:lnTo>
                  <a:close/>
                </a:path>
                <a:path w="134620" h="274320">
                  <a:moveTo>
                    <a:pt x="50839" y="192498"/>
                  </a:moveTo>
                  <a:lnTo>
                    <a:pt x="49021" y="245237"/>
                  </a:lnTo>
                  <a:lnTo>
                    <a:pt x="77596" y="246252"/>
                  </a:lnTo>
                  <a:lnTo>
                    <a:pt x="77846" y="239013"/>
                  </a:lnTo>
                  <a:lnTo>
                    <a:pt x="75818" y="239013"/>
                  </a:lnTo>
                  <a:lnTo>
                    <a:pt x="51180" y="238125"/>
                  </a:lnTo>
                  <a:lnTo>
                    <a:pt x="64232" y="217437"/>
                  </a:lnTo>
                  <a:lnTo>
                    <a:pt x="50839" y="192498"/>
                  </a:lnTo>
                  <a:close/>
                </a:path>
                <a:path w="134620" h="274320">
                  <a:moveTo>
                    <a:pt x="117220" y="145541"/>
                  </a:moveTo>
                  <a:lnTo>
                    <a:pt x="108330" y="147447"/>
                  </a:lnTo>
                  <a:lnTo>
                    <a:pt x="104139" y="154177"/>
                  </a:lnTo>
                  <a:lnTo>
                    <a:pt x="79419" y="193362"/>
                  </a:lnTo>
                  <a:lnTo>
                    <a:pt x="77596" y="246252"/>
                  </a:lnTo>
                  <a:lnTo>
                    <a:pt x="79781" y="246252"/>
                  </a:lnTo>
                  <a:lnTo>
                    <a:pt x="128269" y="169417"/>
                  </a:lnTo>
                  <a:lnTo>
                    <a:pt x="132587" y="162687"/>
                  </a:lnTo>
                  <a:lnTo>
                    <a:pt x="130555" y="153924"/>
                  </a:lnTo>
                  <a:lnTo>
                    <a:pt x="123825" y="149733"/>
                  </a:lnTo>
                  <a:lnTo>
                    <a:pt x="117220" y="145541"/>
                  </a:lnTo>
                  <a:close/>
                </a:path>
                <a:path w="134620" h="274320">
                  <a:moveTo>
                    <a:pt x="64232" y="217437"/>
                  </a:moveTo>
                  <a:lnTo>
                    <a:pt x="51180" y="238125"/>
                  </a:lnTo>
                  <a:lnTo>
                    <a:pt x="75818" y="239013"/>
                  </a:lnTo>
                  <a:lnTo>
                    <a:pt x="64232" y="217437"/>
                  </a:lnTo>
                  <a:close/>
                </a:path>
                <a:path w="134620" h="274320">
                  <a:moveTo>
                    <a:pt x="79419" y="193362"/>
                  </a:moveTo>
                  <a:lnTo>
                    <a:pt x="64232" y="217437"/>
                  </a:lnTo>
                  <a:lnTo>
                    <a:pt x="75818" y="239013"/>
                  </a:lnTo>
                  <a:lnTo>
                    <a:pt x="77846" y="239013"/>
                  </a:lnTo>
                  <a:lnTo>
                    <a:pt x="79419" y="193362"/>
                  </a:lnTo>
                  <a:close/>
                </a:path>
                <a:path w="134620" h="274320">
                  <a:moveTo>
                    <a:pt x="69879" y="56628"/>
                  </a:moveTo>
                  <a:lnTo>
                    <a:pt x="54692" y="80703"/>
                  </a:lnTo>
                  <a:lnTo>
                    <a:pt x="50839" y="192498"/>
                  </a:lnTo>
                  <a:lnTo>
                    <a:pt x="64232" y="217437"/>
                  </a:lnTo>
                  <a:lnTo>
                    <a:pt x="79419" y="193362"/>
                  </a:lnTo>
                  <a:lnTo>
                    <a:pt x="83272" y="81567"/>
                  </a:lnTo>
                  <a:lnTo>
                    <a:pt x="69879" y="56628"/>
                  </a:lnTo>
                  <a:close/>
                </a:path>
                <a:path w="134620" h="274320">
                  <a:moveTo>
                    <a:pt x="86825" y="27812"/>
                  </a:moveTo>
                  <a:lnTo>
                    <a:pt x="56514" y="27812"/>
                  </a:lnTo>
                  <a:lnTo>
                    <a:pt x="85089" y="28828"/>
                  </a:lnTo>
                  <a:lnTo>
                    <a:pt x="83272" y="81567"/>
                  </a:lnTo>
                  <a:lnTo>
                    <a:pt x="108965" y="129412"/>
                  </a:lnTo>
                  <a:lnTo>
                    <a:pt x="117601" y="132079"/>
                  </a:lnTo>
                  <a:lnTo>
                    <a:pt x="124586" y="128270"/>
                  </a:lnTo>
                  <a:lnTo>
                    <a:pt x="131571" y="124587"/>
                  </a:lnTo>
                  <a:lnTo>
                    <a:pt x="134111" y="115950"/>
                  </a:lnTo>
                  <a:lnTo>
                    <a:pt x="130428" y="108965"/>
                  </a:lnTo>
                  <a:lnTo>
                    <a:pt x="86825" y="27812"/>
                  </a:lnTo>
                  <a:close/>
                </a:path>
                <a:path w="134620" h="274320">
                  <a:moveTo>
                    <a:pt x="71881" y="0"/>
                  </a:moveTo>
                  <a:lnTo>
                    <a:pt x="5841" y="104648"/>
                  </a:lnTo>
                  <a:lnTo>
                    <a:pt x="1650" y="111378"/>
                  </a:lnTo>
                  <a:lnTo>
                    <a:pt x="3555" y="120141"/>
                  </a:lnTo>
                  <a:lnTo>
                    <a:pt x="10286" y="124333"/>
                  </a:lnTo>
                  <a:lnTo>
                    <a:pt x="16890" y="128524"/>
                  </a:lnTo>
                  <a:lnTo>
                    <a:pt x="25780" y="126618"/>
                  </a:lnTo>
                  <a:lnTo>
                    <a:pt x="29971" y="119887"/>
                  </a:lnTo>
                  <a:lnTo>
                    <a:pt x="54692" y="80703"/>
                  </a:lnTo>
                  <a:lnTo>
                    <a:pt x="56514" y="27812"/>
                  </a:lnTo>
                  <a:lnTo>
                    <a:pt x="86825" y="27812"/>
                  </a:lnTo>
                  <a:lnTo>
                    <a:pt x="71881" y="0"/>
                  </a:lnTo>
                  <a:close/>
                </a:path>
                <a:path w="134620" h="274320">
                  <a:moveTo>
                    <a:pt x="84875" y="35051"/>
                  </a:moveTo>
                  <a:lnTo>
                    <a:pt x="58292" y="35051"/>
                  </a:lnTo>
                  <a:lnTo>
                    <a:pt x="82930" y="35940"/>
                  </a:lnTo>
                  <a:lnTo>
                    <a:pt x="69879" y="56628"/>
                  </a:lnTo>
                  <a:lnTo>
                    <a:pt x="83272" y="81567"/>
                  </a:lnTo>
                  <a:lnTo>
                    <a:pt x="84875" y="35051"/>
                  </a:lnTo>
                  <a:close/>
                </a:path>
                <a:path w="134620" h="274320">
                  <a:moveTo>
                    <a:pt x="56514" y="27812"/>
                  </a:moveTo>
                  <a:lnTo>
                    <a:pt x="54692" y="80703"/>
                  </a:lnTo>
                  <a:lnTo>
                    <a:pt x="69879" y="56628"/>
                  </a:lnTo>
                  <a:lnTo>
                    <a:pt x="58292" y="35051"/>
                  </a:lnTo>
                  <a:lnTo>
                    <a:pt x="84875" y="35051"/>
                  </a:lnTo>
                  <a:lnTo>
                    <a:pt x="85089" y="28828"/>
                  </a:lnTo>
                  <a:lnTo>
                    <a:pt x="56514" y="27812"/>
                  </a:lnTo>
                  <a:close/>
                </a:path>
                <a:path w="134620" h="274320">
                  <a:moveTo>
                    <a:pt x="58292" y="35051"/>
                  </a:moveTo>
                  <a:lnTo>
                    <a:pt x="69879" y="56628"/>
                  </a:lnTo>
                  <a:lnTo>
                    <a:pt x="82930" y="35940"/>
                  </a:lnTo>
                  <a:lnTo>
                    <a:pt x="58292" y="35051"/>
                  </a:lnTo>
                  <a:close/>
                </a:path>
              </a:pathLst>
            </a:custGeom>
            <a:solidFill>
              <a:srgbClr val="0096FF"/>
            </a:solidFill>
          </p:spPr>
          <p:txBody>
            <a:bodyPr wrap="square" lIns="0" tIns="0" rIns="0" bIns="0" rtlCol="0"/>
            <a:lstStyle/>
            <a:p>
              <a:endParaRPr sz="2400"/>
            </a:p>
          </p:txBody>
        </p:sp>
        <p:pic>
          <p:nvPicPr>
            <p:cNvPr id="7" name="object 7"/>
            <p:cNvPicPr/>
            <p:nvPr/>
          </p:nvPicPr>
          <p:blipFill>
            <a:blip r:embed="rId4" cstate="print"/>
            <a:stretch>
              <a:fillRect/>
            </a:stretch>
          </p:blipFill>
          <p:spPr>
            <a:xfrm>
              <a:off x="2324099" y="1766824"/>
              <a:ext cx="1493199" cy="283718"/>
            </a:xfrm>
            <a:prstGeom prst="rect">
              <a:avLst/>
            </a:prstGeom>
          </p:spPr>
        </p:pic>
        <p:pic>
          <p:nvPicPr>
            <p:cNvPr id="8" name="object 8"/>
            <p:cNvPicPr/>
            <p:nvPr/>
          </p:nvPicPr>
          <p:blipFill>
            <a:blip r:embed="rId5" cstate="print"/>
            <a:stretch>
              <a:fillRect/>
            </a:stretch>
          </p:blipFill>
          <p:spPr>
            <a:xfrm>
              <a:off x="3885057" y="1761236"/>
              <a:ext cx="215518" cy="228853"/>
            </a:xfrm>
            <a:prstGeom prst="rect">
              <a:avLst/>
            </a:prstGeom>
          </p:spPr>
        </p:pic>
        <p:pic>
          <p:nvPicPr>
            <p:cNvPr id="9" name="object 9"/>
            <p:cNvPicPr/>
            <p:nvPr/>
          </p:nvPicPr>
          <p:blipFill>
            <a:blip r:embed="rId6" cstate="print"/>
            <a:stretch>
              <a:fillRect/>
            </a:stretch>
          </p:blipFill>
          <p:spPr>
            <a:xfrm>
              <a:off x="5184648" y="1019937"/>
              <a:ext cx="145989" cy="178053"/>
            </a:xfrm>
            <a:prstGeom prst="rect">
              <a:avLst/>
            </a:prstGeom>
          </p:spPr>
        </p:pic>
        <p:sp>
          <p:nvSpPr>
            <p:cNvPr id="10" name="object 10"/>
            <p:cNvSpPr/>
            <p:nvPr/>
          </p:nvSpPr>
          <p:spPr>
            <a:xfrm>
              <a:off x="5409819" y="1005459"/>
              <a:ext cx="45720" cy="196215"/>
            </a:xfrm>
            <a:custGeom>
              <a:avLst/>
              <a:gdLst/>
              <a:ahLst/>
              <a:cxnLst/>
              <a:rect l="l" t="t" r="r" b="b"/>
              <a:pathLst>
                <a:path w="45720" h="196215">
                  <a:moveTo>
                    <a:pt x="23516" y="190920"/>
                  </a:moveTo>
                  <a:lnTo>
                    <a:pt x="28575" y="195706"/>
                  </a:lnTo>
                  <a:lnTo>
                    <a:pt x="35559" y="195833"/>
                  </a:lnTo>
                  <a:lnTo>
                    <a:pt x="35702" y="195706"/>
                  </a:lnTo>
                  <a:lnTo>
                    <a:pt x="29463" y="195706"/>
                  </a:lnTo>
                  <a:lnTo>
                    <a:pt x="24972" y="192231"/>
                  </a:lnTo>
                  <a:lnTo>
                    <a:pt x="24637" y="191896"/>
                  </a:lnTo>
                  <a:lnTo>
                    <a:pt x="23516" y="190920"/>
                  </a:lnTo>
                  <a:close/>
                </a:path>
                <a:path w="45720" h="196215">
                  <a:moveTo>
                    <a:pt x="23113" y="175538"/>
                  </a:moveTo>
                  <a:lnTo>
                    <a:pt x="19303" y="180086"/>
                  </a:lnTo>
                  <a:lnTo>
                    <a:pt x="19593" y="185491"/>
                  </a:lnTo>
                  <a:lnTo>
                    <a:pt x="19938" y="186181"/>
                  </a:lnTo>
                  <a:lnTo>
                    <a:pt x="21119" y="188010"/>
                  </a:lnTo>
                  <a:lnTo>
                    <a:pt x="22624" y="190053"/>
                  </a:lnTo>
                  <a:lnTo>
                    <a:pt x="23621" y="191007"/>
                  </a:lnTo>
                  <a:lnTo>
                    <a:pt x="24637" y="191896"/>
                  </a:lnTo>
                  <a:lnTo>
                    <a:pt x="25018" y="192277"/>
                  </a:lnTo>
                  <a:lnTo>
                    <a:pt x="29463" y="195706"/>
                  </a:lnTo>
                  <a:lnTo>
                    <a:pt x="35686" y="195579"/>
                  </a:lnTo>
                  <a:lnTo>
                    <a:pt x="40131" y="191769"/>
                  </a:lnTo>
                  <a:lnTo>
                    <a:pt x="44233" y="188010"/>
                  </a:lnTo>
                  <a:lnTo>
                    <a:pt x="45087" y="183360"/>
                  </a:lnTo>
                  <a:lnTo>
                    <a:pt x="45229" y="181801"/>
                  </a:lnTo>
                  <a:lnTo>
                    <a:pt x="43647" y="179069"/>
                  </a:lnTo>
                  <a:lnTo>
                    <a:pt x="23113" y="179069"/>
                  </a:lnTo>
                  <a:lnTo>
                    <a:pt x="23113" y="175538"/>
                  </a:lnTo>
                  <a:close/>
                </a:path>
                <a:path w="45720" h="196215">
                  <a:moveTo>
                    <a:pt x="39612" y="192231"/>
                  </a:moveTo>
                  <a:lnTo>
                    <a:pt x="35686" y="195579"/>
                  </a:lnTo>
                  <a:lnTo>
                    <a:pt x="29463" y="195706"/>
                  </a:lnTo>
                  <a:lnTo>
                    <a:pt x="35702" y="195706"/>
                  </a:lnTo>
                  <a:lnTo>
                    <a:pt x="39612" y="192231"/>
                  </a:lnTo>
                  <a:close/>
                </a:path>
                <a:path w="45720" h="196215">
                  <a:moveTo>
                    <a:pt x="44233" y="188010"/>
                  </a:moveTo>
                  <a:lnTo>
                    <a:pt x="39612" y="192231"/>
                  </a:lnTo>
                  <a:lnTo>
                    <a:pt x="44195" y="188213"/>
                  </a:lnTo>
                  <a:lnTo>
                    <a:pt x="44233" y="188010"/>
                  </a:lnTo>
                  <a:close/>
                </a:path>
                <a:path w="45720" h="196215">
                  <a:moveTo>
                    <a:pt x="22624" y="190053"/>
                  </a:moveTo>
                  <a:lnTo>
                    <a:pt x="22859" y="190373"/>
                  </a:lnTo>
                  <a:lnTo>
                    <a:pt x="23516" y="190920"/>
                  </a:lnTo>
                  <a:lnTo>
                    <a:pt x="22624" y="190053"/>
                  </a:lnTo>
                  <a:close/>
                </a:path>
                <a:path w="45720" h="196215">
                  <a:moveTo>
                    <a:pt x="19593" y="185491"/>
                  </a:moveTo>
                  <a:lnTo>
                    <a:pt x="19684" y="187198"/>
                  </a:lnTo>
                  <a:lnTo>
                    <a:pt x="22624" y="190053"/>
                  </a:lnTo>
                  <a:lnTo>
                    <a:pt x="21081" y="187960"/>
                  </a:lnTo>
                  <a:lnTo>
                    <a:pt x="19938" y="186181"/>
                  </a:lnTo>
                  <a:lnTo>
                    <a:pt x="19593" y="185491"/>
                  </a:lnTo>
                  <a:close/>
                </a:path>
                <a:path w="45720" h="196215">
                  <a:moveTo>
                    <a:pt x="45087" y="183360"/>
                  </a:moveTo>
                  <a:lnTo>
                    <a:pt x="44233" y="188010"/>
                  </a:lnTo>
                  <a:lnTo>
                    <a:pt x="44703" y="187578"/>
                  </a:lnTo>
                  <a:lnTo>
                    <a:pt x="45087" y="183360"/>
                  </a:lnTo>
                  <a:close/>
                </a:path>
                <a:path w="45720" h="196215">
                  <a:moveTo>
                    <a:pt x="37883" y="164591"/>
                  </a:moveTo>
                  <a:lnTo>
                    <a:pt x="14096" y="164591"/>
                  </a:lnTo>
                  <a:lnTo>
                    <a:pt x="14731" y="170687"/>
                  </a:lnTo>
                  <a:lnTo>
                    <a:pt x="19593" y="185491"/>
                  </a:lnTo>
                  <a:lnTo>
                    <a:pt x="19303" y="180086"/>
                  </a:lnTo>
                  <a:lnTo>
                    <a:pt x="23059" y="175603"/>
                  </a:lnTo>
                  <a:lnTo>
                    <a:pt x="23113" y="171703"/>
                  </a:lnTo>
                  <a:lnTo>
                    <a:pt x="27431" y="167386"/>
                  </a:lnTo>
                  <a:lnTo>
                    <a:pt x="38174" y="167386"/>
                  </a:lnTo>
                  <a:lnTo>
                    <a:pt x="37883" y="164591"/>
                  </a:lnTo>
                  <a:close/>
                </a:path>
                <a:path w="45720" h="196215">
                  <a:moveTo>
                    <a:pt x="42286" y="176727"/>
                  </a:moveTo>
                  <a:lnTo>
                    <a:pt x="45229" y="181801"/>
                  </a:lnTo>
                  <a:lnTo>
                    <a:pt x="45338" y="180593"/>
                  </a:lnTo>
                  <a:lnTo>
                    <a:pt x="42286" y="176727"/>
                  </a:lnTo>
                  <a:close/>
                </a:path>
                <a:path w="45720" h="196215">
                  <a:moveTo>
                    <a:pt x="25400" y="172974"/>
                  </a:moveTo>
                  <a:lnTo>
                    <a:pt x="23240" y="175387"/>
                  </a:lnTo>
                  <a:lnTo>
                    <a:pt x="23113" y="179069"/>
                  </a:lnTo>
                  <a:lnTo>
                    <a:pt x="25400" y="172974"/>
                  </a:lnTo>
                  <a:close/>
                </a:path>
                <a:path w="45720" h="196215">
                  <a:moveTo>
                    <a:pt x="39725" y="172974"/>
                  </a:moveTo>
                  <a:lnTo>
                    <a:pt x="25400" y="172974"/>
                  </a:lnTo>
                  <a:lnTo>
                    <a:pt x="23113" y="179069"/>
                  </a:lnTo>
                  <a:lnTo>
                    <a:pt x="42163" y="179069"/>
                  </a:lnTo>
                  <a:lnTo>
                    <a:pt x="41254" y="175705"/>
                  </a:lnTo>
                  <a:lnTo>
                    <a:pt x="39623" y="173608"/>
                  </a:lnTo>
                  <a:lnTo>
                    <a:pt x="39979" y="173608"/>
                  </a:lnTo>
                  <a:lnTo>
                    <a:pt x="39725" y="172974"/>
                  </a:lnTo>
                  <a:close/>
                </a:path>
                <a:path w="45720" h="196215">
                  <a:moveTo>
                    <a:pt x="41127" y="175236"/>
                  </a:moveTo>
                  <a:lnTo>
                    <a:pt x="41288" y="175705"/>
                  </a:lnTo>
                  <a:lnTo>
                    <a:pt x="41401" y="175894"/>
                  </a:lnTo>
                  <a:lnTo>
                    <a:pt x="42163" y="179069"/>
                  </a:lnTo>
                  <a:lnTo>
                    <a:pt x="42122" y="176520"/>
                  </a:lnTo>
                  <a:lnTo>
                    <a:pt x="41127" y="175236"/>
                  </a:lnTo>
                  <a:close/>
                </a:path>
                <a:path w="45720" h="196215">
                  <a:moveTo>
                    <a:pt x="42163" y="176572"/>
                  </a:moveTo>
                  <a:lnTo>
                    <a:pt x="42163" y="179069"/>
                  </a:lnTo>
                  <a:lnTo>
                    <a:pt x="43647" y="179069"/>
                  </a:lnTo>
                  <a:lnTo>
                    <a:pt x="42286" y="176727"/>
                  </a:lnTo>
                  <a:lnTo>
                    <a:pt x="42163" y="176572"/>
                  </a:lnTo>
                  <a:close/>
                </a:path>
                <a:path w="45720" h="196215">
                  <a:moveTo>
                    <a:pt x="40893" y="174370"/>
                  </a:moveTo>
                  <a:lnTo>
                    <a:pt x="41127" y="175236"/>
                  </a:lnTo>
                  <a:lnTo>
                    <a:pt x="42163" y="176572"/>
                  </a:lnTo>
                  <a:lnTo>
                    <a:pt x="40893" y="174370"/>
                  </a:lnTo>
                  <a:close/>
                </a:path>
                <a:path w="45720" h="196215">
                  <a:moveTo>
                    <a:pt x="42163" y="174370"/>
                  </a:moveTo>
                  <a:lnTo>
                    <a:pt x="40893" y="174370"/>
                  </a:lnTo>
                  <a:lnTo>
                    <a:pt x="42163" y="176520"/>
                  </a:lnTo>
                  <a:lnTo>
                    <a:pt x="42163" y="174370"/>
                  </a:lnTo>
                  <a:close/>
                </a:path>
                <a:path w="45720" h="196215">
                  <a:moveTo>
                    <a:pt x="41254" y="175705"/>
                  </a:moveTo>
                  <a:lnTo>
                    <a:pt x="41305" y="175894"/>
                  </a:lnTo>
                  <a:lnTo>
                    <a:pt x="41254" y="175705"/>
                  </a:lnTo>
                  <a:close/>
                </a:path>
                <a:path w="45720" h="196215">
                  <a:moveTo>
                    <a:pt x="41227" y="175603"/>
                  </a:moveTo>
                  <a:lnTo>
                    <a:pt x="41303" y="175767"/>
                  </a:lnTo>
                  <a:lnTo>
                    <a:pt x="41227" y="175603"/>
                  </a:lnTo>
                  <a:close/>
                </a:path>
                <a:path w="45720" h="196215">
                  <a:moveTo>
                    <a:pt x="39623" y="173608"/>
                  </a:moveTo>
                  <a:lnTo>
                    <a:pt x="41254" y="175705"/>
                  </a:lnTo>
                  <a:lnTo>
                    <a:pt x="41188" y="175538"/>
                  </a:lnTo>
                  <a:lnTo>
                    <a:pt x="40792" y="174878"/>
                  </a:lnTo>
                  <a:lnTo>
                    <a:pt x="40658" y="174688"/>
                  </a:lnTo>
                  <a:lnTo>
                    <a:pt x="40385" y="174370"/>
                  </a:lnTo>
                  <a:lnTo>
                    <a:pt x="39623" y="173608"/>
                  </a:lnTo>
                  <a:close/>
                </a:path>
                <a:path w="45720" h="196215">
                  <a:moveTo>
                    <a:pt x="40724" y="174766"/>
                  </a:moveTo>
                  <a:lnTo>
                    <a:pt x="41227" y="175603"/>
                  </a:lnTo>
                  <a:lnTo>
                    <a:pt x="41127" y="175236"/>
                  </a:lnTo>
                  <a:lnTo>
                    <a:pt x="40724" y="174766"/>
                  </a:lnTo>
                  <a:close/>
                </a:path>
                <a:path w="45720" h="196215">
                  <a:moveTo>
                    <a:pt x="37845" y="167386"/>
                  </a:moveTo>
                  <a:lnTo>
                    <a:pt x="27431" y="167386"/>
                  </a:lnTo>
                  <a:lnTo>
                    <a:pt x="23113" y="171703"/>
                  </a:lnTo>
                  <a:lnTo>
                    <a:pt x="23113" y="175538"/>
                  </a:lnTo>
                  <a:lnTo>
                    <a:pt x="25400" y="172974"/>
                  </a:lnTo>
                  <a:lnTo>
                    <a:pt x="39725" y="172974"/>
                  </a:lnTo>
                  <a:lnTo>
                    <a:pt x="39695" y="172719"/>
                  </a:lnTo>
                  <a:lnTo>
                    <a:pt x="39215" y="171323"/>
                  </a:lnTo>
                  <a:lnTo>
                    <a:pt x="38903" y="170545"/>
                  </a:lnTo>
                  <a:lnTo>
                    <a:pt x="38813" y="169925"/>
                  </a:lnTo>
                  <a:lnTo>
                    <a:pt x="38380" y="167920"/>
                  </a:lnTo>
                  <a:lnTo>
                    <a:pt x="38226" y="167893"/>
                  </a:lnTo>
                  <a:lnTo>
                    <a:pt x="38212" y="167752"/>
                  </a:lnTo>
                  <a:lnTo>
                    <a:pt x="37845" y="167386"/>
                  </a:lnTo>
                  <a:close/>
                </a:path>
                <a:path w="45720" h="196215">
                  <a:moveTo>
                    <a:pt x="38380" y="167920"/>
                  </a:moveTo>
                  <a:lnTo>
                    <a:pt x="38947" y="170545"/>
                  </a:lnTo>
                  <a:lnTo>
                    <a:pt x="39827" y="173104"/>
                  </a:lnTo>
                  <a:lnTo>
                    <a:pt x="40724" y="174766"/>
                  </a:lnTo>
                  <a:lnTo>
                    <a:pt x="41127" y="175236"/>
                  </a:lnTo>
                  <a:lnTo>
                    <a:pt x="40893" y="174370"/>
                  </a:lnTo>
                  <a:lnTo>
                    <a:pt x="42163" y="174370"/>
                  </a:lnTo>
                  <a:lnTo>
                    <a:pt x="42163" y="171703"/>
                  </a:lnTo>
                  <a:lnTo>
                    <a:pt x="38380" y="167920"/>
                  </a:lnTo>
                  <a:close/>
                </a:path>
                <a:path w="45720" h="196215">
                  <a:moveTo>
                    <a:pt x="40679" y="174712"/>
                  </a:moveTo>
                  <a:lnTo>
                    <a:pt x="40766" y="174878"/>
                  </a:lnTo>
                  <a:lnTo>
                    <a:pt x="40679" y="174712"/>
                  </a:lnTo>
                  <a:close/>
                </a:path>
                <a:path w="45720" h="196215">
                  <a:moveTo>
                    <a:pt x="40258" y="173989"/>
                  </a:moveTo>
                  <a:lnTo>
                    <a:pt x="40004" y="173989"/>
                  </a:lnTo>
                  <a:lnTo>
                    <a:pt x="40385" y="174370"/>
                  </a:lnTo>
                  <a:lnTo>
                    <a:pt x="40658" y="174688"/>
                  </a:lnTo>
                  <a:lnTo>
                    <a:pt x="40258" y="173989"/>
                  </a:lnTo>
                  <a:close/>
                </a:path>
                <a:path w="45720" h="196215">
                  <a:moveTo>
                    <a:pt x="39827" y="173104"/>
                  </a:moveTo>
                  <a:lnTo>
                    <a:pt x="40131" y="173989"/>
                  </a:lnTo>
                  <a:lnTo>
                    <a:pt x="40576" y="174519"/>
                  </a:lnTo>
                  <a:lnTo>
                    <a:pt x="39827" y="173104"/>
                  </a:lnTo>
                  <a:close/>
                </a:path>
                <a:path w="45720" h="196215">
                  <a:moveTo>
                    <a:pt x="39979" y="173608"/>
                  </a:moveTo>
                  <a:lnTo>
                    <a:pt x="39623" y="173608"/>
                  </a:lnTo>
                  <a:lnTo>
                    <a:pt x="40004" y="173989"/>
                  </a:lnTo>
                  <a:lnTo>
                    <a:pt x="39979" y="173608"/>
                  </a:lnTo>
                  <a:close/>
                </a:path>
                <a:path w="45720" h="196215">
                  <a:moveTo>
                    <a:pt x="39623" y="172719"/>
                  </a:moveTo>
                  <a:lnTo>
                    <a:pt x="40131" y="173989"/>
                  </a:lnTo>
                  <a:lnTo>
                    <a:pt x="39827" y="173104"/>
                  </a:lnTo>
                  <a:lnTo>
                    <a:pt x="39623" y="172719"/>
                  </a:lnTo>
                  <a:close/>
                </a:path>
                <a:path w="45720" h="196215">
                  <a:moveTo>
                    <a:pt x="39695" y="172719"/>
                  </a:moveTo>
                  <a:lnTo>
                    <a:pt x="39827" y="173104"/>
                  </a:lnTo>
                  <a:lnTo>
                    <a:pt x="39695" y="172719"/>
                  </a:lnTo>
                  <a:close/>
                </a:path>
                <a:path w="45720" h="196215">
                  <a:moveTo>
                    <a:pt x="38734" y="169925"/>
                  </a:moveTo>
                  <a:lnTo>
                    <a:pt x="39115" y="171323"/>
                  </a:lnTo>
                  <a:lnTo>
                    <a:pt x="38947" y="170545"/>
                  </a:lnTo>
                  <a:lnTo>
                    <a:pt x="38734" y="169925"/>
                  </a:lnTo>
                  <a:close/>
                </a:path>
                <a:path w="45720" h="196215">
                  <a:moveTo>
                    <a:pt x="38947" y="170545"/>
                  </a:moveTo>
                  <a:lnTo>
                    <a:pt x="39115" y="171323"/>
                  </a:lnTo>
                  <a:lnTo>
                    <a:pt x="38947" y="170545"/>
                  </a:lnTo>
                  <a:close/>
                </a:path>
                <a:path w="45720" h="196215">
                  <a:moveTo>
                    <a:pt x="38813" y="169925"/>
                  </a:moveTo>
                  <a:lnTo>
                    <a:pt x="38947" y="170545"/>
                  </a:lnTo>
                  <a:lnTo>
                    <a:pt x="38813" y="169925"/>
                  </a:lnTo>
                  <a:close/>
                </a:path>
                <a:path w="45720" h="196215">
                  <a:moveTo>
                    <a:pt x="38100" y="166624"/>
                  </a:moveTo>
                  <a:lnTo>
                    <a:pt x="38212" y="167752"/>
                  </a:lnTo>
                  <a:lnTo>
                    <a:pt x="38380" y="167920"/>
                  </a:lnTo>
                  <a:lnTo>
                    <a:pt x="38100" y="166624"/>
                  </a:lnTo>
                  <a:close/>
                </a:path>
                <a:path w="45720" h="196215">
                  <a:moveTo>
                    <a:pt x="38212" y="167752"/>
                  </a:moveTo>
                  <a:lnTo>
                    <a:pt x="38226" y="167893"/>
                  </a:lnTo>
                  <a:lnTo>
                    <a:pt x="38212" y="167752"/>
                  </a:lnTo>
                  <a:close/>
                </a:path>
                <a:path w="45720" h="196215">
                  <a:moveTo>
                    <a:pt x="38174" y="167386"/>
                  </a:moveTo>
                  <a:lnTo>
                    <a:pt x="37845" y="167386"/>
                  </a:lnTo>
                  <a:lnTo>
                    <a:pt x="38212" y="167752"/>
                  </a:lnTo>
                  <a:lnTo>
                    <a:pt x="38174" y="167386"/>
                  </a:lnTo>
                  <a:close/>
                </a:path>
                <a:path w="45720" h="196215">
                  <a:moveTo>
                    <a:pt x="26409" y="105410"/>
                  </a:moveTo>
                  <a:lnTo>
                    <a:pt x="5079" y="105410"/>
                  </a:lnTo>
                  <a:lnTo>
                    <a:pt x="6857" y="114680"/>
                  </a:lnTo>
                  <a:lnTo>
                    <a:pt x="6857" y="114935"/>
                  </a:lnTo>
                  <a:lnTo>
                    <a:pt x="9016" y="124967"/>
                  </a:lnTo>
                  <a:lnTo>
                    <a:pt x="8875" y="124967"/>
                  </a:lnTo>
                  <a:lnTo>
                    <a:pt x="10159" y="138049"/>
                  </a:lnTo>
                  <a:lnTo>
                    <a:pt x="10159" y="138683"/>
                  </a:lnTo>
                  <a:lnTo>
                    <a:pt x="11556" y="148081"/>
                  </a:lnTo>
                  <a:lnTo>
                    <a:pt x="13461" y="159257"/>
                  </a:lnTo>
                  <a:lnTo>
                    <a:pt x="14096" y="164718"/>
                  </a:lnTo>
                  <a:lnTo>
                    <a:pt x="37883" y="164591"/>
                  </a:lnTo>
                  <a:lnTo>
                    <a:pt x="37591" y="161798"/>
                  </a:lnTo>
                  <a:lnTo>
                    <a:pt x="37591" y="161670"/>
                  </a:lnTo>
                  <a:lnTo>
                    <a:pt x="36829" y="155955"/>
                  </a:lnTo>
                  <a:lnTo>
                    <a:pt x="36702" y="155575"/>
                  </a:lnTo>
                  <a:lnTo>
                    <a:pt x="34925" y="144399"/>
                  </a:lnTo>
                  <a:lnTo>
                    <a:pt x="33527" y="135127"/>
                  </a:lnTo>
                  <a:lnTo>
                    <a:pt x="33273" y="133857"/>
                  </a:lnTo>
                  <a:lnTo>
                    <a:pt x="30804" y="124967"/>
                  </a:lnTo>
                  <a:lnTo>
                    <a:pt x="9016" y="124967"/>
                  </a:lnTo>
                  <a:lnTo>
                    <a:pt x="8762" y="123825"/>
                  </a:lnTo>
                  <a:lnTo>
                    <a:pt x="30487" y="123825"/>
                  </a:lnTo>
                  <a:lnTo>
                    <a:pt x="29569" y="120523"/>
                  </a:lnTo>
                  <a:lnTo>
                    <a:pt x="29509" y="120141"/>
                  </a:lnTo>
                  <a:lnTo>
                    <a:pt x="27486" y="110743"/>
                  </a:lnTo>
                  <a:lnTo>
                    <a:pt x="26409" y="105410"/>
                  </a:lnTo>
                  <a:close/>
                </a:path>
                <a:path w="45720" h="196215">
                  <a:moveTo>
                    <a:pt x="13334" y="158876"/>
                  </a:moveTo>
                  <a:lnTo>
                    <a:pt x="13384" y="159257"/>
                  </a:lnTo>
                  <a:lnTo>
                    <a:pt x="13334" y="158876"/>
                  </a:lnTo>
                  <a:close/>
                </a:path>
                <a:path w="45720" h="196215">
                  <a:moveTo>
                    <a:pt x="29509" y="120141"/>
                  </a:moveTo>
                  <a:lnTo>
                    <a:pt x="29590" y="120523"/>
                  </a:lnTo>
                  <a:lnTo>
                    <a:pt x="29509" y="120141"/>
                  </a:lnTo>
                  <a:close/>
                </a:path>
                <a:path w="45720" h="196215">
                  <a:moveTo>
                    <a:pt x="27431" y="110489"/>
                  </a:moveTo>
                  <a:lnTo>
                    <a:pt x="27431" y="110743"/>
                  </a:lnTo>
                  <a:lnTo>
                    <a:pt x="27431" y="110489"/>
                  </a:lnTo>
                  <a:close/>
                </a:path>
                <a:path w="45720" h="196215">
                  <a:moveTo>
                    <a:pt x="23399" y="89915"/>
                  </a:moveTo>
                  <a:lnTo>
                    <a:pt x="3175" y="89915"/>
                  </a:lnTo>
                  <a:lnTo>
                    <a:pt x="3555" y="97154"/>
                  </a:lnTo>
                  <a:lnTo>
                    <a:pt x="3809" y="98678"/>
                  </a:lnTo>
                  <a:lnTo>
                    <a:pt x="5079" y="105537"/>
                  </a:lnTo>
                  <a:lnTo>
                    <a:pt x="26409" y="105410"/>
                  </a:lnTo>
                  <a:lnTo>
                    <a:pt x="25653" y="101473"/>
                  </a:lnTo>
                  <a:lnTo>
                    <a:pt x="25526" y="101218"/>
                  </a:lnTo>
                  <a:lnTo>
                    <a:pt x="24172" y="95123"/>
                  </a:lnTo>
                  <a:lnTo>
                    <a:pt x="23399" y="89915"/>
                  </a:lnTo>
                  <a:close/>
                </a:path>
                <a:path w="45720" h="196215">
                  <a:moveTo>
                    <a:pt x="24057" y="94605"/>
                  </a:moveTo>
                  <a:lnTo>
                    <a:pt x="24129" y="95123"/>
                  </a:lnTo>
                  <a:lnTo>
                    <a:pt x="24057" y="94605"/>
                  </a:lnTo>
                  <a:close/>
                </a:path>
                <a:path w="45720" h="196215">
                  <a:moveTo>
                    <a:pt x="24023" y="94361"/>
                  </a:moveTo>
                  <a:lnTo>
                    <a:pt x="24057" y="94605"/>
                  </a:lnTo>
                  <a:lnTo>
                    <a:pt x="24023" y="94361"/>
                  </a:lnTo>
                  <a:close/>
                </a:path>
                <a:path w="45720" h="196215">
                  <a:moveTo>
                    <a:pt x="21404" y="74929"/>
                  </a:moveTo>
                  <a:lnTo>
                    <a:pt x="2285" y="74929"/>
                  </a:lnTo>
                  <a:lnTo>
                    <a:pt x="2412" y="82423"/>
                  </a:lnTo>
                  <a:lnTo>
                    <a:pt x="2539" y="83185"/>
                  </a:lnTo>
                  <a:lnTo>
                    <a:pt x="3175" y="90296"/>
                  </a:lnTo>
                  <a:lnTo>
                    <a:pt x="3175" y="89915"/>
                  </a:lnTo>
                  <a:lnTo>
                    <a:pt x="23399" y="89915"/>
                  </a:lnTo>
                  <a:lnTo>
                    <a:pt x="23185" y="88391"/>
                  </a:lnTo>
                  <a:lnTo>
                    <a:pt x="23187" y="87883"/>
                  </a:lnTo>
                  <a:lnTo>
                    <a:pt x="22478" y="81152"/>
                  </a:lnTo>
                  <a:lnTo>
                    <a:pt x="22351" y="80517"/>
                  </a:lnTo>
                  <a:lnTo>
                    <a:pt x="21404" y="74929"/>
                  </a:lnTo>
                  <a:close/>
                </a:path>
                <a:path w="45720" h="196215">
                  <a:moveTo>
                    <a:pt x="23187" y="87883"/>
                  </a:moveTo>
                  <a:lnTo>
                    <a:pt x="23240" y="88391"/>
                  </a:lnTo>
                  <a:lnTo>
                    <a:pt x="23187" y="87883"/>
                  </a:lnTo>
                  <a:close/>
                </a:path>
                <a:path w="45720" h="196215">
                  <a:moveTo>
                    <a:pt x="5714" y="0"/>
                  </a:moveTo>
                  <a:lnTo>
                    <a:pt x="634" y="4952"/>
                  </a:lnTo>
                  <a:lnTo>
                    <a:pt x="503" y="11302"/>
                  </a:lnTo>
                  <a:lnTo>
                    <a:pt x="0" y="41275"/>
                  </a:lnTo>
                  <a:lnTo>
                    <a:pt x="16" y="42544"/>
                  </a:lnTo>
                  <a:lnTo>
                    <a:pt x="1551" y="66166"/>
                  </a:lnTo>
                  <a:lnTo>
                    <a:pt x="1650" y="67944"/>
                  </a:lnTo>
                  <a:lnTo>
                    <a:pt x="2285" y="75437"/>
                  </a:lnTo>
                  <a:lnTo>
                    <a:pt x="2285" y="74929"/>
                  </a:lnTo>
                  <a:lnTo>
                    <a:pt x="21404" y="74929"/>
                  </a:lnTo>
                  <a:lnTo>
                    <a:pt x="21189" y="73660"/>
                  </a:lnTo>
                  <a:lnTo>
                    <a:pt x="21144" y="73025"/>
                  </a:lnTo>
                  <a:lnTo>
                    <a:pt x="20627" y="67944"/>
                  </a:lnTo>
                  <a:lnTo>
                    <a:pt x="20446" y="67944"/>
                  </a:lnTo>
                  <a:lnTo>
                    <a:pt x="20446" y="66166"/>
                  </a:lnTo>
                  <a:lnTo>
                    <a:pt x="20607" y="66166"/>
                  </a:lnTo>
                  <a:lnTo>
                    <a:pt x="22732" y="42544"/>
                  </a:lnTo>
                  <a:lnTo>
                    <a:pt x="22986" y="11302"/>
                  </a:lnTo>
                  <a:lnTo>
                    <a:pt x="22986" y="5206"/>
                  </a:lnTo>
                  <a:lnTo>
                    <a:pt x="18033" y="126"/>
                  </a:lnTo>
                  <a:lnTo>
                    <a:pt x="11937" y="126"/>
                  </a:lnTo>
                  <a:lnTo>
                    <a:pt x="5714" y="0"/>
                  </a:lnTo>
                  <a:close/>
                </a:path>
                <a:path w="45720" h="196215">
                  <a:moveTo>
                    <a:pt x="21144" y="73025"/>
                  </a:moveTo>
                  <a:lnTo>
                    <a:pt x="21208" y="73660"/>
                  </a:lnTo>
                  <a:lnTo>
                    <a:pt x="21144" y="73025"/>
                  </a:lnTo>
                  <a:close/>
                </a:path>
                <a:path w="45720" h="196215">
                  <a:moveTo>
                    <a:pt x="20531" y="67001"/>
                  </a:moveTo>
                  <a:lnTo>
                    <a:pt x="20446" y="67944"/>
                  </a:lnTo>
                  <a:lnTo>
                    <a:pt x="20627" y="67944"/>
                  </a:lnTo>
                  <a:lnTo>
                    <a:pt x="20531" y="67001"/>
                  </a:lnTo>
                  <a:close/>
                </a:path>
                <a:path w="45720" h="196215">
                  <a:moveTo>
                    <a:pt x="20607" y="66166"/>
                  </a:moveTo>
                  <a:lnTo>
                    <a:pt x="20446" y="66166"/>
                  </a:lnTo>
                  <a:lnTo>
                    <a:pt x="20531" y="67001"/>
                  </a:lnTo>
                  <a:lnTo>
                    <a:pt x="20607" y="66166"/>
                  </a:lnTo>
                  <a:close/>
                </a:path>
              </a:pathLst>
            </a:custGeom>
            <a:solidFill>
              <a:srgbClr val="0096FF"/>
            </a:solidFill>
          </p:spPr>
          <p:txBody>
            <a:bodyPr wrap="square" lIns="0" tIns="0" rIns="0" bIns="0" rtlCol="0"/>
            <a:lstStyle/>
            <a:p>
              <a:endParaRPr sz="2400"/>
            </a:p>
          </p:txBody>
        </p:sp>
        <p:pic>
          <p:nvPicPr>
            <p:cNvPr id="11" name="object 11"/>
            <p:cNvPicPr/>
            <p:nvPr/>
          </p:nvPicPr>
          <p:blipFill>
            <a:blip r:embed="rId7" cstate="print"/>
            <a:stretch>
              <a:fillRect/>
            </a:stretch>
          </p:blipFill>
          <p:spPr>
            <a:xfrm>
              <a:off x="6615683" y="2009140"/>
              <a:ext cx="413131" cy="173989"/>
            </a:xfrm>
            <a:prstGeom prst="rect">
              <a:avLst/>
            </a:prstGeom>
          </p:spPr>
        </p:pic>
        <p:sp>
          <p:nvSpPr>
            <p:cNvPr id="13" name="object 13"/>
            <p:cNvSpPr/>
            <p:nvPr/>
          </p:nvSpPr>
          <p:spPr>
            <a:xfrm>
              <a:off x="3262375" y="138175"/>
              <a:ext cx="466725" cy="180975"/>
            </a:xfrm>
            <a:custGeom>
              <a:avLst/>
              <a:gdLst/>
              <a:ahLst/>
              <a:cxnLst/>
              <a:rect l="l" t="t" r="r" b="b"/>
              <a:pathLst>
                <a:path w="466725" h="180975">
                  <a:moveTo>
                    <a:pt x="0" y="180975"/>
                  </a:moveTo>
                  <a:lnTo>
                    <a:pt x="466725" y="180975"/>
                  </a:lnTo>
                  <a:lnTo>
                    <a:pt x="466725" y="0"/>
                  </a:lnTo>
                  <a:lnTo>
                    <a:pt x="0" y="0"/>
                  </a:lnTo>
                  <a:lnTo>
                    <a:pt x="0" y="180975"/>
                  </a:lnTo>
                  <a:close/>
                </a:path>
              </a:pathLst>
            </a:custGeom>
            <a:ln w="25400">
              <a:solidFill>
                <a:srgbClr val="FFFFFF"/>
              </a:solidFill>
            </a:ln>
          </p:spPr>
          <p:txBody>
            <a:bodyPr wrap="square" lIns="0" tIns="0" rIns="0" bIns="0" rtlCol="0"/>
            <a:lstStyle/>
            <a:p>
              <a:endParaRPr sz="2400"/>
            </a:p>
          </p:txBody>
        </p:sp>
        <p:sp>
          <p:nvSpPr>
            <p:cNvPr id="14" name="object 14"/>
            <p:cNvSpPr/>
            <p:nvPr/>
          </p:nvSpPr>
          <p:spPr>
            <a:xfrm>
              <a:off x="6062725" y="4825"/>
              <a:ext cx="457200" cy="171450"/>
            </a:xfrm>
            <a:custGeom>
              <a:avLst/>
              <a:gdLst/>
              <a:ahLst/>
              <a:cxnLst/>
              <a:rect l="l" t="t" r="r" b="b"/>
              <a:pathLst>
                <a:path w="457200" h="171450">
                  <a:moveTo>
                    <a:pt x="457200" y="0"/>
                  </a:moveTo>
                  <a:lnTo>
                    <a:pt x="0" y="0"/>
                  </a:lnTo>
                  <a:lnTo>
                    <a:pt x="0" y="171450"/>
                  </a:lnTo>
                  <a:lnTo>
                    <a:pt x="457200" y="171450"/>
                  </a:lnTo>
                  <a:lnTo>
                    <a:pt x="457200" y="0"/>
                  </a:lnTo>
                  <a:close/>
                </a:path>
              </a:pathLst>
            </a:custGeom>
            <a:solidFill>
              <a:srgbClr val="FFFFFF"/>
            </a:solidFill>
          </p:spPr>
          <p:txBody>
            <a:bodyPr wrap="square" lIns="0" tIns="0" rIns="0" bIns="0" rtlCol="0"/>
            <a:lstStyle/>
            <a:p>
              <a:endParaRPr sz="2400"/>
            </a:p>
          </p:txBody>
        </p:sp>
        <p:sp>
          <p:nvSpPr>
            <p:cNvPr id="15" name="object 15"/>
            <p:cNvSpPr/>
            <p:nvPr/>
          </p:nvSpPr>
          <p:spPr>
            <a:xfrm>
              <a:off x="6062725" y="4825"/>
              <a:ext cx="457200" cy="171450"/>
            </a:xfrm>
            <a:custGeom>
              <a:avLst/>
              <a:gdLst/>
              <a:ahLst/>
              <a:cxnLst/>
              <a:rect l="l" t="t" r="r" b="b"/>
              <a:pathLst>
                <a:path w="457200" h="171450">
                  <a:moveTo>
                    <a:pt x="0" y="171450"/>
                  </a:moveTo>
                  <a:lnTo>
                    <a:pt x="457200" y="171450"/>
                  </a:lnTo>
                  <a:lnTo>
                    <a:pt x="457200" y="0"/>
                  </a:lnTo>
                  <a:lnTo>
                    <a:pt x="0" y="0"/>
                  </a:lnTo>
                  <a:lnTo>
                    <a:pt x="0" y="171450"/>
                  </a:lnTo>
                  <a:close/>
                </a:path>
              </a:pathLst>
            </a:custGeom>
            <a:ln w="25400">
              <a:solidFill>
                <a:srgbClr val="FFFFFF"/>
              </a:solidFill>
            </a:ln>
          </p:spPr>
          <p:txBody>
            <a:bodyPr wrap="square" lIns="0" tIns="0" rIns="0" bIns="0" rtlCol="0"/>
            <a:lstStyle/>
            <a:p>
              <a:endParaRPr sz="2400"/>
            </a:p>
          </p:txBody>
        </p:sp>
        <p:sp>
          <p:nvSpPr>
            <p:cNvPr id="16" name="object 16"/>
            <p:cNvSpPr/>
            <p:nvPr/>
          </p:nvSpPr>
          <p:spPr>
            <a:xfrm>
              <a:off x="4605400" y="2414650"/>
              <a:ext cx="466725" cy="171450"/>
            </a:xfrm>
            <a:custGeom>
              <a:avLst/>
              <a:gdLst/>
              <a:ahLst/>
              <a:cxnLst/>
              <a:rect l="l" t="t" r="r" b="b"/>
              <a:pathLst>
                <a:path w="466725" h="171450">
                  <a:moveTo>
                    <a:pt x="466725" y="0"/>
                  </a:moveTo>
                  <a:lnTo>
                    <a:pt x="0" y="0"/>
                  </a:lnTo>
                  <a:lnTo>
                    <a:pt x="0" y="171450"/>
                  </a:lnTo>
                  <a:lnTo>
                    <a:pt x="466725" y="171450"/>
                  </a:lnTo>
                  <a:lnTo>
                    <a:pt x="466725" y="0"/>
                  </a:lnTo>
                  <a:close/>
                </a:path>
              </a:pathLst>
            </a:custGeom>
            <a:solidFill>
              <a:srgbClr val="FFFFFF"/>
            </a:solidFill>
          </p:spPr>
          <p:txBody>
            <a:bodyPr wrap="square" lIns="0" tIns="0" rIns="0" bIns="0" rtlCol="0"/>
            <a:lstStyle/>
            <a:p>
              <a:endParaRPr sz="2400"/>
            </a:p>
          </p:txBody>
        </p:sp>
        <p:sp>
          <p:nvSpPr>
            <p:cNvPr id="17" name="object 17"/>
            <p:cNvSpPr/>
            <p:nvPr/>
          </p:nvSpPr>
          <p:spPr>
            <a:xfrm>
              <a:off x="4605400" y="2414650"/>
              <a:ext cx="466725" cy="171450"/>
            </a:xfrm>
            <a:custGeom>
              <a:avLst/>
              <a:gdLst/>
              <a:ahLst/>
              <a:cxnLst/>
              <a:rect l="l" t="t" r="r" b="b"/>
              <a:pathLst>
                <a:path w="466725" h="171450">
                  <a:moveTo>
                    <a:pt x="0" y="171450"/>
                  </a:moveTo>
                  <a:lnTo>
                    <a:pt x="466725" y="171450"/>
                  </a:lnTo>
                  <a:lnTo>
                    <a:pt x="466725" y="0"/>
                  </a:lnTo>
                  <a:lnTo>
                    <a:pt x="0" y="0"/>
                  </a:lnTo>
                  <a:lnTo>
                    <a:pt x="0" y="171450"/>
                  </a:lnTo>
                  <a:close/>
                </a:path>
              </a:pathLst>
            </a:custGeom>
            <a:ln w="25400">
              <a:solidFill>
                <a:srgbClr val="FFFFFF"/>
              </a:solidFill>
            </a:ln>
          </p:spPr>
          <p:txBody>
            <a:bodyPr wrap="square" lIns="0" tIns="0" rIns="0" bIns="0" rtlCol="0"/>
            <a:lstStyle/>
            <a:p>
              <a:endParaRPr sz="2400"/>
            </a:p>
          </p:txBody>
        </p:sp>
        <p:pic>
          <p:nvPicPr>
            <p:cNvPr id="20" name="object 20"/>
            <p:cNvPicPr/>
            <p:nvPr/>
          </p:nvPicPr>
          <p:blipFill>
            <a:blip r:embed="rId8" cstate="print"/>
            <a:stretch>
              <a:fillRect/>
            </a:stretch>
          </p:blipFill>
          <p:spPr>
            <a:xfrm>
              <a:off x="3755737" y="883158"/>
              <a:ext cx="681260" cy="183006"/>
            </a:xfrm>
            <a:prstGeom prst="rect">
              <a:avLst/>
            </a:prstGeom>
          </p:spPr>
        </p:pic>
        <p:pic>
          <p:nvPicPr>
            <p:cNvPr id="21" name="object 21"/>
            <p:cNvPicPr/>
            <p:nvPr/>
          </p:nvPicPr>
          <p:blipFill>
            <a:blip r:embed="rId9" cstate="print"/>
            <a:stretch>
              <a:fillRect/>
            </a:stretch>
          </p:blipFill>
          <p:spPr>
            <a:xfrm>
              <a:off x="6660580" y="985520"/>
              <a:ext cx="895157" cy="261620"/>
            </a:xfrm>
            <a:prstGeom prst="rect">
              <a:avLst/>
            </a:prstGeom>
          </p:spPr>
        </p:pic>
        <p:pic>
          <p:nvPicPr>
            <p:cNvPr id="22" name="object 22"/>
            <p:cNvPicPr/>
            <p:nvPr/>
          </p:nvPicPr>
          <p:blipFill>
            <a:blip r:embed="rId10" cstate="print"/>
            <a:stretch>
              <a:fillRect/>
            </a:stretch>
          </p:blipFill>
          <p:spPr>
            <a:xfrm>
              <a:off x="7629905" y="836675"/>
              <a:ext cx="1029843" cy="230632"/>
            </a:xfrm>
            <a:prstGeom prst="rect">
              <a:avLst/>
            </a:prstGeom>
          </p:spPr>
        </p:pic>
        <p:sp>
          <p:nvSpPr>
            <p:cNvPr id="23" name="object 23"/>
            <p:cNvSpPr/>
            <p:nvPr/>
          </p:nvSpPr>
          <p:spPr>
            <a:xfrm>
              <a:off x="3829050" y="2600324"/>
              <a:ext cx="1990725" cy="190500"/>
            </a:xfrm>
            <a:custGeom>
              <a:avLst/>
              <a:gdLst/>
              <a:ahLst/>
              <a:cxnLst/>
              <a:rect l="l" t="t" r="r" b="b"/>
              <a:pathLst>
                <a:path w="1990725" h="190500">
                  <a:moveTo>
                    <a:pt x="1990725" y="0"/>
                  </a:moveTo>
                  <a:lnTo>
                    <a:pt x="0" y="0"/>
                  </a:lnTo>
                  <a:lnTo>
                    <a:pt x="0" y="190500"/>
                  </a:lnTo>
                  <a:lnTo>
                    <a:pt x="1990725" y="190500"/>
                  </a:lnTo>
                  <a:lnTo>
                    <a:pt x="1990725" y="0"/>
                  </a:lnTo>
                  <a:close/>
                </a:path>
              </a:pathLst>
            </a:custGeom>
            <a:solidFill>
              <a:srgbClr val="FFFFFF"/>
            </a:solidFill>
          </p:spPr>
          <p:txBody>
            <a:bodyPr wrap="square" lIns="0" tIns="0" rIns="0" bIns="0" rtlCol="0"/>
            <a:lstStyle/>
            <a:p>
              <a:pPr marL="0" algn="r" defTabSz="457200" rtl="1" eaLnBrk="1" latinLnBrk="0" hangingPunct="1"/>
              <a:endParaRPr sz="2400"/>
            </a:p>
          </p:txBody>
        </p:sp>
        <p:sp>
          <p:nvSpPr>
            <p:cNvPr id="24" name="object 24"/>
            <p:cNvSpPr/>
            <p:nvPr/>
          </p:nvSpPr>
          <p:spPr>
            <a:xfrm>
              <a:off x="4933950" y="161924"/>
              <a:ext cx="2657475" cy="180975"/>
            </a:xfrm>
            <a:custGeom>
              <a:avLst/>
              <a:gdLst/>
              <a:ahLst/>
              <a:cxnLst/>
              <a:rect l="l" t="t" r="r" b="b"/>
              <a:pathLst>
                <a:path w="2657475" h="180975">
                  <a:moveTo>
                    <a:pt x="2657475" y="0"/>
                  </a:moveTo>
                  <a:lnTo>
                    <a:pt x="0" y="0"/>
                  </a:lnTo>
                  <a:lnTo>
                    <a:pt x="0" y="180975"/>
                  </a:lnTo>
                  <a:lnTo>
                    <a:pt x="2657475" y="180975"/>
                  </a:lnTo>
                  <a:lnTo>
                    <a:pt x="2657475" y="0"/>
                  </a:lnTo>
                  <a:close/>
                </a:path>
              </a:pathLst>
            </a:custGeom>
            <a:solidFill>
              <a:srgbClr val="FFFFFF"/>
            </a:solidFill>
          </p:spPr>
          <p:txBody>
            <a:bodyPr wrap="square" lIns="0" tIns="0" rIns="0" bIns="0" rtlCol="0"/>
            <a:lstStyle/>
            <a:p>
              <a:pPr marL="0" algn="r" defTabSz="457200" rtl="1" eaLnBrk="1" latinLnBrk="0" hangingPunct="1"/>
              <a:endParaRPr sz="2400"/>
            </a:p>
          </p:txBody>
        </p:sp>
      </p:grpSp>
      <p:sp>
        <p:nvSpPr>
          <p:cNvPr id="26" name="object 26"/>
          <p:cNvSpPr/>
          <p:nvPr/>
        </p:nvSpPr>
        <p:spPr>
          <a:xfrm>
            <a:off x="2197101" y="469902"/>
            <a:ext cx="254000" cy="2654300"/>
          </a:xfrm>
          <a:custGeom>
            <a:avLst/>
            <a:gdLst/>
            <a:ahLst/>
            <a:cxnLst/>
            <a:rect l="l" t="t" r="r" b="b"/>
            <a:pathLst>
              <a:path w="190500" h="1990725">
                <a:moveTo>
                  <a:pt x="190500" y="0"/>
                </a:moveTo>
                <a:lnTo>
                  <a:pt x="0" y="0"/>
                </a:lnTo>
                <a:lnTo>
                  <a:pt x="0" y="1990725"/>
                </a:lnTo>
                <a:lnTo>
                  <a:pt x="190500" y="1990725"/>
                </a:lnTo>
                <a:lnTo>
                  <a:pt x="190500" y="0"/>
                </a:lnTo>
                <a:close/>
              </a:path>
            </a:pathLst>
          </a:custGeom>
          <a:solidFill>
            <a:srgbClr val="FFFFFF"/>
          </a:solidFill>
        </p:spPr>
        <p:txBody>
          <a:bodyPr wrap="square" lIns="0" tIns="0" rIns="0" bIns="0" rtlCol="0"/>
          <a:lstStyle/>
          <a:p>
            <a:endParaRPr sz="2400"/>
          </a:p>
        </p:txBody>
      </p:sp>
      <p:sp>
        <p:nvSpPr>
          <p:cNvPr id="27" name="object 27"/>
          <p:cNvSpPr txBox="1"/>
          <p:nvPr/>
        </p:nvSpPr>
        <p:spPr>
          <a:xfrm>
            <a:off x="1802894" y="1474809"/>
            <a:ext cx="648545" cy="424433"/>
          </a:xfrm>
          <a:prstGeom prst="rect">
            <a:avLst/>
          </a:prstGeom>
        </p:spPr>
        <p:txBody>
          <a:bodyPr vert="horz" wrap="square" lIns="0" tIns="21167" rIns="0" bIns="0" rtlCol="0">
            <a:spAutoFit/>
          </a:bodyPr>
          <a:lstStyle/>
          <a:p>
            <a:pPr marL="16933">
              <a:spcBef>
                <a:spcPts val="167"/>
              </a:spcBef>
            </a:pPr>
            <a:r>
              <a:rPr sz="1268" spc="7" dirty="0">
                <a:latin typeface="Verdana"/>
                <a:cs typeface="Verdana"/>
              </a:rPr>
              <a:t>p</a:t>
            </a:r>
            <a:r>
              <a:rPr sz="1268" spc="-53" dirty="0">
                <a:latin typeface="Verdana"/>
                <a:cs typeface="Verdana"/>
              </a:rPr>
              <a:t>ri</a:t>
            </a:r>
            <a:r>
              <a:rPr sz="1268" spc="15" dirty="0">
                <a:latin typeface="Verdana"/>
                <a:cs typeface="Verdana"/>
              </a:rPr>
              <a:t>c</a:t>
            </a:r>
            <a:r>
              <a:rPr sz="1268" spc="-327" dirty="0">
                <a:latin typeface="Verdana"/>
                <a:cs typeface="Verdana"/>
              </a:rPr>
              <a:t> </a:t>
            </a:r>
            <a:r>
              <a:rPr sz="1268" spc="20" dirty="0">
                <a:latin typeface="Verdana"/>
                <a:cs typeface="Verdana"/>
              </a:rPr>
              <a:t>e</a:t>
            </a:r>
            <a:r>
              <a:rPr sz="1268" spc="80" dirty="0">
                <a:latin typeface="Verdana"/>
                <a:cs typeface="Verdana"/>
              </a:rPr>
              <a:t> </a:t>
            </a:r>
            <a:r>
              <a:rPr sz="1268" spc="-53" dirty="0">
                <a:latin typeface="Verdana"/>
                <a:cs typeface="Verdana"/>
              </a:rPr>
              <a:t>i</a:t>
            </a:r>
            <a:r>
              <a:rPr sz="1268" spc="20" dirty="0">
                <a:latin typeface="Verdana"/>
                <a:cs typeface="Verdana"/>
              </a:rPr>
              <a:t>n</a:t>
            </a:r>
            <a:endParaRPr sz="1268">
              <a:latin typeface="Verdana"/>
              <a:cs typeface="Verdana"/>
            </a:endParaRPr>
          </a:p>
          <a:p>
            <a:pPr marL="29633">
              <a:spcBef>
                <a:spcPts val="87"/>
              </a:spcBef>
            </a:pPr>
            <a:r>
              <a:rPr sz="1268" spc="-15" dirty="0">
                <a:latin typeface="Verdana"/>
                <a:cs typeface="Verdana"/>
              </a:rPr>
              <a:t>$</a:t>
            </a:r>
            <a:r>
              <a:rPr sz="1268" spc="-15" dirty="0">
                <a:latin typeface="Cambria Math"/>
                <a:cs typeface="Cambria Math"/>
              </a:rPr>
              <a:t>1000</a:t>
            </a:r>
            <a:r>
              <a:rPr sz="1268" spc="-15" dirty="0">
                <a:latin typeface="Verdana"/>
                <a:cs typeface="Verdana"/>
              </a:rPr>
              <a:t>'s</a:t>
            </a:r>
            <a:endParaRPr sz="1268">
              <a:latin typeface="Verdana"/>
              <a:cs typeface="Verdana"/>
            </a:endParaRPr>
          </a:p>
        </p:txBody>
      </p:sp>
      <p:sp>
        <p:nvSpPr>
          <p:cNvPr id="31" name="Slide Number Placeholder 30">
            <a:extLst>
              <a:ext uri="{FF2B5EF4-FFF2-40B4-BE49-F238E27FC236}">
                <a16:creationId xmlns:a16="http://schemas.microsoft.com/office/drawing/2014/main" id="{9AD2BA76-C3A1-3CD8-89BD-6F1D68500785}"/>
              </a:ext>
            </a:extLst>
          </p:cNvPr>
          <p:cNvSpPr>
            <a:spLocks noGrp="1"/>
          </p:cNvSpPr>
          <p:nvPr>
            <p:ph type="sldNum" sz="quarter" idx="12"/>
          </p:nvPr>
        </p:nvSpPr>
        <p:spPr/>
        <p:txBody>
          <a:bodyPr/>
          <a:lstStyle/>
          <a:p>
            <a:fld id="{233E71FE-A542-4040-BA29-68F56A442EAC}" type="slidenum">
              <a:rPr lang="en-PS" smtClean="0"/>
              <a:t>34</a:t>
            </a:fld>
            <a:endParaRPr lang="en-P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B7873E-75CF-D943-9511-303BE0DDAF08}"/>
              </a:ext>
            </a:extLst>
          </p:cNvPr>
          <p:cNvSpPr>
            <a:spLocks noGrp="1"/>
          </p:cNvSpPr>
          <p:nvPr>
            <p:ph type="title"/>
          </p:nvPr>
        </p:nvSpPr>
        <p:spPr/>
        <p:txBody>
          <a:bodyPr/>
          <a:lstStyle/>
          <a:p>
            <a:endParaRPr lang="en-IL"/>
          </a:p>
        </p:txBody>
      </p:sp>
      <p:sp>
        <p:nvSpPr>
          <p:cNvPr id="4" name="Content Placeholder 3">
            <a:extLst>
              <a:ext uri="{FF2B5EF4-FFF2-40B4-BE49-F238E27FC236}">
                <a16:creationId xmlns:a16="http://schemas.microsoft.com/office/drawing/2014/main" id="{A3DF6A74-D3D7-5E49-B670-08D4AB659AC6}"/>
              </a:ext>
            </a:extLst>
          </p:cNvPr>
          <p:cNvSpPr>
            <a:spLocks noGrp="1"/>
          </p:cNvSpPr>
          <p:nvPr>
            <p:ph idx="1"/>
          </p:nvPr>
        </p:nvSpPr>
        <p:spPr/>
        <p:txBody>
          <a:bodyPr/>
          <a:lstStyle/>
          <a:p>
            <a:pPr marL="0" indent="0">
              <a:buNone/>
            </a:pPr>
            <a:r>
              <a:rPr lang="en-IL" dirty="0"/>
              <a:t> mean +/- stdev    mean = 70 </a:t>
            </a:r>
          </a:p>
          <a:p>
            <a:pPr marL="0" indent="0">
              <a:buNone/>
            </a:pPr>
            <a:r>
              <a:rPr lang="en-IL" dirty="0"/>
              <a:t>                                stdev = 10 </a:t>
            </a:r>
          </a:p>
          <a:p>
            <a:pPr marL="0" indent="0">
              <a:buNone/>
            </a:pPr>
            <a:r>
              <a:rPr lang="en-IL" dirty="0"/>
              <a:t>70 – 10 = 60</a:t>
            </a:r>
          </a:p>
          <a:p>
            <a:pPr marL="0" indent="0">
              <a:buNone/>
            </a:pPr>
            <a:r>
              <a:rPr lang="en-IL" dirty="0"/>
              <a:t>70+ 10 = 80</a:t>
            </a:r>
          </a:p>
          <a:p>
            <a:pPr marL="0" indent="0">
              <a:buNone/>
            </a:pPr>
            <a:endParaRPr lang="en-IL" dirty="0"/>
          </a:p>
          <a:p>
            <a:pPr marL="0" indent="0">
              <a:buNone/>
            </a:pPr>
            <a:endParaRPr lang="en-IL" dirty="0"/>
          </a:p>
        </p:txBody>
      </p:sp>
      <p:sp>
        <p:nvSpPr>
          <p:cNvPr id="2" name="Slide Number Placeholder 1">
            <a:extLst>
              <a:ext uri="{FF2B5EF4-FFF2-40B4-BE49-F238E27FC236}">
                <a16:creationId xmlns:a16="http://schemas.microsoft.com/office/drawing/2014/main" id="{EFBEDA1B-022E-A147-A7BD-34E438E601C0}"/>
              </a:ext>
            </a:extLst>
          </p:cNvPr>
          <p:cNvSpPr>
            <a:spLocks noGrp="1"/>
          </p:cNvSpPr>
          <p:nvPr>
            <p:ph type="sldNum" sz="quarter" idx="12"/>
          </p:nvPr>
        </p:nvSpPr>
        <p:spPr/>
        <p:txBody>
          <a:bodyPr/>
          <a:lstStyle/>
          <a:p>
            <a:fld id="{233E71FE-A542-4040-BA29-68F56A442EAC}" type="slidenum">
              <a:rPr lang="en-PS" smtClean="0"/>
              <a:t>35</a:t>
            </a:fld>
            <a:endParaRPr lang="en-PS"/>
          </a:p>
        </p:txBody>
      </p:sp>
      <p:cxnSp>
        <p:nvCxnSpPr>
          <p:cNvPr id="6" name="Straight Connector 5">
            <a:extLst>
              <a:ext uri="{FF2B5EF4-FFF2-40B4-BE49-F238E27FC236}">
                <a16:creationId xmlns:a16="http://schemas.microsoft.com/office/drawing/2014/main" id="{DCBA0F8A-E368-774D-AB4A-129215067D9D}"/>
              </a:ext>
            </a:extLst>
          </p:cNvPr>
          <p:cNvCxnSpPr/>
          <p:nvPr/>
        </p:nvCxnSpPr>
        <p:spPr>
          <a:xfrm>
            <a:off x="1775637" y="4401879"/>
            <a:ext cx="70812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8968509-542A-304F-81E0-4411EDCC121F}"/>
              </a:ext>
            </a:extLst>
          </p:cNvPr>
          <p:cNvCxnSpPr/>
          <p:nvPr/>
        </p:nvCxnSpPr>
        <p:spPr>
          <a:xfrm>
            <a:off x="5295014" y="4306186"/>
            <a:ext cx="0" cy="22328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6301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3359</TotalTime>
  <Words>1466</Words>
  <Application>Microsoft Macintosh PowerPoint</Application>
  <PresentationFormat>Widescreen</PresentationFormat>
  <Paragraphs>476</Paragraphs>
  <Slides>35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Arial</vt:lpstr>
      <vt:lpstr>Arial MT</vt:lpstr>
      <vt:lpstr>Calibri</vt:lpstr>
      <vt:lpstr>Calibri Light</vt:lpstr>
      <vt:lpstr>Cambria Math</vt:lpstr>
      <vt:lpstr>Times New Roman</vt:lpstr>
      <vt:lpstr>Verdana</vt:lpstr>
      <vt:lpstr>Office Theme</vt:lpstr>
      <vt:lpstr>PowerPoint Presentation</vt:lpstr>
      <vt:lpstr>Content</vt:lpstr>
      <vt:lpstr>House sizes and prices</vt:lpstr>
      <vt:lpstr>House sizes and prices</vt:lpstr>
      <vt:lpstr>Example of Linear Regression Model: House price  vs. Size</vt:lpstr>
      <vt:lpstr>Terminology</vt:lpstr>
      <vt:lpstr>The process of supervised learning</vt:lpstr>
      <vt:lpstr>PowerPoint Presentation</vt:lpstr>
      <vt:lpstr>How to represent ƒ?</vt:lpstr>
      <vt:lpstr>Linear Regression with one variable</vt:lpstr>
      <vt:lpstr>What is cost function</vt:lpstr>
      <vt:lpstr>Training set</vt:lpstr>
      <vt:lpstr>PowerPoint Presentation</vt:lpstr>
      <vt:lpstr>Cost function: Squared error cost function</vt:lpstr>
      <vt:lpstr>Linear regression with one variable</vt:lpstr>
      <vt:lpstr>model:</vt:lpstr>
      <vt:lpstr>PowerPoint Presentation</vt:lpstr>
      <vt:lpstr>PowerPoint Presentation</vt:lpstr>
      <vt:lpstr>PowerPoint Presentation</vt:lpstr>
      <vt:lpstr>PowerPoint Presentation</vt:lpstr>
      <vt:lpstr>goal of linear regression:</vt:lpstr>
      <vt:lpstr>Linear Regression with 1 variable</vt:lpstr>
      <vt:lpstr>𝑥 = 𝑤𝑥 + 𝑏</vt:lpstr>
      <vt:lpstr>ƒw,𝑏</vt:lpstr>
      <vt:lpstr>PowerPoint Presentation</vt:lpstr>
      <vt:lpstr>3D surface plot</vt:lpstr>
      <vt:lpstr>PowerPoint Presentation</vt:lpstr>
      <vt:lpstr>PowerPoint Presentation</vt:lpstr>
      <vt:lpstr>PowerPoint Presentation</vt:lpstr>
      <vt:lpstr>Linear Regression with 1 variable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Khalid Rabayah</dc:creator>
  <cp:lastModifiedBy>khalid Rabayah</cp:lastModifiedBy>
  <cp:revision>55</cp:revision>
  <dcterms:created xsi:type="dcterms:W3CDTF">2023-11-04T15:40:37Z</dcterms:created>
  <dcterms:modified xsi:type="dcterms:W3CDTF">2025-11-22T10:38:14Z</dcterms:modified>
</cp:coreProperties>
</file>