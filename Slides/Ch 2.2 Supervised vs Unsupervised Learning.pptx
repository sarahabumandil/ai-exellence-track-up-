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65" r:id="rId2"/>
    <p:sldId id="266" r:id="rId3"/>
    <p:sldId id="267" r:id="rId4"/>
    <p:sldId id="287" r:id="rId5"/>
    <p:sldId id="268"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5" r:id="rId21"/>
    <p:sldId id="286" r:id="rId22"/>
  </p:sldIdLst>
  <p:sldSz cx="12192000" cy="6858000"/>
  <p:notesSz cx="6858000" cy="9144000"/>
  <p:defaultTextStyle>
    <a:defPPr>
      <a:defRPr lang="en-P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p:restoredTop sz="96654"/>
  </p:normalViewPr>
  <p:slideViewPr>
    <p:cSldViewPr snapToGrid="0">
      <p:cViewPr varScale="1">
        <p:scale>
          <a:sx n="95" d="100"/>
          <a:sy n="95" d="100"/>
        </p:scale>
        <p:origin x="1392" y="176"/>
      </p:cViewPr>
      <p:guideLst/>
    </p:cSldViewPr>
  </p:slideViewPr>
  <p:notesTextViewPr>
    <p:cViewPr>
      <p:scale>
        <a:sx n="1" d="1"/>
        <a:sy n="1" d="1"/>
      </p:scale>
      <p:origin x="0" y="0"/>
    </p:cViewPr>
  </p:notesTextViewPr>
  <p:sorterViewPr>
    <p:cViewPr>
      <p:scale>
        <a:sx n="1" d="1"/>
        <a:sy n="1" d="1"/>
      </p:scale>
      <p:origin x="0" y="0"/>
    </p:cViewPr>
  </p:sorterViewPr>
  <p:notesViewPr>
    <p:cSldViewPr snapToGrid="0">
      <p:cViewPr>
        <p:scale>
          <a:sx n="180" d="100"/>
          <a:sy n="180" d="100"/>
        </p:scale>
        <p:origin x="3552" y="-5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6F4472-4F0A-2146-BED0-9A2821E94599}" type="datetimeFigureOut">
              <a:rPr lang="en-PS" smtClean="0"/>
              <a:t>11/15/25</a:t>
            </a:fld>
            <a:endParaRPr lang="en-P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6E7311-2DAC-1642-96F2-A6CF32B38FB3}" type="slidenum">
              <a:rPr lang="en-PS" smtClean="0"/>
              <a:t>‹#›</a:t>
            </a:fld>
            <a:endParaRPr lang="en-PS"/>
          </a:p>
        </p:txBody>
      </p:sp>
    </p:spTree>
    <p:extLst>
      <p:ext uri="{BB962C8B-B14F-4D97-AF65-F5344CB8AC3E}">
        <p14:creationId xmlns:p14="http://schemas.microsoft.com/office/powerpoint/2010/main" val="1525256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304800"/>
            <a:ext cx="5486400" cy="3087688"/>
          </a:xfrm>
        </p:spPr>
      </p:sp>
      <p:sp>
        <p:nvSpPr>
          <p:cNvPr id="3" name="Notes Placeholder 2"/>
          <p:cNvSpPr>
            <a:spLocks noGrp="1"/>
          </p:cNvSpPr>
          <p:nvPr>
            <p:ph type="body" idx="1"/>
          </p:nvPr>
        </p:nvSpPr>
        <p:spPr/>
        <p:txBody>
          <a:bodyPr/>
          <a:lstStyle/>
          <a:p>
            <a:endParaRPr lang="en-PS"/>
          </a:p>
        </p:txBody>
      </p:sp>
      <p:sp>
        <p:nvSpPr>
          <p:cNvPr id="4" name="Slide Number Placeholder 3"/>
          <p:cNvSpPr>
            <a:spLocks noGrp="1"/>
          </p:cNvSpPr>
          <p:nvPr>
            <p:ph type="sldNum" sz="quarter" idx="5"/>
          </p:nvPr>
        </p:nvSpPr>
        <p:spPr/>
        <p:txBody>
          <a:bodyPr/>
          <a:lstStyle/>
          <a:p>
            <a:fld id="{1CF3B25D-B887-DA4F-BF83-10AF44A2CD22}" type="slidenum">
              <a:rPr lang="en-PS" smtClean="0"/>
              <a:t>1</a:t>
            </a:fld>
            <a:endParaRPr lang="en-PS"/>
          </a:p>
        </p:txBody>
      </p:sp>
    </p:spTree>
    <p:extLst>
      <p:ext uri="{BB962C8B-B14F-4D97-AF65-F5344CB8AC3E}">
        <p14:creationId xmlns:p14="http://schemas.microsoft.com/office/powerpoint/2010/main" val="931841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2163" y="1143000"/>
            <a:ext cx="5613401" cy="3157538"/>
          </a:xfrm>
          <a:prstGeom prst="rect">
            <a:avLst/>
          </a:prstGeom>
        </p:spPr>
      </p:sp>
      <p:sp>
        <p:nvSpPr>
          <p:cNvPr id="3" name="Notes Placeholder 2"/>
          <p:cNvSpPr>
            <a:spLocks noGrp="1"/>
          </p:cNvSpPr>
          <p:nvPr>
            <p:ph type="body" idx="1"/>
          </p:nvPr>
        </p:nvSpPr>
        <p:spPr>
          <a:xfrm>
            <a:off x="1671637" y="4404393"/>
            <a:ext cx="1928813" cy="3601156"/>
          </a:xfrm>
          <a:prstGeom prst="rect">
            <a:avLst/>
          </a:prstGeom>
        </p:spPr>
        <p:txBody>
          <a:bodyPr/>
          <a:lstStyle/>
          <a:p>
            <a:endParaRPr lang="en-PS" dirty="0"/>
          </a:p>
        </p:txBody>
      </p:sp>
      <p:sp>
        <p:nvSpPr>
          <p:cNvPr id="4" name="Slide Number Placeholder 3"/>
          <p:cNvSpPr>
            <a:spLocks noGrp="1"/>
          </p:cNvSpPr>
          <p:nvPr>
            <p:ph type="sldNum" sz="quarter" idx="5"/>
          </p:nvPr>
        </p:nvSpPr>
        <p:spPr/>
        <p:txBody>
          <a:bodyPr/>
          <a:lstStyle/>
          <a:p>
            <a:fld id="{1CF3B25D-B887-DA4F-BF83-10AF44A2CD22}" type="slidenum">
              <a:rPr lang="en-PS" smtClean="0"/>
              <a:t>2</a:t>
            </a:fld>
            <a:endParaRPr lang="en-PS"/>
          </a:p>
        </p:txBody>
      </p:sp>
    </p:spTree>
    <p:extLst>
      <p:ext uri="{BB962C8B-B14F-4D97-AF65-F5344CB8AC3E}">
        <p14:creationId xmlns:p14="http://schemas.microsoft.com/office/powerpoint/2010/main" val="3197201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304800"/>
            <a:ext cx="5486400" cy="3087688"/>
          </a:xfrm>
        </p:spPr>
      </p:sp>
      <p:sp>
        <p:nvSpPr>
          <p:cNvPr id="3" name="Notes Placeholder 2"/>
          <p:cNvSpPr>
            <a:spLocks noGrp="1"/>
          </p:cNvSpPr>
          <p:nvPr>
            <p:ph type="body" idx="1"/>
          </p:nvPr>
        </p:nvSpPr>
        <p:spPr/>
        <p:txBody>
          <a:bodyPr/>
          <a:lstStyle/>
          <a:p>
            <a:r>
              <a:rPr lang="en-US" dirty="0"/>
              <a:t>Examples in Real Life</a:t>
            </a:r>
          </a:p>
          <a:p>
            <a:endParaRPr lang="en-US" dirty="0"/>
          </a:p>
          <a:p>
            <a:r>
              <a:rPr lang="en-US" dirty="0"/>
              <a:t>Suppose the input X is an email, and the output Y corresponds to classifying the email as "spam" or "not spam." This scenario represents the development of a spam filter.</a:t>
            </a:r>
          </a:p>
          <a:p>
            <a:r>
              <a:rPr lang="en-US" dirty="0"/>
              <a:t>Alternatively, if the input is an audio clip and the algorithm's task is to produce the text transcript, this application is known as speech recognition.</a:t>
            </a:r>
          </a:p>
          <a:p>
            <a:r>
              <a:rPr lang="en-US" dirty="0"/>
              <a:t>Machine translation is another example where input in one language results in output in another language, such as translating English to Spanish, Arabic, Hindi, Chinese, or Japanese.</a:t>
            </a:r>
          </a:p>
          <a:p>
            <a:r>
              <a:rPr lang="en-US" dirty="0"/>
              <a:t>In the realm of online advertising, supervised learning plays a crucial role. Large online ad platforms employ learning algorithms to predict whether a user will click on a particular ad, significantly impacting revenue.</a:t>
            </a:r>
          </a:p>
          <a:p>
            <a:r>
              <a:rPr lang="en-US" dirty="0"/>
              <a:t>The application of supervised learning extends to self-driving cars, manufacturing quality control, and more. In self-driving cars, the learning algorithm takes sensory input, such as images and radar data, to determine the position of nearby vehicles for safe navigation. Manufacturing uses visual inspection algorithms to identify defects in products, enhancing product quality.</a:t>
            </a:r>
          </a:p>
          <a:p>
            <a:endParaRPr lang="en-US" dirty="0"/>
          </a:p>
          <a:p>
            <a:endParaRPr lang="en-PS" dirty="0"/>
          </a:p>
        </p:txBody>
      </p:sp>
      <p:sp>
        <p:nvSpPr>
          <p:cNvPr id="4" name="Slide Number Placeholder 3"/>
          <p:cNvSpPr>
            <a:spLocks noGrp="1"/>
          </p:cNvSpPr>
          <p:nvPr>
            <p:ph type="sldNum" sz="quarter" idx="5"/>
          </p:nvPr>
        </p:nvSpPr>
        <p:spPr/>
        <p:txBody>
          <a:bodyPr/>
          <a:lstStyle/>
          <a:p>
            <a:fld id="{1CF3B25D-B887-DA4F-BF83-10AF44A2CD22}" type="slidenum">
              <a:rPr lang="en-PS" smtClean="0"/>
              <a:t>3</a:t>
            </a:fld>
            <a:endParaRPr lang="en-PS"/>
          </a:p>
        </p:txBody>
      </p:sp>
    </p:spTree>
    <p:extLst>
      <p:ext uri="{BB962C8B-B14F-4D97-AF65-F5344CB8AC3E}">
        <p14:creationId xmlns:p14="http://schemas.microsoft.com/office/powerpoint/2010/main" val="938817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304800"/>
            <a:ext cx="5486400" cy="3087688"/>
          </a:xfrm>
        </p:spPr>
      </p:sp>
      <p:sp>
        <p:nvSpPr>
          <p:cNvPr id="3" name="Notes Placeholder 2"/>
          <p:cNvSpPr>
            <a:spLocks noGrp="1"/>
          </p:cNvSpPr>
          <p:nvPr>
            <p:ph type="body" idx="1"/>
          </p:nvPr>
        </p:nvSpPr>
        <p:spPr/>
        <p:txBody>
          <a:bodyPr/>
          <a:lstStyle/>
          <a:p>
            <a:r>
              <a:rPr lang="en-GB" sz="1200" b="1" dirty="0">
                <a:effectLst/>
                <a:latin typeface="Calibri" panose="020F0502020204030204" pitchFamily="34" charset="0"/>
                <a:ea typeface="Calibri" panose="020F0502020204030204" pitchFamily="34" charset="0"/>
                <a:cs typeface="Arial" panose="020B0604020202020204" pitchFamily="34" charset="0"/>
              </a:rPr>
              <a:t>A Specific Example: Predicting Housing Prices</a:t>
            </a:r>
            <a:endParaRPr lang="en-PS" sz="1100" dirty="0">
              <a:effectLst/>
              <a:latin typeface="Calibri" panose="020F0502020204030204" pitchFamily="34" charset="0"/>
              <a:ea typeface="Calibri" panose="020F0502020204030204" pitchFamily="34" charset="0"/>
              <a:cs typeface="Arial" panose="020B0604020202020204" pitchFamily="34" charset="0"/>
            </a:endParaRPr>
          </a:p>
          <a:p>
            <a:r>
              <a:rPr lang="en-GB" sz="1200" dirty="0">
                <a:effectLst/>
                <a:latin typeface="Calibri" panose="020F0502020204030204" pitchFamily="34" charset="0"/>
                <a:ea typeface="Calibri" panose="020F0502020204030204" pitchFamily="34" charset="0"/>
                <a:cs typeface="Arial" panose="020B0604020202020204" pitchFamily="34" charset="0"/>
              </a:rPr>
              <a:t>Consider the task of predicting housing prices based on the house's size. By collecting data and plotting it, you can visualize the relationship between the size of a house and its price. The learning algorithm can be employed to fit a model to this data, which could be a straight line, a curve, or a more complex function.</a:t>
            </a:r>
            <a:endParaRPr lang="en-PS" sz="1100" dirty="0">
              <a:effectLst/>
              <a:latin typeface="Calibri" panose="020F0502020204030204" pitchFamily="34" charset="0"/>
              <a:ea typeface="Calibri" panose="020F0502020204030204" pitchFamily="34" charset="0"/>
              <a:cs typeface="Arial" panose="020B0604020202020204" pitchFamily="34" charset="0"/>
            </a:endParaRPr>
          </a:p>
          <a:p>
            <a:r>
              <a:rPr lang="en-GB" sz="1200" dirty="0">
                <a:effectLst/>
                <a:latin typeface="Calibri" panose="020F0502020204030204" pitchFamily="34" charset="0"/>
                <a:ea typeface="Calibri" panose="020F0502020204030204" pitchFamily="34" charset="0"/>
                <a:cs typeface="Arial" panose="020B0604020202020204" pitchFamily="34" charset="0"/>
              </a:rPr>
              <a:t>By fitting a model, the algorithm can estimate the price of a house, like your friend's 750-square-foot house, based on the size. This example of housing price prediction falls under a category of supervised learning known as regression.</a:t>
            </a:r>
            <a:endParaRPr lang="en-PS" sz="1100" dirty="0">
              <a:effectLst/>
              <a:latin typeface="Calibri" panose="020F0502020204030204" pitchFamily="34" charset="0"/>
              <a:ea typeface="Calibri" panose="020F0502020204030204" pitchFamily="34" charset="0"/>
              <a:cs typeface="Arial" panose="020B0604020202020204" pitchFamily="34" charset="0"/>
            </a:endParaRPr>
          </a:p>
          <a:p>
            <a:endParaRPr lang="en-PS" dirty="0"/>
          </a:p>
        </p:txBody>
      </p:sp>
      <p:sp>
        <p:nvSpPr>
          <p:cNvPr id="4" name="Slide Number Placeholder 3"/>
          <p:cNvSpPr>
            <a:spLocks noGrp="1"/>
          </p:cNvSpPr>
          <p:nvPr>
            <p:ph type="sldNum" sz="quarter" idx="5"/>
          </p:nvPr>
        </p:nvSpPr>
        <p:spPr/>
        <p:txBody>
          <a:bodyPr/>
          <a:lstStyle/>
          <a:p>
            <a:fld id="{1CF3B25D-B887-DA4F-BF83-10AF44A2CD22}" type="slidenum">
              <a:rPr lang="en-PS" smtClean="0"/>
              <a:t>5</a:t>
            </a:fld>
            <a:endParaRPr lang="en-PS"/>
          </a:p>
        </p:txBody>
      </p:sp>
    </p:spTree>
    <p:extLst>
      <p:ext uri="{BB962C8B-B14F-4D97-AF65-F5344CB8AC3E}">
        <p14:creationId xmlns:p14="http://schemas.microsoft.com/office/powerpoint/2010/main" val="1873819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304800"/>
            <a:ext cx="5486400" cy="3087688"/>
          </a:xfrm>
        </p:spPr>
      </p:sp>
      <p:sp>
        <p:nvSpPr>
          <p:cNvPr id="3" name="Notes Placeholder 2"/>
          <p:cNvSpPr>
            <a:spLocks noGrp="1"/>
          </p:cNvSpPr>
          <p:nvPr>
            <p:ph type="body" idx="1"/>
          </p:nvPr>
        </p:nvSpPr>
        <p:spPr/>
        <p:txBody>
          <a:bodyPr/>
          <a:lstStyle/>
          <a:p>
            <a:r>
              <a:rPr lang="en-US" dirty="0"/>
              <a:t>Subtitle: Solving Real-World Problems</a:t>
            </a:r>
          </a:p>
          <a:p>
            <a:r>
              <a:rPr lang="en-US" dirty="0"/>
              <a:t>Imagine a scenario involving breast cancer detection. Your goal is to develop a machine learning system to aid doctors in diagnosing breast cancer, potentially saving lives through early detection. Using a patient's medical records, the system's task is to determine whether a tumor, represented as a lump, is malignant (cancerous) or benign (non-cancerous). Let's delve deeper into this problem.</a:t>
            </a:r>
          </a:p>
          <a:p>
            <a:r>
              <a:rPr lang="en-US" dirty="0"/>
              <a:t>Suppose your dataset contains tumors of various sizes, each labeled as either benign (denoted as 0) or malignant (denoted as 1). You can plot this data, where the horizontal axis represents tumor size, and the vertical axis indicates benign (0) or malignant (1).</a:t>
            </a:r>
          </a:p>
          <a:p>
            <a:endParaRPr lang="en-US" dirty="0"/>
          </a:p>
          <a:p>
            <a:endParaRPr lang="en-PS" dirty="0"/>
          </a:p>
        </p:txBody>
      </p:sp>
      <p:sp>
        <p:nvSpPr>
          <p:cNvPr id="4" name="Slide Number Placeholder 3"/>
          <p:cNvSpPr>
            <a:spLocks noGrp="1"/>
          </p:cNvSpPr>
          <p:nvPr>
            <p:ph type="sldNum" sz="quarter" idx="5"/>
          </p:nvPr>
        </p:nvSpPr>
        <p:spPr/>
        <p:txBody>
          <a:bodyPr/>
          <a:lstStyle/>
          <a:p>
            <a:fld id="{1CF3B25D-B887-DA4F-BF83-10AF44A2CD22}" type="slidenum">
              <a:rPr lang="en-PS" smtClean="0"/>
              <a:t>6</a:t>
            </a:fld>
            <a:endParaRPr lang="en-PS"/>
          </a:p>
        </p:txBody>
      </p:sp>
    </p:spTree>
    <p:extLst>
      <p:ext uri="{BB962C8B-B14F-4D97-AF65-F5344CB8AC3E}">
        <p14:creationId xmlns:p14="http://schemas.microsoft.com/office/powerpoint/2010/main" val="3921314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304800"/>
            <a:ext cx="5486400" cy="3087688"/>
          </a:xfrm>
        </p:spPr>
      </p:sp>
      <p:sp>
        <p:nvSpPr>
          <p:cNvPr id="3" name="Notes Placeholder 2"/>
          <p:cNvSpPr>
            <a:spLocks noGrp="1"/>
          </p:cNvSpPr>
          <p:nvPr>
            <p:ph type="body" idx="1"/>
          </p:nvPr>
        </p:nvSpPr>
        <p:spPr/>
        <p:txBody>
          <a:bodyPr/>
          <a:lstStyle/>
          <a:p>
            <a:endParaRPr lang="en-PS"/>
          </a:p>
        </p:txBody>
      </p:sp>
      <p:sp>
        <p:nvSpPr>
          <p:cNvPr id="4" name="Slide Number Placeholder 3"/>
          <p:cNvSpPr>
            <a:spLocks noGrp="1"/>
          </p:cNvSpPr>
          <p:nvPr>
            <p:ph type="sldNum" sz="quarter" idx="5"/>
          </p:nvPr>
        </p:nvSpPr>
        <p:spPr/>
        <p:txBody>
          <a:bodyPr/>
          <a:lstStyle/>
          <a:p>
            <a:fld id="{1CF3B25D-B887-DA4F-BF83-10AF44A2CD22}" type="slidenum">
              <a:rPr lang="en-PS" smtClean="0"/>
              <a:t>7</a:t>
            </a:fld>
            <a:endParaRPr lang="en-PS"/>
          </a:p>
        </p:txBody>
      </p:sp>
    </p:spTree>
    <p:extLst>
      <p:ext uri="{BB962C8B-B14F-4D97-AF65-F5344CB8AC3E}">
        <p14:creationId xmlns:p14="http://schemas.microsoft.com/office/powerpoint/2010/main" val="833680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304800"/>
            <a:ext cx="5486400" cy="3087688"/>
          </a:xfrm>
        </p:spPr>
      </p:sp>
      <p:sp>
        <p:nvSpPr>
          <p:cNvPr id="3" name="Notes Placeholder 2"/>
          <p:cNvSpPr>
            <a:spLocks noGrp="1"/>
          </p:cNvSpPr>
          <p:nvPr>
            <p:ph type="body" idx="1"/>
          </p:nvPr>
        </p:nvSpPr>
        <p:spPr/>
        <p:txBody>
          <a:bodyPr/>
          <a:lstStyle/>
          <a:p>
            <a:r>
              <a:rPr lang="en-GB" sz="1800" dirty="0">
                <a:effectLst/>
                <a:latin typeface="Calibri" panose="020F0502020204030204" pitchFamily="34" charset="0"/>
                <a:ea typeface="Calibri" panose="020F0502020204030204" pitchFamily="34" charset="0"/>
                <a:cs typeface="Arial" panose="020B0604020202020204" pitchFamily="34" charset="0"/>
              </a:rPr>
              <a:t>Multiple Inputs</a:t>
            </a:r>
            <a:endParaRPr lang="en-PS" sz="1800" dirty="0">
              <a:effectLst/>
              <a:latin typeface="Calibri" panose="020F0502020204030204" pitchFamily="34" charset="0"/>
              <a:ea typeface="Calibri" panose="020F0502020204030204" pitchFamily="34" charset="0"/>
              <a:cs typeface="Arial" panose="020B0604020202020204" pitchFamily="34" charset="0"/>
            </a:endParaRPr>
          </a:p>
          <a:p>
            <a:r>
              <a:rPr lang="en-GB" sz="1800" dirty="0">
                <a:effectLst/>
                <a:latin typeface="Calibri" panose="020F0502020204030204" pitchFamily="34" charset="0"/>
                <a:ea typeface="Calibri" panose="020F0502020204030204" pitchFamily="34" charset="0"/>
                <a:cs typeface="Arial" panose="020B0604020202020204" pitchFamily="34" charset="0"/>
              </a:rPr>
              <a:t> </a:t>
            </a:r>
            <a:endParaRPr lang="en-PS" sz="1800" dirty="0">
              <a:effectLst/>
              <a:latin typeface="Calibri" panose="020F0502020204030204" pitchFamily="34" charset="0"/>
              <a:ea typeface="Calibri" panose="020F0502020204030204" pitchFamily="34" charset="0"/>
              <a:cs typeface="Arial" panose="020B0604020202020204" pitchFamily="34" charset="0"/>
            </a:endParaRPr>
          </a:p>
          <a:p>
            <a:r>
              <a:rPr lang="en-GB" sz="1800" dirty="0">
                <a:effectLst/>
                <a:latin typeface="Calibri" panose="020F0502020204030204" pitchFamily="34" charset="0"/>
                <a:ea typeface="Calibri" panose="020F0502020204030204" pitchFamily="34" charset="0"/>
                <a:cs typeface="Arial" panose="020B0604020202020204" pitchFamily="34" charset="0"/>
              </a:rPr>
              <a:t>Subtitle: Expanding Input Variables</a:t>
            </a:r>
            <a:endParaRPr lang="en-PS" sz="1800" dirty="0">
              <a:effectLst/>
              <a:latin typeface="Calibri" panose="020F0502020204030204" pitchFamily="34" charset="0"/>
              <a:ea typeface="Calibri" panose="020F0502020204030204" pitchFamily="34" charset="0"/>
              <a:cs typeface="Arial" panose="020B0604020202020204" pitchFamily="34" charset="0"/>
            </a:endParaRPr>
          </a:p>
          <a:p>
            <a:r>
              <a:rPr lang="en-GB" sz="1800" dirty="0">
                <a:effectLst/>
                <a:latin typeface="Calibri" panose="020F0502020204030204" pitchFamily="34" charset="0"/>
                <a:ea typeface="Calibri" panose="020F0502020204030204" pitchFamily="34" charset="0"/>
                <a:cs typeface="Arial" panose="020B0604020202020204" pitchFamily="34" charset="0"/>
              </a:rPr>
              <a:t> </a:t>
            </a:r>
            <a:endParaRPr lang="en-PS" sz="1800" dirty="0">
              <a:effectLst/>
              <a:latin typeface="Calibri" panose="020F0502020204030204" pitchFamily="34" charset="0"/>
              <a:ea typeface="Calibri" panose="020F0502020204030204" pitchFamily="34" charset="0"/>
              <a:cs typeface="Arial" panose="020B0604020202020204" pitchFamily="34" charset="0"/>
            </a:endParaRPr>
          </a:p>
          <a:p>
            <a:r>
              <a:rPr lang="en-GB" sz="1800" dirty="0">
                <a:effectLst/>
                <a:latin typeface="Calibri" panose="020F0502020204030204" pitchFamily="34" charset="0"/>
                <a:ea typeface="Calibri" panose="020F0502020204030204" pitchFamily="34" charset="0"/>
                <a:cs typeface="Arial" panose="020B0604020202020204" pitchFamily="34" charset="0"/>
              </a:rPr>
              <a:t>In the examples discussed so far, we've used only one input value, such as </a:t>
            </a:r>
            <a:r>
              <a:rPr lang="en-GB" sz="1800" dirty="0" err="1">
                <a:effectLst/>
                <a:latin typeface="Calibri" panose="020F0502020204030204" pitchFamily="34" charset="0"/>
                <a:ea typeface="Calibri" panose="020F0502020204030204" pitchFamily="34" charset="0"/>
                <a:cs typeface="Arial" panose="020B0604020202020204" pitchFamily="34" charset="0"/>
              </a:rPr>
              <a:t>tumor</a:t>
            </a:r>
            <a:r>
              <a:rPr lang="en-GB" sz="1800" dirty="0">
                <a:effectLst/>
                <a:latin typeface="Calibri" panose="020F0502020204030204" pitchFamily="34" charset="0"/>
                <a:ea typeface="Calibri" panose="020F0502020204030204" pitchFamily="34" charset="0"/>
                <a:cs typeface="Arial" panose="020B0604020202020204" pitchFamily="34" charset="0"/>
              </a:rPr>
              <a:t> size. However, machine learning problems can involve multiple input variables. For instance, if you have information about both the patient's age and </a:t>
            </a:r>
            <a:r>
              <a:rPr lang="en-GB" sz="1800" dirty="0" err="1">
                <a:effectLst/>
                <a:latin typeface="Calibri" panose="020F0502020204030204" pitchFamily="34" charset="0"/>
                <a:ea typeface="Calibri" panose="020F0502020204030204" pitchFamily="34" charset="0"/>
                <a:cs typeface="Arial" panose="020B0604020202020204" pitchFamily="34" charset="0"/>
              </a:rPr>
              <a:t>tumor</a:t>
            </a:r>
            <a:r>
              <a:rPr lang="en-GB" sz="1800" dirty="0">
                <a:effectLst/>
                <a:latin typeface="Calibri" panose="020F0502020204030204" pitchFamily="34" charset="0"/>
                <a:ea typeface="Calibri" panose="020F0502020204030204" pitchFamily="34" charset="0"/>
                <a:cs typeface="Arial" panose="020B0604020202020204" pitchFamily="34" charset="0"/>
              </a:rPr>
              <a:t> size, your dataset will include two inputs: age and </a:t>
            </a:r>
            <a:r>
              <a:rPr lang="en-GB" sz="1800" dirty="0" err="1">
                <a:effectLst/>
                <a:latin typeface="Calibri" panose="020F0502020204030204" pitchFamily="34" charset="0"/>
                <a:ea typeface="Calibri" panose="020F0502020204030204" pitchFamily="34" charset="0"/>
                <a:cs typeface="Arial" panose="020B0604020202020204" pitchFamily="34" charset="0"/>
              </a:rPr>
              <a:t>tumor</a:t>
            </a:r>
            <a:r>
              <a:rPr lang="en-GB" sz="1800" dirty="0">
                <a:effectLst/>
                <a:latin typeface="Calibri" panose="020F0502020204030204" pitchFamily="34" charset="0"/>
                <a:ea typeface="Calibri" panose="020F0502020204030204" pitchFamily="34" charset="0"/>
                <a:cs typeface="Arial" panose="020B0604020202020204" pitchFamily="34" charset="0"/>
              </a:rPr>
              <a:t> size. In such cases, the learning algorithm will aim to find a boundary that separates malignant from benign </a:t>
            </a:r>
            <a:r>
              <a:rPr lang="en-GB" sz="1800" dirty="0" err="1">
                <a:effectLst/>
                <a:latin typeface="Calibri" panose="020F0502020204030204" pitchFamily="34" charset="0"/>
                <a:ea typeface="Calibri" panose="020F0502020204030204" pitchFamily="34" charset="0"/>
                <a:cs typeface="Arial" panose="020B0604020202020204" pitchFamily="34" charset="0"/>
              </a:rPr>
              <a:t>tumors</a:t>
            </a:r>
            <a:r>
              <a:rPr lang="en-GB" sz="1800" dirty="0">
                <a:effectLst/>
                <a:latin typeface="Calibri" panose="020F0502020204030204" pitchFamily="34" charset="0"/>
                <a:ea typeface="Calibri" panose="020F0502020204030204" pitchFamily="34" charset="0"/>
                <a:cs typeface="Arial" panose="020B0604020202020204" pitchFamily="34" charset="0"/>
              </a:rPr>
              <a:t>, incorporating both inputs.</a:t>
            </a:r>
            <a:endParaRPr lang="en-PS" sz="1800" dirty="0">
              <a:effectLst/>
              <a:latin typeface="Calibri" panose="020F0502020204030204" pitchFamily="34" charset="0"/>
              <a:ea typeface="Calibri" panose="020F0502020204030204" pitchFamily="34" charset="0"/>
              <a:cs typeface="Arial" panose="020B0604020202020204" pitchFamily="34" charset="0"/>
            </a:endParaRPr>
          </a:p>
          <a:p>
            <a:endParaRPr lang="en-PS" dirty="0"/>
          </a:p>
        </p:txBody>
      </p:sp>
      <p:sp>
        <p:nvSpPr>
          <p:cNvPr id="4" name="Slide Number Placeholder 3"/>
          <p:cNvSpPr>
            <a:spLocks noGrp="1"/>
          </p:cNvSpPr>
          <p:nvPr>
            <p:ph type="sldNum" sz="quarter" idx="5"/>
          </p:nvPr>
        </p:nvSpPr>
        <p:spPr/>
        <p:txBody>
          <a:bodyPr/>
          <a:lstStyle/>
          <a:p>
            <a:fld id="{1CF3B25D-B887-DA4F-BF83-10AF44A2CD22}" type="slidenum">
              <a:rPr lang="en-PS" smtClean="0"/>
              <a:t>8</a:t>
            </a:fld>
            <a:endParaRPr lang="en-PS"/>
          </a:p>
        </p:txBody>
      </p:sp>
    </p:spTree>
    <p:extLst>
      <p:ext uri="{BB962C8B-B14F-4D97-AF65-F5344CB8AC3E}">
        <p14:creationId xmlns:p14="http://schemas.microsoft.com/office/powerpoint/2010/main" val="543386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304800"/>
            <a:ext cx="5486400" cy="3087688"/>
          </a:xfrm>
        </p:spPr>
      </p:sp>
      <p:sp>
        <p:nvSpPr>
          <p:cNvPr id="3" name="Notes Placeholder 2"/>
          <p:cNvSpPr>
            <a:spLocks noGrp="1"/>
          </p:cNvSpPr>
          <p:nvPr>
            <p:ph type="body" idx="1"/>
          </p:nvPr>
        </p:nvSpPr>
        <p:spPr/>
        <p:txBody>
          <a:bodyPr/>
          <a:lstStyle/>
          <a:p>
            <a:endParaRPr lang="en-PS"/>
          </a:p>
        </p:txBody>
      </p:sp>
      <p:sp>
        <p:nvSpPr>
          <p:cNvPr id="4" name="Slide Number Placeholder 3"/>
          <p:cNvSpPr>
            <a:spLocks noGrp="1"/>
          </p:cNvSpPr>
          <p:nvPr>
            <p:ph type="sldNum" sz="quarter" idx="5"/>
          </p:nvPr>
        </p:nvSpPr>
        <p:spPr/>
        <p:txBody>
          <a:bodyPr/>
          <a:lstStyle/>
          <a:p>
            <a:fld id="{1CF3B25D-B887-DA4F-BF83-10AF44A2CD22}" type="slidenum">
              <a:rPr lang="en-PS" smtClean="0"/>
              <a:t>9</a:t>
            </a:fld>
            <a:endParaRPr lang="en-PS"/>
          </a:p>
        </p:txBody>
      </p:sp>
    </p:spTree>
    <p:extLst>
      <p:ext uri="{BB962C8B-B14F-4D97-AF65-F5344CB8AC3E}">
        <p14:creationId xmlns:p14="http://schemas.microsoft.com/office/powerpoint/2010/main" val="2134586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304800"/>
            <a:ext cx="5486400" cy="3087688"/>
          </a:xfrm>
        </p:spPr>
      </p:sp>
      <p:sp>
        <p:nvSpPr>
          <p:cNvPr id="3" name="Notes Placeholder 2"/>
          <p:cNvSpPr>
            <a:spLocks noGrp="1"/>
          </p:cNvSpPr>
          <p:nvPr>
            <p:ph type="body" idx="1"/>
          </p:nvPr>
        </p:nvSpPr>
        <p:spPr/>
        <p:txBody>
          <a:bodyPr/>
          <a:lstStyle/>
          <a:p>
            <a:endParaRPr lang="en-PS"/>
          </a:p>
        </p:txBody>
      </p:sp>
      <p:sp>
        <p:nvSpPr>
          <p:cNvPr id="4" name="Slide Number Placeholder 3"/>
          <p:cNvSpPr>
            <a:spLocks noGrp="1"/>
          </p:cNvSpPr>
          <p:nvPr>
            <p:ph type="sldNum" sz="quarter" idx="5"/>
          </p:nvPr>
        </p:nvSpPr>
        <p:spPr/>
        <p:txBody>
          <a:bodyPr/>
          <a:lstStyle/>
          <a:p>
            <a:fld id="{1CF3B25D-B887-DA4F-BF83-10AF44A2CD22}" type="slidenum">
              <a:rPr lang="en-PS" smtClean="0"/>
              <a:t>10</a:t>
            </a:fld>
            <a:endParaRPr lang="en-PS"/>
          </a:p>
        </p:txBody>
      </p:sp>
    </p:spTree>
    <p:extLst>
      <p:ext uri="{BB962C8B-B14F-4D97-AF65-F5344CB8AC3E}">
        <p14:creationId xmlns:p14="http://schemas.microsoft.com/office/powerpoint/2010/main" val="3661379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304800"/>
            <a:ext cx="5486400" cy="3087688"/>
          </a:xfrm>
        </p:spPr>
      </p:sp>
      <p:sp>
        <p:nvSpPr>
          <p:cNvPr id="3" name="Notes Placeholder 2"/>
          <p:cNvSpPr>
            <a:spLocks noGrp="1"/>
          </p:cNvSpPr>
          <p:nvPr>
            <p:ph type="body" idx="1"/>
          </p:nvPr>
        </p:nvSpPr>
        <p:spPr/>
        <p:txBody>
          <a:bodyPr/>
          <a:lstStyle/>
          <a:p>
            <a:endParaRPr lang="en-PS"/>
          </a:p>
        </p:txBody>
      </p:sp>
      <p:sp>
        <p:nvSpPr>
          <p:cNvPr id="4" name="Slide Number Placeholder 3"/>
          <p:cNvSpPr>
            <a:spLocks noGrp="1"/>
          </p:cNvSpPr>
          <p:nvPr>
            <p:ph type="sldNum" sz="quarter" idx="5"/>
          </p:nvPr>
        </p:nvSpPr>
        <p:spPr/>
        <p:txBody>
          <a:bodyPr/>
          <a:lstStyle/>
          <a:p>
            <a:fld id="{1CF3B25D-B887-DA4F-BF83-10AF44A2CD22}" type="slidenum">
              <a:rPr lang="en-PS" smtClean="0"/>
              <a:t>11</a:t>
            </a:fld>
            <a:endParaRPr lang="en-PS"/>
          </a:p>
        </p:txBody>
      </p:sp>
    </p:spTree>
    <p:extLst>
      <p:ext uri="{BB962C8B-B14F-4D97-AF65-F5344CB8AC3E}">
        <p14:creationId xmlns:p14="http://schemas.microsoft.com/office/powerpoint/2010/main" val="25706982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4513" y="428625"/>
            <a:ext cx="5486400" cy="3087688"/>
          </a:xfrm>
        </p:spPr>
      </p:sp>
      <p:sp>
        <p:nvSpPr>
          <p:cNvPr id="3" name="Notes Placeholder 2"/>
          <p:cNvSpPr>
            <a:spLocks noGrp="1"/>
          </p:cNvSpPr>
          <p:nvPr>
            <p:ph type="body" idx="1"/>
          </p:nvPr>
        </p:nvSpPr>
        <p:spPr/>
        <p:txBody>
          <a:bodyPr/>
          <a:lstStyle/>
          <a:p>
            <a:r>
              <a:rPr lang="en-US" dirty="0"/>
              <a:t>In unsupervised learning, the objective is not to classify or diagnose tumors but to uncover inherent patterns, structures, or interesting features within the data.</a:t>
            </a:r>
          </a:p>
          <a:p>
            <a:r>
              <a:rPr lang="en-GB" sz="1200" dirty="0">
                <a:effectLst/>
                <a:latin typeface="Calibri" panose="020F0502020204030204" pitchFamily="34" charset="0"/>
                <a:ea typeface="Calibri" panose="020F0502020204030204" pitchFamily="34" charset="0"/>
                <a:cs typeface="Arial" panose="020B0604020202020204" pitchFamily="34" charset="0"/>
              </a:rPr>
              <a:t>Unsupervised learning includes a type of algorithm called clustering. Clustering algorithms group </a:t>
            </a:r>
            <a:r>
              <a:rPr lang="en-GB" sz="1200" dirty="0" err="1">
                <a:effectLst/>
                <a:latin typeface="Calibri" panose="020F0502020204030204" pitchFamily="34" charset="0"/>
                <a:ea typeface="Calibri" panose="020F0502020204030204" pitchFamily="34" charset="0"/>
                <a:cs typeface="Arial" panose="020B0604020202020204" pitchFamily="34" charset="0"/>
              </a:rPr>
              <a:t>unlabeled</a:t>
            </a:r>
            <a:r>
              <a:rPr lang="en-GB" sz="1200" dirty="0">
                <a:effectLst/>
                <a:latin typeface="Calibri" panose="020F0502020204030204" pitchFamily="34" charset="0"/>
                <a:ea typeface="Calibri" panose="020F0502020204030204" pitchFamily="34" charset="0"/>
                <a:cs typeface="Arial" panose="020B0604020202020204" pitchFamily="34" charset="0"/>
              </a:rPr>
              <a:t> data into clusters based on patterns they discover. Imagine you have a dataset with patient data but no </a:t>
            </a:r>
            <a:r>
              <a:rPr lang="en-GB" sz="1200" dirty="0" err="1">
                <a:effectLst/>
                <a:latin typeface="Calibri" panose="020F0502020204030204" pitchFamily="34" charset="0"/>
                <a:ea typeface="Calibri" panose="020F0502020204030204" pitchFamily="34" charset="0"/>
                <a:cs typeface="Arial" panose="020B0604020202020204" pitchFamily="34" charset="0"/>
              </a:rPr>
              <a:t>tumor</a:t>
            </a:r>
            <a:r>
              <a:rPr lang="en-GB" sz="1200" dirty="0">
                <a:effectLst/>
                <a:latin typeface="Calibri" panose="020F0502020204030204" pitchFamily="34" charset="0"/>
                <a:ea typeface="Calibri" panose="020F0502020204030204" pitchFamily="34" charset="0"/>
                <a:cs typeface="Arial" panose="020B0604020202020204" pitchFamily="34" charset="0"/>
              </a:rPr>
              <a:t> labels. An unsupervised clustering algorithm might discern two distinct groups or clusters in the data. It's like letting the algorithm find its way without predefined answers.</a:t>
            </a:r>
            <a:endParaRPr lang="en-PS" sz="1100" dirty="0">
              <a:effectLst/>
              <a:latin typeface="Calibri" panose="020F0502020204030204" pitchFamily="34" charset="0"/>
              <a:ea typeface="Calibri" panose="020F0502020204030204" pitchFamily="34" charset="0"/>
              <a:cs typeface="Arial" panose="020B0604020202020204" pitchFamily="34" charset="0"/>
            </a:endParaRPr>
          </a:p>
          <a:p>
            <a:endParaRPr lang="en-PS" dirty="0"/>
          </a:p>
        </p:txBody>
      </p:sp>
      <p:sp>
        <p:nvSpPr>
          <p:cNvPr id="4" name="Slide Number Placeholder 3"/>
          <p:cNvSpPr>
            <a:spLocks noGrp="1"/>
          </p:cNvSpPr>
          <p:nvPr>
            <p:ph type="sldNum" sz="quarter" idx="5"/>
          </p:nvPr>
        </p:nvSpPr>
        <p:spPr/>
        <p:txBody>
          <a:bodyPr/>
          <a:lstStyle/>
          <a:p>
            <a:fld id="{1CF3B25D-B887-DA4F-BF83-10AF44A2CD22}" type="slidenum">
              <a:rPr lang="en-PS" smtClean="0"/>
              <a:t>12</a:t>
            </a:fld>
            <a:endParaRPr lang="en-PS"/>
          </a:p>
        </p:txBody>
      </p:sp>
    </p:spTree>
    <p:extLst>
      <p:ext uri="{BB962C8B-B14F-4D97-AF65-F5344CB8AC3E}">
        <p14:creationId xmlns:p14="http://schemas.microsoft.com/office/powerpoint/2010/main" val="3819636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4188" y="503238"/>
            <a:ext cx="5486400" cy="308768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Calibri" panose="020F0502020204030204" pitchFamily="34" charset="0"/>
                <a:ea typeface="Calibri" panose="020F0502020204030204" pitchFamily="34" charset="0"/>
                <a:cs typeface="Arial" panose="020B0604020202020204" pitchFamily="34" charset="0"/>
              </a:rPr>
              <a:t>Google News employs clustering to group related news articles. Using algorithms, it scans hundreds of thousands of articles daily and groups stories with similar topics together. It identifies common words in headlines to cluster articles efficiently.</a:t>
            </a:r>
            <a:endParaRPr lang="en-PS" sz="1800" dirty="0">
              <a:effectLst/>
              <a:latin typeface="Calibri" panose="020F0502020204030204" pitchFamily="34" charset="0"/>
              <a:ea typeface="Calibri" panose="020F0502020204030204" pitchFamily="34" charset="0"/>
              <a:cs typeface="Arial" panose="020B0604020202020204" pitchFamily="34" charset="0"/>
            </a:endParaRPr>
          </a:p>
          <a:p>
            <a:endParaRPr lang="en-PS" dirty="0"/>
          </a:p>
        </p:txBody>
      </p:sp>
      <p:sp>
        <p:nvSpPr>
          <p:cNvPr id="4" name="Slide Number Placeholder 3"/>
          <p:cNvSpPr>
            <a:spLocks noGrp="1"/>
          </p:cNvSpPr>
          <p:nvPr>
            <p:ph type="sldNum" sz="quarter" idx="5"/>
          </p:nvPr>
        </p:nvSpPr>
        <p:spPr/>
        <p:txBody>
          <a:bodyPr/>
          <a:lstStyle/>
          <a:p>
            <a:fld id="{1CF3B25D-B887-DA4F-BF83-10AF44A2CD22}" type="slidenum">
              <a:rPr lang="en-PS" smtClean="0"/>
              <a:t>13</a:t>
            </a:fld>
            <a:endParaRPr lang="en-PS"/>
          </a:p>
        </p:txBody>
      </p:sp>
    </p:spTree>
    <p:extLst>
      <p:ext uri="{BB962C8B-B14F-4D97-AF65-F5344CB8AC3E}">
        <p14:creationId xmlns:p14="http://schemas.microsoft.com/office/powerpoint/2010/main" val="38195036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85788" y="628650"/>
            <a:ext cx="5486400" cy="3087688"/>
          </a:xfrm>
        </p:spPr>
      </p:sp>
      <p:sp>
        <p:nvSpPr>
          <p:cNvPr id="3" name="Notes Placeholder 2"/>
          <p:cNvSpPr>
            <a:spLocks noGrp="1"/>
          </p:cNvSpPr>
          <p:nvPr>
            <p:ph type="body" idx="1"/>
          </p:nvPr>
        </p:nvSpPr>
        <p:spPr/>
        <p:txBody>
          <a:bodyPr/>
          <a:lstStyle/>
          <a:p>
            <a:r>
              <a:rPr lang="en-US" dirty="0"/>
              <a:t>Clustering: DNA Microarray Data</a:t>
            </a:r>
          </a:p>
          <a:p>
            <a:endParaRPr lang="en-US" dirty="0"/>
          </a:p>
          <a:p>
            <a:r>
              <a:rPr lang="en-US" dirty="0"/>
              <a:t>Unsupervised learning also has applications in genetic data analysis, such as DNA microarrays. These grids represent genetic activity for different individuals. Clustering algorithms can group individuals into categories based on their genetic profiles, identifying types of people or patterns without predefined labels.</a:t>
            </a:r>
          </a:p>
          <a:p>
            <a:endParaRPr lang="en-US" dirty="0"/>
          </a:p>
          <a:p>
            <a:endParaRPr lang="en-PS" dirty="0"/>
          </a:p>
        </p:txBody>
      </p:sp>
      <p:sp>
        <p:nvSpPr>
          <p:cNvPr id="4" name="Slide Number Placeholder 3"/>
          <p:cNvSpPr>
            <a:spLocks noGrp="1"/>
          </p:cNvSpPr>
          <p:nvPr>
            <p:ph type="sldNum" sz="quarter" idx="5"/>
          </p:nvPr>
        </p:nvSpPr>
        <p:spPr/>
        <p:txBody>
          <a:bodyPr/>
          <a:lstStyle/>
          <a:p>
            <a:fld id="{1CF3B25D-B887-DA4F-BF83-10AF44A2CD22}" type="slidenum">
              <a:rPr lang="en-PS" smtClean="0"/>
              <a:t>14</a:t>
            </a:fld>
            <a:endParaRPr lang="en-PS"/>
          </a:p>
        </p:txBody>
      </p:sp>
    </p:spTree>
    <p:extLst>
      <p:ext uri="{BB962C8B-B14F-4D97-AF65-F5344CB8AC3E}">
        <p14:creationId xmlns:p14="http://schemas.microsoft.com/office/powerpoint/2010/main" val="14837078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03238"/>
            <a:ext cx="5486400" cy="3087687"/>
          </a:xfrm>
        </p:spPr>
      </p:sp>
      <p:sp>
        <p:nvSpPr>
          <p:cNvPr id="3" name="Notes Placeholder 2"/>
          <p:cNvSpPr>
            <a:spLocks noGrp="1"/>
          </p:cNvSpPr>
          <p:nvPr>
            <p:ph type="body" idx="1"/>
          </p:nvPr>
        </p:nvSpPr>
        <p:spPr/>
        <p:txBody>
          <a:bodyPr/>
          <a:lstStyle/>
          <a:p>
            <a:r>
              <a:rPr lang="en-US" dirty="0"/>
              <a:t>Market Segmentation - Unsupervised Learning for Businesses</a:t>
            </a:r>
          </a:p>
          <a:p>
            <a:r>
              <a:rPr lang="en-US" dirty="0"/>
              <a:t>Businesses use unsupervised learning for market segmentation. By analyzing customer data, companies can automatically group customers into segments. For instance, identifying different customer motivations or behaviors within a community without prior labels.</a:t>
            </a:r>
          </a:p>
          <a:p>
            <a:endParaRPr lang="en-US" dirty="0"/>
          </a:p>
          <a:p>
            <a:r>
              <a:rPr lang="en-US" dirty="0"/>
              <a:t>Applying Unsupervised Learning to Community Insights</a:t>
            </a:r>
          </a:p>
          <a:p>
            <a:r>
              <a:rPr lang="en-US" dirty="0"/>
              <a:t>In a research project, the Deep Learning AI team applied unsupervised learning to understand their community better. They found distinct groups with unique motivations: knowledge seekers, career developers, and AI enthusiasts. This helped them tailor their services to better serve their community.</a:t>
            </a:r>
          </a:p>
          <a:p>
            <a:endParaRPr lang="en-US" dirty="0"/>
          </a:p>
          <a:p>
            <a:endParaRPr lang="en-US" dirty="0"/>
          </a:p>
          <a:p>
            <a:endParaRPr lang="en-PS" dirty="0"/>
          </a:p>
        </p:txBody>
      </p:sp>
      <p:sp>
        <p:nvSpPr>
          <p:cNvPr id="4" name="Slide Number Placeholder 3"/>
          <p:cNvSpPr>
            <a:spLocks noGrp="1"/>
          </p:cNvSpPr>
          <p:nvPr>
            <p:ph type="sldNum" sz="quarter" idx="5"/>
          </p:nvPr>
        </p:nvSpPr>
        <p:spPr/>
        <p:txBody>
          <a:bodyPr/>
          <a:lstStyle/>
          <a:p>
            <a:fld id="{1CF3B25D-B887-DA4F-BF83-10AF44A2CD22}" type="slidenum">
              <a:rPr lang="en-PS" smtClean="0"/>
              <a:t>15</a:t>
            </a:fld>
            <a:endParaRPr lang="en-PS"/>
          </a:p>
        </p:txBody>
      </p:sp>
    </p:spTree>
    <p:extLst>
      <p:ext uri="{BB962C8B-B14F-4D97-AF65-F5344CB8AC3E}">
        <p14:creationId xmlns:p14="http://schemas.microsoft.com/office/powerpoint/2010/main" val="24670853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304800"/>
            <a:ext cx="5486400" cy="3087688"/>
          </a:xfrm>
        </p:spPr>
      </p:sp>
      <p:sp>
        <p:nvSpPr>
          <p:cNvPr id="3" name="Notes Placeholder 2"/>
          <p:cNvSpPr>
            <a:spLocks noGrp="1"/>
          </p:cNvSpPr>
          <p:nvPr>
            <p:ph type="body" idx="1"/>
          </p:nvPr>
        </p:nvSpPr>
        <p:spPr/>
        <p:txBody>
          <a:bodyPr/>
          <a:lstStyle/>
          <a:p>
            <a:endParaRPr lang="en-PS"/>
          </a:p>
        </p:txBody>
      </p:sp>
      <p:sp>
        <p:nvSpPr>
          <p:cNvPr id="4" name="Slide Number Placeholder 3"/>
          <p:cNvSpPr>
            <a:spLocks noGrp="1"/>
          </p:cNvSpPr>
          <p:nvPr>
            <p:ph type="sldNum" sz="quarter" idx="5"/>
          </p:nvPr>
        </p:nvSpPr>
        <p:spPr/>
        <p:txBody>
          <a:bodyPr/>
          <a:lstStyle/>
          <a:p>
            <a:fld id="{1CF3B25D-B887-DA4F-BF83-10AF44A2CD22}" type="slidenum">
              <a:rPr lang="en-PS" smtClean="0"/>
              <a:t>16</a:t>
            </a:fld>
            <a:endParaRPr lang="en-PS"/>
          </a:p>
        </p:txBody>
      </p:sp>
    </p:spTree>
    <p:extLst>
      <p:ext uri="{BB962C8B-B14F-4D97-AF65-F5344CB8AC3E}">
        <p14:creationId xmlns:p14="http://schemas.microsoft.com/office/powerpoint/2010/main" val="6907046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304800"/>
            <a:ext cx="5486400" cy="3087688"/>
          </a:xfrm>
        </p:spPr>
      </p:sp>
      <p:sp>
        <p:nvSpPr>
          <p:cNvPr id="3" name="Notes Placeholder 2"/>
          <p:cNvSpPr>
            <a:spLocks noGrp="1"/>
          </p:cNvSpPr>
          <p:nvPr>
            <p:ph type="body" idx="1"/>
          </p:nvPr>
        </p:nvSpPr>
        <p:spPr/>
        <p:txBody>
          <a:bodyPr/>
          <a:lstStyle/>
          <a:p>
            <a:r>
              <a:rPr lang="en-US" dirty="0"/>
              <a:t>In unsupervised learning, the data is provided with inputs (X) but lacks output labels (Y). The primary objective in unsupervised learning is to discover underlying patterns, structures, or interesting information within the data. You already explored one type of unsupervised learning, clustering, in which similar data points are grouped together.</a:t>
            </a:r>
          </a:p>
          <a:p>
            <a:endParaRPr lang="en-US" dirty="0"/>
          </a:p>
          <a:p>
            <a:r>
              <a:rPr lang="en-US" dirty="0"/>
              <a:t>In this specialization, you will delve into unsupervised learning further, focusing on three key types:</a:t>
            </a:r>
          </a:p>
          <a:p>
            <a:endParaRPr lang="en-US" dirty="0"/>
          </a:p>
          <a:p>
            <a:r>
              <a:rPr lang="en-US" dirty="0"/>
              <a:t>•	Clustering: The clustering algorithm groups similar data points together.</a:t>
            </a:r>
          </a:p>
          <a:p>
            <a:endParaRPr lang="en-US" dirty="0"/>
          </a:p>
          <a:p>
            <a:r>
              <a:rPr lang="en-US" dirty="0"/>
              <a:t>•	Anomaly Detection: Used to identify unusual events, this is crucial in applications like fraud detection in financial systems.</a:t>
            </a:r>
          </a:p>
          <a:p>
            <a:endParaRPr lang="en-US" dirty="0"/>
          </a:p>
          <a:p>
            <a:r>
              <a:rPr lang="en-US" dirty="0"/>
              <a:t>•	Dimensionality Reduction: This technique enables the transformation of a large dataset into a much smaller one, preserving the essential information.</a:t>
            </a:r>
          </a:p>
          <a:p>
            <a:endParaRPr lang="en-US" dirty="0"/>
          </a:p>
          <a:p>
            <a:r>
              <a:rPr lang="en-US" dirty="0"/>
              <a:t>The concepts of anomaly detection and dimensionality reduction will become clearer as you progress through the specialization.</a:t>
            </a:r>
          </a:p>
          <a:p>
            <a:endParaRPr lang="en-US" dirty="0"/>
          </a:p>
          <a:p>
            <a:endParaRPr lang="en-PS" dirty="0"/>
          </a:p>
        </p:txBody>
      </p:sp>
      <p:sp>
        <p:nvSpPr>
          <p:cNvPr id="4" name="Slide Number Placeholder 3"/>
          <p:cNvSpPr>
            <a:spLocks noGrp="1"/>
          </p:cNvSpPr>
          <p:nvPr>
            <p:ph type="sldNum" sz="quarter" idx="5"/>
          </p:nvPr>
        </p:nvSpPr>
        <p:spPr/>
        <p:txBody>
          <a:bodyPr/>
          <a:lstStyle/>
          <a:p>
            <a:fld id="{1CF3B25D-B887-DA4F-BF83-10AF44A2CD22}" type="slidenum">
              <a:rPr lang="en-PS" smtClean="0"/>
              <a:t>17</a:t>
            </a:fld>
            <a:endParaRPr lang="en-PS"/>
          </a:p>
        </p:txBody>
      </p:sp>
    </p:spTree>
    <p:extLst>
      <p:ext uri="{BB962C8B-B14F-4D97-AF65-F5344CB8AC3E}">
        <p14:creationId xmlns:p14="http://schemas.microsoft.com/office/powerpoint/2010/main" val="36356047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Understanding with an Example</a:t>
            </a:r>
          </a:p>
          <a:p>
            <a:endParaRPr lang="en-US" dirty="0"/>
          </a:p>
          <a:p>
            <a:r>
              <a:rPr lang="en-US" dirty="0"/>
              <a:t>Now, let's test your understanding. Please select which of the following examples are instances of unsupervised learning:</a:t>
            </a:r>
          </a:p>
          <a:p>
            <a:endParaRPr lang="en-US" dirty="0"/>
          </a:p>
          <a:p>
            <a:r>
              <a:rPr lang="en-US" dirty="0"/>
              <a:t>Spam filtering based on labeled data.</a:t>
            </a:r>
          </a:p>
          <a:p>
            <a:endParaRPr lang="en-US" dirty="0"/>
          </a:p>
          <a:p>
            <a:r>
              <a:rPr lang="en-US" dirty="0"/>
              <a:t>Grouping news articles using a clustering algorithm.</a:t>
            </a:r>
          </a:p>
          <a:p>
            <a:endParaRPr lang="en-US" dirty="0"/>
          </a:p>
          <a:p>
            <a:r>
              <a:rPr lang="en-US" dirty="0"/>
              <a:t>Market segmentation based on customer data.</a:t>
            </a:r>
          </a:p>
          <a:p>
            <a:endParaRPr lang="en-US" dirty="0"/>
          </a:p>
          <a:p>
            <a:r>
              <a:rPr lang="en-US" dirty="0"/>
              <a:t>Diagnosing diabetes with labeled data.</a:t>
            </a:r>
          </a:p>
          <a:p>
            <a:endParaRPr lang="en-US" dirty="0"/>
          </a:p>
          <a:p>
            <a:r>
              <a:rPr lang="en-US" dirty="0"/>
              <a:t>You should recognize that spam filtering and diagnosing diabetes with labeled data are supervised learning tasks since they have predefined labels (Y). In contrast, grouping news articles and market segmentation are unsupervised learning tasks since they involve uncovering patterns or structures in the data without predefined output labels.</a:t>
            </a:r>
          </a:p>
          <a:p>
            <a:endParaRPr lang="en-US" dirty="0"/>
          </a:p>
          <a:p>
            <a:r>
              <a:rPr lang="en-US" dirty="0"/>
              <a:t>In the upcoming sections, we'll dive deeper into anomaly detection and dimensionality reduction, expanding your understanding of unsupervised learning.</a:t>
            </a:r>
          </a:p>
          <a:p>
            <a:endParaRPr lang="en-US" dirty="0"/>
          </a:p>
          <a:p>
            <a:endParaRPr lang="en-PS" dirty="0"/>
          </a:p>
        </p:txBody>
      </p:sp>
      <p:sp>
        <p:nvSpPr>
          <p:cNvPr id="4" name="Slide Number Placeholder 3"/>
          <p:cNvSpPr>
            <a:spLocks noGrp="1"/>
          </p:cNvSpPr>
          <p:nvPr>
            <p:ph type="sldNum" sz="quarter" idx="5"/>
          </p:nvPr>
        </p:nvSpPr>
        <p:spPr/>
        <p:txBody>
          <a:bodyPr/>
          <a:lstStyle/>
          <a:p>
            <a:fld id="{686E7311-2DAC-1642-96F2-A6CF32B38FB3}" type="slidenum">
              <a:rPr lang="en-PS" smtClean="0"/>
              <a:t>18</a:t>
            </a:fld>
            <a:endParaRPr lang="en-PS"/>
          </a:p>
        </p:txBody>
      </p:sp>
    </p:spTree>
    <p:extLst>
      <p:ext uri="{BB962C8B-B14F-4D97-AF65-F5344CB8AC3E}">
        <p14:creationId xmlns:p14="http://schemas.microsoft.com/office/powerpoint/2010/main" val="1726887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60B33-551A-DA24-1361-814CAB0170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S"/>
          </a:p>
        </p:txBody>
      </p:sp>
      <p:sp>
        <p:nvSpPr>
          <p:cNvPr id="3" name="Subtitle 2">
            <a:extLst>
              <a:ext uri="{FF2B5EF4-FFF2-40B4-BE49-F238E27FC236}">
                <a16:creationId xmlns:a16="http://schemas.microsoft.com/office/drawing/2014/main" id="{6B090925-073D-90B6-4457-3D055C6689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S"/>
          </a:p>
        </p:txBody>
      </p:sp>
      <p:sp>
        <p:nvSpPr>
          <p:cNvPr id="4" name="Date Placeholder 3">
            <a:extLst>
              <a:ext uri="{FF2B5EF4-FFF2-40B4-BE49-F238E27FC236}">
                <a16:creationId xmlns:a16="http://schemas.microsoft.com/office/drawing/2014/main" id="{3F08D890-79C3-FADA-8411-F297BD8C6144}"/>
              </a:ext>
            </a:extLst>
          </p:cNvPr>
          <p:cNvSpPr>
            <a:spLocks noGrp="1"/>
          </p:cNvSpPr>
          <p:nvPr>
            <p:ph type="dt" sz="half" idx="10"/>
          </p:nvPr>
        </p:nvSpPr>
        <p:spPr/>
        <p:txBody>
          <a:bodyPr/>
          <a:lstStyle/>
          <a:p>
            <a:fld id="{A10A0EF7-562C-3D41-BC0F-EB5E5BF6DE7D}" type="datetime1">
              <a:rPr lang="en-US" smtClean="0"/>
              <a:t>11/15/25</a:t>
            </a:fld>
            <a:endParaRPr lang="en-PS"/>
          </a:p>
        </p:txBody>
      </p:sp>
      <p:sp>
        <p:nvSpPr>
          <p:cNvPr id="5" name="Footer Placeholder 4">
            <a:extLst>
              <a:ext uri="{FF2B5EF4-FFF2-40B4-BE49-F238E27FC236}">
                <a16:creationId xmlns:a16="http://schemas.microsoft.com/office/drawing/2014/main" id="{FC1073FC-0D9B-911B-692E-A3222E40B3B8}"/>
              </a:ext>
            </a:extLst>
          </p:cNvPr>
          <p:cNvSpPr>
            <a:spLocks noGrp="1"/>
          </p:cNvSpPr>
          <p:nvPr>
            <p:ph type="ftr" sz="quarter" idx="11"/>
          </p:nvPr>
        </p:nvSpPr>
        <p:spPr/>
        <p:txBody>
          <a:bodyPr/>
          <a:lstStyle/>
          <a:p>
            <a:r>
              <a:rPr lang="en-US"/>
              <a:t>Andrew Ng</a:t>
            </a:r>
            <a:endParaRPr lang="en-PS"/>
          </a:p>
        </p:txBody>
      </p:sp>
      <p:sp>
        <p:nvSpPr>
          <p:cNvPr id="6" name="Slide Number Placeholder 5">
            <a:extLst>
              <a:ext uri="{FF2B5EF4-FFF2-40B4-BE49-F238E27FC236}">
                <a16:creationId xmlns:a16="http://schemas.microsoft.com/office/drawing/2014/main" id="{BC121E0F-7275-AD1E-A23F-9588F6B9EB84}"/>
              </a:ext>
            </a:extLst>
          </p:cNvPr>
          <p:cNvSpPr>
            <a:spLocks noGrp="1"/>
          </p:cNvSpPr>
          <p:nvPr>
            <p:ph type="sldNum" sz="quarter" idx="12"/>
          </p:nvPr>
        </p:nvSpPr>
        <p:spPr/>
        <p:txBody>
          <a:bodyPr/>
          <a:lstStyle/>
          <a:p>
            <a:fld id="{EB17D4FA-7C84-BF4C-87EB-41A15D920012}" type="slidenum">
              <a:rPr lang="en-PS" smtClean="0"/>
              <a:t>‹#›</a:t>
            </a:fld>
            <a:endParaRPr lang="en-PS"/>
          </a:p>
        </p:txBody>
      </p:sp>
    </p:spTree>
    <p:extLst>
      <p:ext uri="{BB962C8B-B14F-4D97-AF65-F5344CB8AC3E}">
        <p14:creationId xmlns:p14="http://schemas.microsoft.com/office/powerpoint/2010/main" val="2509967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5588D-42BC-1C4D-6BD1-FE43449A8F36}"/>
              </a:ext>
            </a:extLst>
          </p:cNvPr>
          <p:cNvSpPr>
            <a:spLocks noGrp="1"/>
          </p:cNvSpPr>
          <p:nvPr>
            <p:ph type="title"/>
          </p:nvPr>
        </p:nvSpPr>
        <p:spPr/>
        <p:txBody>
          <a:bodyPr/>
          <a:lstStyle/>
          <a:p>
            <a:r>
              <a:rPr lang="en-US"/>
              <a:t>Click to edit Master title style</a:t>
            </a:r>
            <a:endParaRPr lang="en-PS"/>
          </a:p>
        </p:txBody>
      </p:sp>
      <p:sp>
        <p:nvSpPr>
          <p:cNvPr id="3" name="Content Placeholder 2">
            <a:extLst>
              <a:ext uri="{FF2B5EF4-FFF2-40B4-BE49-F238E27FC236}">
                <a16:creationId xmlns:a16="http://schemas.microsoft.com/office/drawing/2014/main" id="{024E625C-E13B-7F2F-48F6-06949652D9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DA684C7E-6F2F-2E74-B822-CDAD8407DDE1}"/>
              </a:ext>
            </a:extLst>
          </p:cNvPr>
          <p:cNvSpPr>
            <a:spLocks noGrp="1"/>
          </p:cNvSpPr>
          <p:nvPr>
            <p:ph type="dt" sz="half" idx="10"/>
          </p:nvPr>
        </p:nvSpPr>
        <p:spPr/>
        <p:txBody>
          <a:bodyPr/>
          <a:lstStyle/>
          <a:p>
            <a:fld id="{070F87B3-B8D6-4C41-9D2E-791B87FC0D0A}" type="datetime1">
              <a:rPr lang="en-US" smtClean="0"/>
              <a:t>11/15/25</a:t>
            </a:fld>
            <a:endParaRPr lang="en-PS"/>
          </a:p>
        </p:txBody>
      </p:sp>
      <p:sp>
        <p:nvSpPr>
          <p:cNvPr id="5" name="Footer Placeholder 4">
            <a:extLst>
              <a:ext uri="{FF2B5EF4-FFF2-40B4-BE49-F238E27FC236}">
                <a16:creationId xmlns:a16="http://schemas.microsoft.com/office/drawing/2014/main" id="{5A0E1343-24C0-CE3E-449F-EC8D75C7125D}"/>
              </a:ext>
            </a:extLst>
          </p:cNvPr>
          <p:cNvSpPr>
            <a:spLocks noGrp="1"/>
          </p:cNvSpPr>
          <p:nvPr>
            <p:ph type="ftr" sz="quarter" idx="11"/>
          </p:nvPr>
        </p:nvSpPr>
        <p:spPr/>
        <p:txBody>
          <a:bodyPr/>
          <a:lstStyle/>
          <a:p>
            <a:r>
              <a:rPr lang="en-US"/>
              <a:t>Andrew Ng</a:t>
            </a:r>
            <a:endParaRPr lang="en-PS"/>
          </a:p>
        </p:txBody>
      </p:sp>
      <p:sp>
        <p:nvSpPr>
          <p:cNvPr id="6" name="Slide Number Placeholder 5">
            <a:extLst>
              <a:ext uri="{FF2B5EF4-FFF2-40B4-BE49-F238E27FC236}">
                <a16:creationId xmlns:a16="http://schemas.microsoft.com/office/drawing/2014/main" id="{AB474B2C-DE45-FC7F-9378-5F441D5CAD43}"/>
              </a:ext>
            </a:extLst>
          </p:cNvPr>
          <p:cNvSpPr>
            <a:spLocks noGrp="1"/>
          </p:cNvSpPr>
          <p:nvPr>
            <p:ph type="sldNum" sz="quarter" idx="12"/>
          </p:nvPr>
        </p:nvSpPr>
        <p:spPr/>
        <p:txBody>
          <a:bodyPr/>
          <a:lstStyle/>
          <a:p>
            <a:fld id="{EB17D4FA-7C84-BF4C-87EB-41A15D920012}" type="slidenum">
              <a:rPr lang="en-PS" smtClean="0"/>
              <a:t>‹#›</a:t>
            </a:fld>
            <a:endParaRPr lang="en-PS"/>
          </a:p>
        </p:txBody>
      </p:sp>
    </p:spTree>
    <p:extLst>
      <p:ext uri="{BB962C8B-B14F-4D97-AF65-F5344CB8AC3E}">
        <p14:creationId xmlns:p14="http://schemas.microsoft.com/office/powerpoint/2010/main" val="119509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F7404-E604-BE68-EC1D-7C7FAFB115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S"/>
          </a:p>
        </p:txBody>
      </p:sp>
      <p:sp>
        <p:nvSpPr>
          <p:cNvPr id="3" name="Text Placeholder 2">
            <a:extLst>
              <a:ext uri="{FF2B5EF4-FFF2-40B4-BE49-F238E27FC236}">
                <a16:creationId xmlns:a16="http://schemas.microsoft.com/office/drawing/2014/main" id="{DA68627E-A5C6-0C64-E159-082D943509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815AEB-2E2B-F6AE-6C3A-D21D81A6C57E}"/>
              </a:ext>
            </a:extLst>
          </p:cNvPr>
          <p:cNvSpPr>
            <a:spLocks noGrp="1"/>
          </p:cNvSpPr>
          <p:nvPr>
            <p:ph type="dt" sz="half" idx="10"/>
          </p:nvPr>
        </p:nvSpPr>
        <p:spPr/>
        <p:txBody>
          <a:bodyPr/>
          <a:lstStyle/>
          <a:p>
            <a:fld id="{F0D6A03D-5687-1747-B5D9-425B3B025375}" type="datetime1">
              <a:rPr lang="en-US" smtClean="0"/>
              <a:t>11/15/25</a:t>
            </a:fld>
            <a:endParaRPr lang="en-PS"/>
          </a:p>
        </p:txBody>
      </p:sp>
      <p:sp>
        <p:nvSpPr>
          <p:cNvPr id="5" name="Footer Placeholder 4">
            <a:extLst>
              <a:ext uri="{FF2B5EF4-FFF2-40B4-BE49-F238E27FC236}">
                <a16:creationId xmlns:a16="http://schemas.microsoft.com/office/drawing/2014/main" id="{7E2B505E-50BF-82C7-9CAE-01105F26B9D8}"/>
              </a:ext>
            </a:extLst>
          </p:cNvPr>
          <p:cNvSpPr>
            <a:spLocks noGrp="1"/>
          </p:cNvSpPr>
          <p:nvPr>
            <p:ph type="ftr" sz="quarter" idx="11"/>
          </p:nvPr>
        </p:nvSpPr>
        <p:spPr/>
        <p:txBody>
          <a:bodyPr/>
          <a:lstStyle/>
          <a:p>
            <a:r>
              <a:rPr lang="en-US"/>
              <a:t>Andrew Ng</a:t>
            </a:r>
            <a:endParaRPr lang="en-PS"/>
          </a:p>
        </p:txBody>
      </p:sp>
      <p:sp>
        <p:nvSpPr>
          <p:cNvPr id="6" name="Slide Number Placeholder 5">
            <a:extLst>
              <a:ext uri="{FF2B5EF4-FFF2-40B4-BE49-F238E27FC236}">
                <a16:creationId xmlns:a16="http://schemas.microsoft.com/office/drawing/2014/main" id="{9C307976-68E5-E221-C775-6B76E3A2DE0B}"/>
              </a:ext>
            </a:extLst>
          </p:cNvPr>
          <p:cNvSpPr>
            <a:spLocks noGrp="1"/>
          </p:cNvSpPr>
          <p:nvPr>
            <p:ph type="sldNum" sz="quarter" idx="12"/>
          </p:nvPr>
        </p:nvSpPr>
        <p:spPr/>
        <p:txBody>
          <a:bodyPr/>
          <a:lstStyle/>
          <a:p>
            <a:fld id="{EB17D4FA-7C84-BF4C-87EB-41A15D920012}" type="slidenum">
              <a:rPr lang="en-PS" smtClean="0"/>
              <a:t>‹#›</a:t>
            </a:fld>
            <a:endParaRPr lang="en-PS"/>
          </a:p>
        </p:txBody>
      </p:sp>
    </p:spTree>
    <p:extLst>
      <p:ext uri="{BB962C8B-B14F-4D97-AF65-F5344CB8AC3E}">
        <p14:creationId xmlns:p14="http://schemas.microsoft.com/office/powerpoint/2010/main" val="3202922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2B164-68C3-6E18-6A7B-A7DF9CBBCAC4}"/>
              </a:ext>
            </a:extLst>
          </p:cNvPr>
          <p:cNvSpPr>
            <a:spLocks noGrp="1"/>
          </p:cNvSpPr>
          <p:nvPr>
            <p:ph type="title"/>
          </p:nvPr>
        </p:nvSpPr>
        <p:spPr/>
        <p:txBody>
          <a:bodyPr/>
          <a:lstStyle/>
          <a:p>
            <a:r>
              <a:rPr lang="en-US"/>
              <a:t>Click to edit Master title style</a:t>
            </a:r>
            <a:endParaRPr lang="en-PS"/>
          </a:p>
        </p:txBody>
      </p:sp>
      <p:sp>
        <p:nvSpPr>
          <p:cNvPr id="3" name="Content Placeholder 2">
            <a:extLst>
              <a:ext uri="{FF2B5EF4-FFF2-40B4-BE49-F238E27FC236}">
                <a16:creationId xmlns:a16="http://schemas.microsoft.com/office/drawing/2014/main" id="{07FF5588-2E06-08A9-7C54-ACC1F2208D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Content Placeholder 3">
            <a:extLst>
              <a:ext uri="{FF2B5EF4-FFF2-40B4-BE49-F238E27FC236}">
                <a16:creationId xmlns:a16="http://schemas.microsoft.com/office/drawing/2014/main" id="{C71844E4-4D80-0834-29DA-F0AAC772FC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5" name="Date Placeholder 4">
            <a:extLst>
              <a:ext uri="{FF2B5EF4-FFF2-40B4-BE49-F238E27FC236}">
                <a16:creationId xmlns:a16="http://schemas.microsoft.com/office/drawing/2014/main" id="{0A62431C-A2BA-3B15-446E-0C7D1714AE8D}"/>
              </a:ext>
            </a:extLst>
          </p:cNvPr>
          <p:cNvSpPr>
            <a:spLocks noGrp="1"/>
          </p:cNvSpPr>
          <p:nvPr>
            <p:ph type="dt" sz="half" idx="10"/>
          </p:nvPr>
        </p:nvSpPr>
        <p:spPr/>
        <p:txBody>
          <a:bodyPr/>
          <a:lstStyle/>
          <a:p>
            <a:fld id="{68663D42-E094-8F41-ACAD-B8D07E49EC85}" type="datetime1">
              <a:rPr lang="en-US" smtClean="0"/>
              <a:t>11/15/25</a:t>
            </a:fld>
            <a:endParaRPr lang="en-PS"/>
          </a:p>
        </p:txBody>
      </p:sp>
      <p:sp>
        <p:nvSpPr>
          <p:cNvPr id="6" name="Footer Placeholder 5">
            <a:extLst>
              <a:ext uri="{FF2B5EF4-FFF2-40B4-BE49-F238E27FC236}">
                <a16:creationId xmlns:a16="http://schemas.microsoft.com/office/drawing/2014/main" id="{BD8D96A8-4325-2AE8-D1D8-ADF08D8A398D}"/>
              </a:ext>
            </a:extLst>
          </p:cNvPr>
          <p:cNvSpPr>
            <a:spLocks noGrp="1"/>
          </p:cNvSpPr>
          <p:nvPr>
            <p:ph type="ftr" sz="quarter" idx="11"/>
          </p:nvPr>
        </p:nvSpPr>
        <p:spPr/>
        <p:txBody>
          <a:bodyPr/>
          <a:lstStyle/>
          <a:p>
            <a:r>
              <a:rPr lang="en-US"/>
              <a:t>Andrew Ng</a:t>
            </a:r>
            <a:endParaRPr lang="en-PS"/>
          </a:p>
        </p:txBody>
      </p:sp>
      <p:sp>
        <p:nvSpPr>
          <p:cNvPr id="7" name="Slide Number Placeholder 6">
            <a:extLst>
              <a:ext uri="{FF2B5EF4-FFF2-40B4-BE49-F238E27FC236}">
                <a16:creationId xmlns:a16="http://schemas.microsoft.com/office/drawing/2014/main" id="{0517EF1D-72CF-EBCF-C898-6D785A0AC033}"/>
              </a:ext>
            </a:extLst>
          </p:cNvPr>
          <p:cNvSpPr>
            <a:spLocks noGrp="1"/>
          </p:cNvSpPr>
          <p:nvPr>
            <p:ph type="sldNum" sz="quarter" idx="12"/>
          </p:nvPr>
        </p:nvSpPr>
        <p:spPr/>
        <p:txBody>
          <a:bodyPr/>
          <a:lstStyle/>
          <a:p>
            <a:fld id="{EB17D4FA-7C84-BF4C-87EB-41A15D920012}" type="slidenum">
              <a:rPr lang="en-PS" smtClean="0"/>
              <a:t>‹#›</a:t>
            </a:fld>
            <a:endParaRPr lang="en-PS"/>
          </a:p>
        </p:txBody>
      </p:sp>
    </p:spTree>
    <p:extLst>
      <p:ext uri="{BB962C8B-B14F-4D97-AF65-F5344CB8AC3E}">
        <p14:creationId xmlns:p14="http://schemas.microsoft.com/office/powerpoint/2010/main" val="1764150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0AC0D-D319-F761-ABA5-103F582B912A}"/>
              </a:ext>
            </a:extLst>
          </p:cNvPr>
          <p:cNvSpPr>
            <a:spLocks noGrp="1"/>
          </p:cNvSpPr>
          <p:nvPr>
            <p:ph type="title"/>
          </p:nvPr>
        </p:nvSpPr>
        <p:spPr>
          <a:xfrm>
            <a:off x="839788" y="365125"/>
            <a:ext cx="10515600" cy="1325563"/>
          </a:xfrm>
        </p:spPr>
        <p:txBody>
          <a:bodyPr/>
          <a:lstStyle/>
          <a:p>
            <a:r>
              <a:rPr lang="en-US"/>
              <a:t>Click to edit Master title style</a:t>
            </a:r>
            <a:endParaRPr lang="en-PS"/>
          </a:p>
        </p:txBody>
      </p:sp>
      <p:sp>
        <p:nvSpPr>
          <p:cNvPr id="3" name="Text Placeholder 2">
            <a:extLst>
              <a:ext uri="{FF2B5EF4-FFF2-40B4-BE49-F238E27FC236}">
                <a16:creationId xmlns:a16="http://schemas.microsoft.com/office/drawing/2014/main" id="{4A55CFCC-6F7E-C790-6454-B1F1BA7662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32E8FA-8752-D041-A691-C886B352B9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5" name="Text Placeholder 4">
            <a:extLst>
              <a:ext uri="{FF2B5EF4-FFF2-40B4-BE49-F238E27FC236}">
                <a16:creationId xmlns:a16="http://schemas.microsoft.com/office/drawing/2014/main" id="{62A9BE03-292D-C0FD-5357-22D4EF9C5A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AC844E-290B-278C-8764-ABC523C01F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7" name="Date Placeholder 6">
            <a:extLst>
              <a:ext uri="{FF2B5EF4-FFF2-40B4-BE49-F238E27FC236}">
                <a16:creationId xmlns:a16="http://schemas.microsoft.com/office/drawing/2014/main" id="{C9E67870-CE54-E012-CF41-2E74FF322B64}"/>
              </a:ext>
            </a:extLst>
          </p:cNvPr>
          <p:cNvSpPr>
            <a:spLocks noGrp="1"/>
          </p:cNvSpPr>
          <p:nvPr>
            <p:ph type="dt" sz="half" idx="10"/>
          </p:nvPr>
        </p:nvSpPr>
        <p:spPr/>
        <p:txBody>
          <a:bodyPr/>
          <a:lstStyle/>
          <a:p>
            <a:fld id="{D5DD8E09-B70B-B442-ABB3-01EAD4E09AF4}" type="datetime1">
              <a:rPr lang="en-US" smtClean="0"/>
              <a:t>11/15/25</a:t>
            </a:fld>
            <a:endParaRPr lang="en-PS"/>
          </a:p>
        </p:txBody>
      </p:sp>
      <p:sp>
        <p:nvSpPr>
          <p:cNvPr id="8" name="Footer Placeholder 7">
            <a:extLst>
              <a:ext uri="{FF2B5EF4-FFF2-40B4-BE49-F238E27FC236}">
                <a16:creationId xmlns:a16="http://schemas.microsoft.com/office/drawing/2014/main" id="{986ADFBA-8FC6-65AA-0FA4-A6343E107924}"/>
              </a:ext>
            </a:extLst>
          </p:cNvPr>
          <p:cNvSpPr>
            <a:spLocks noGrp="1"/>
          </p:cNvSpPr>
          <p:nvPr>
            <p:ph type="ftr" sz="quarter" idx="11"/>
          </p:nvPr>
        </p:nvSpPr>
        <p:spPr/>
        <p:txBody>
          <a:bodyPr/>
          <a:lstStyle/>
          <a:p>
            <a:r>
              <a:rPr lang="en-US"/>
              <a:t>Andrew Ng</a:t>
            </a:r>
            <a:endParaRPr lang="en-PS"/>
          </a:p>
        </p:txBody>
      </p:sp>
      <p:sp>
        <p:nvSpPr>
          <p:cNvPr id="9" name="Slide Number Placeholder 8">
            <a:extLst>
              <a:ext uri="{FF2B5EF4-FFF2-40B4-BE49-F238E27FC236}">
                <a16:creationId xmlns:a16="http://schemas.microsoft.com/office/drawing/2014/main" id="{EFA35BC8-30A0-1A05-B8A3-479EB033CDE6}"/>
              </a:ext>
            </a:extLst>
          </p:cNvPr>
          <p:cNvSpPr>
            <a:spLocks noGrp="1"/>
          </p:cNvSpPr>
          <p:nvPr>
            <p:ph type="sldNum" sz="quarter" idx="12"/>
          </p:nvPr>
        </p:nvSpPr>
        <p:spPr/>
        <p:txBody>
          <a:bodyPr/>
          <a:lstStyle/>
          <a:p>
            <a:fld id="{EB17D4FA-7C84-BF4C-87EB-41A15D920012}" type="slidenum">
              <a:rPr lang="en-PS" smtClean="0"/>
              <a:t>‹#›</a:t>
            </a:fld>
            <a:endParaRPr lang="en-PS"/>
          </a:p>
        </p:txBody>
      </p:sp>
    </p:spTree>
    <p:extLst>
      <p:ext uri="{BB962C8B-B14F-4D97-AF65-F5344CB8AC3E}">
        <p14:creationId xmlns:p14="http://schemas.microsoft.com/office/powerpoint/2010/main" val="410418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F457A-20A0-FFF3-6F37-F061AD51A15C}"/>
              </a:ext>
            </a:extLst>
          </p:cNvPr>
          <p:cNvSpPr>
            <a:spLocks noGrp="1"/>
          </p:cNvSpPr>
          <p:nvPr>
            <p:ph type="title"/>
          </p:nvPr>
        </p:nvSpPr>
        <p:spPr/>
        <p:txBody>
          <a:bodyPr/>
          <a:lstStyle/>
          <a:p>
            <a:r>
              <a:rPr lang="en-US"/>
              <a:t>Click to edit Master title style</a:t>
            </a:r>
            <a:endParaRPr lang="en-PS"/>
          </a:p>
        </p:txBody>
      </p:sp>
      <p:sp>
        <p:nvSpPr>
          <p:cNvPr id="3" name="Date Placeholder 2">
            <a:extLst>
              <a:ext uri="{FF2B5EF4-FFF2-40B4-BE49-F238E27FC236}">
                <a16:creationId xmlns:a16="http://schemas.microsoft.com/office/drawing/2014/main" id="{6F54F784-AB89-0044-479F-3414124E7588}"/>
              </a:ext>
            </a:extLst>
          </p:cNvPr>
          <p:cNvSpPr>
            <a:spLocks noGrp="1"/>
          </p:cNvSpPr>
          <p:nvPr>
            <p:ph type="dt" sz="half" idx="10"/>
          </p:nvPr>
        </p:nvSpPr>
        <p:spPr/>
        <p:txBody>
          <a:bodyPr/>
          <a:lstStyle/>
          <a:p>
            <a:fld id="{950C2782-CB3F-7047-997C-C227E0BE96D6}" type="datetime1">
              <a:rPr lang="en-US" smtClean="0"/>
              <a:t>11/15/25</a:t>
            </a:fld>
            <a:endParaRPr lang="en-PS"/>
          </a:p>
        </p:txBody>
      </p:sp>
      <p:sp>
        <p:nvSpPr>
          <p:cNvPr id="4" name="Footer Placeholder 3">
            <a:extLst>
              <a:ext uri="{FF2B5EF4-FFF2-40B4-BE49-F238E27FC236}">
                <a16:creationId xmlns:a16="http://schemas.microsoft.com/office/drawing/2014/main" id="{6AAC2065-1B18-37E7-8007-DEE3A9D21E70}"/>
              </a:ext>
            </a:extLst>
          </p:cNvPr>
          <p:cNvSpPr>
            <a:spLocks noGrp="1"/>
          </p:cNvSpPr>
          <p:nvPr>
            <p:ph type="ftr" sz="quarter" idx="11"/>
          </p:nvPr>
        </p:nvSpPr>
        <p:spPr/>
        <p:txBody>
          <a:bodyPr/>
          <a:lstStyle/>
          <a:p>
            <a:r>
              <a:rPr lang="en-US"/>
              <a:t>Andrew Ng</a:t>
            </a:r>
            <a:endParaRPr lang="en-PS"/>
          </a:p>
        </p:txBody>
      </p:sp>
      <p:sp>
        <p:nvSpPr>
          <p:cNvPr id="5" name="Slide Number Placeholder 4">
            <a:extLst>
              <a:ext uri="{FF2B5EF4-FFF2-40B4-BE49-F238E27FC236}">
                <a16:creationId xmlns:a16="http://schemas.microsoft.com/office/drawing/2014/main" id="{52E04F07-E446-4857-6A6F-F01BF4F0B8F4}"/>
              </a:ext>
            </a:extLst>
          </p:cNvPr>
          <p:cNvSpPr>
            <a:spLocks noGrp="1"/>
          </p:cNvSpPr>
          <p:nvPr>
            <p:ph type="sldNum" sz="quarter" idx="12"/>
          </p:nvPr>
        </p:nvSpPr>
        <p:spPr/>
        <p:txBody>
          <a:bodyPr/>
          <a:lstStyle/>
          <a:p>
            <a:fld id="{EB17D4FA-7C84-BF4C-87EB-41A15D920012}" type="slidenum">
              <a:rPr lang="en-PS" smtClean="0"/>
              <a:t>‹#›</a:t>
            </a:fld>
            <a:endParaRPr lang="en-PS"/>
          </a:p>
        </p:txBody>
      </p:sp>
    </p:spTree>
    <p:extLst>
      <p:ext uri="{BB962C8B-B14F-4D97-AF65-F5344CB8AC3E}">
        <p14:creationId xmlns:p14="http://schemas.microsoft.com/office/powerpoint/2010/main" val="3247890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112824-9CB2-FAB7-6133-5BF0AEB7D69F}"/>
              </a:ext>
            </a:extLst>
          </p:cNvPr>
          <p:cNvSpPr>
            <a:spLocks noGrp="1"/>
          </p:cNvSpPr>
          <p:nvPr>
            <p:ph type="dt" sz="half" idx="10"/>
          </p:nvPr>
        </p:nvSpPr>
        <p:spPr/>
        <p:txBody>
          <a:bodyPr/>
          <a:lstStyle/>
          <a:p>
            <a:fld id="{B045065F-AED7-AA47-8F85-436718949C56}" type="datetime1">
              <a:rPr lang="en-US" smtClean="0"/>
              <a:t>11/15/25</a:t>
            </a:fld>
            <a:endParaRPr lang="en-PS"/>
          </a:p>
        </p:txBody>
      </p:sp>
      <p:sp>
        <p:nvSpPr>
          <p:cNvPr id="3" name="Footer Placeholder 2">
            <a:extLst>
              <a:ext uri="{FF2B5EF4-FFF2-40B4-BE49-F238E27FC236}">
                <a16:creationId xmlns:a16="http://schemas.microsoft.com/office/drawing/2014/main" id="{750915B8-190C-0DEE-0A88-B967D6773BFB}"/>
              </a:ext>
            </a:extLst>
          </p:cNvPr>
          <p:cNvSpPr>
            <a:spLocks noGrp="1"/>
          </p:cNvSpPr>
          <p:nvPr>
            <p:ph type="ftr" sz="quarter" idx="11"/>
          </p:nvPr>
        </p:nvSpPr>
        <p:spPr/>
        <p:txBody>
          <a:bodyPr/>
          <a:lstStyle/>
          <a:p>
            <a:r>
              <a:rPr lang="en-US"/>
              <a:t>Andrew Ng</a:t>
            </a:r>
            <a:endParaRPr lang="en-PS"/>
          </a:p>
        </p:txBody>
      </p:sp>
      <p:sp>
        <p:nvSpPr>
          <p:cNvPr id="4" name="Slide Number Placeholder 3">
            <a:extLst>
              <a:ext uri="{FF2B5EF4-FFF2-40B4-BE49-F238E27FC236}">
                <a16:creationId xmlns:a16="http://schemas.microsoft.com/office/drawing/2014/main" id="{3A5BE3C8-E62C-C4D9-C4DA-BC23D1D4300B}"/>
              </a:ext>
            </a:extLst>
          </p:cNvPr>
          <p:cNvSpPr>
            <a:spLocks noGrp="1"/>
          </p:cNvSpPr>
          <p:nvPr>
            <p:ph type="sldNum" sz="quarter" idx="12"/>
          </p:nvPr>
        </p:nvSpPr>
        <p:spPr/>
        <p:txBody>
          <a:bodyPr/>
          <a:lstStyle/>
          <a:p>
            <a:fld id="{EB17D4FA-7C84-BF4C-87EB-41A15D920012}" type="slidenum">
              <a:rPr lang="en-PS" smtClean="0"/>
              <a:t>‹#›</a:t>
            </a:fld>
            <a:endParaRPr lang="en-PS"/>
          </a:p>
        </p:txBody>
      </p:sp>
    </p:spTree>
    <p:extLst>
      <p:ext uri="{BB962C8B-B14F-4D97-AF65-F5344CB8AC3E}">
        <p14:creationId xmlns:p14="http://schemas.microsoft.com/office/powerpoint/2010/main" val="2527050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975D7-EF85-60F3-D09E-66C17452C6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S"/>
          </a:p>
        </p:txBody>
      </p:sp>
      <p:sp>
        <p:nvSpPr>
          <p:cNvPr id="3" name="Content Placeholder 2">
            <a:extLst>
              <a:ext uri="{FF2B5EF4-FFF2-40B4-BE49-F238E27FC236}">
                <a16:creationId xmlns:a16="http://schemas.microsoft.com/office/drawing/2014/main" id="{06977BF5-D9CD-0993-F67A-032F03AF88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Text Placeholder 3">
            <a:extLst>
              <a:ext uri="{FF2B5EF4-FFF2-40B4-BE49-F238E27FC236}">
                <a16:creationId xmlns:a16="http://schemas.microsoft.com/office/drawing/2014/main" id="{54927767-B895-91E8-9F02-C5B675740D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EDCBC9-6A33-DCC8-AB19-00091CB08E03}"/>
              </a:ext>
            </a:extLst>
          </p:cNvPr>
          <p:cNvSpPr>
            <a:spLocks noGrp="1"/>
          </p:cNvSpPr>
          <p:nvPr>
            <p:ph type="dt" sz="half" idx="10"/>
          </p:nvPr>
        </p:nvSpPr>
        <p:spPr/>
        <p:txBody>
          <a:bodyPr/>
          <a:lstStyle/>
          <a:p>
            <a:fld id="{C29C4E5D-48D0-B442-AC50-E1861928D790}" type="datetime1">
              <a:rPr lang="en-US" smtClean="0"/>
              <a:t>11/15/25</a:t>
            </a:fld>
            <a:endParaRPr lang="en-PS"/>
          </a:p>
        </p:txBody>
      </p:sp>
      <p:sp>
        <p:nvSpPr>
          <p:cNvPr id="6" name="Footer Placeholder 5">
            <a:extLst>
              <a:ext uri="{FF2B5EF4-FFF2-40B4-BE49-F238E27FC236}">
                <a16:creationId xmlns:a16="http://schemas.microsoft.com/office/drawing/2014/main" id="{D5708B6F-84DD-9050-9872-BF71795F4F06}"/>
              </a:ext>
            </a:extLst>
          </p:cNvPr>
          <p:cNvSpPr>
            <a:spLocks noGrp="1"/>
          </p:cNvSpPr>
          <p:nvPr>
            <p:ph type="ftr" sz="quarter" idx="11"/>
          </p:nvPr>
        </p:nvSpPr>
        <p:spPr/>
        <p:txBody>
          <a:bodyPr/>
          <a:lstStyle/>
          <a:p>
            <a:r>
              <a:rPr lang="en-US"/>
              <a:t>Andrew Ng</a:t>
            </a:r>
            <a:endParaRPr lang="en-PS"/>
          </a:p>
        </p:txBody>
      </p:sp>
      <p:sp>
        <p:nvSpPr>
          <p:cNvPr id="7" name="Slide Number Placeholder 6">
            <a:extLst>
              <a:ext uri="{FF2B5EF4-FFF2-40B4-BE49-F238E27FC236}">
                <a16:creationId xmlns:a16="http://schemas.microsoft.com/office/drawing/2014/main" id="{0AA272B1-58F5-69B2-AC8D-387425A672CE}"/>
              </a:ext>
            </a:extLst>
          </p:cNvPr>
          <p:cNvSpPr>
            <a:spLocks noGrp="1"/>
          </p:cNvSpPr>
          <p:nvPr>
            <p:ph type="sldNum" sz="quarter" idx="12"/>
          </p:nvPr>
        </p:nvSpPr>
        <p:spPr/>
        <p:txBody>
          <a:bodyPr/>
          <a:lstStyle/>
          <a:p>
            <a:fld id="{EB17D4FA-7C84-BF4C-87EB-41A15D920012}" type="slidenum">
              <a:rPr lang="en-PS" smtClean="0"/>
              <a:t>‹#›</a:t>
            </a:fld>
            <a:endParaRPr lang="en-PS"/>
          </a:p>
        </p:txBody>
      </p:sp>
    </p:spTree>
    <p:extLst>
      <p:ext uri="{BB962C8B-B14F-4D97-AF65-F5344CB8AC3E}">
        <p14:creationId xmlns:p14="http://schemas.microsoft.com/office/powerpoint/2010/main" val="781581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2D6D2-5638-8355-2432-B8D0FA0A3D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S"/>
          </a:p>
        </p:txBody>
      </p:sp>
      <p:sp>
        <p:nvSpPr>
          <p:cNvPr id="3" name="Picture Placeholder 2">
            <a:extLst>
              <a:ext uri="{FF2B5EF4-FFF2-40B4-BE49-F238E27FC236}">
                <a16:creationId xmlns:a16="http://schemas.microsoft.com/office/drawing/2014/main" id="{3632FC1B-D33E-5EDC-1F4C-7897C5F6C6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S"/>
          </a:p>
        </p:txBody>
      </p:sp>
      <p:sp>
        <p:nvSpPr>
          <p:cNvPr id="4" name="Text Placeholder 3">
            <a:extLst>
              <a:ext uri="{FF2B5EF4-FFF2-40B4-BE49-F238E27FC236}">
                <a16:creationId xmlns:a16="http://schemas.microsoft.com/office/drawing/2014/main" id="{E8CC1D5B-2E7C-CF3E-36C7-95F32C3362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1C7D40-9EFF-40EA-4D70-E68142E07503}"/>
              </a:ext>
            </a:extLst>
          </p:cNvPr>
          <p:cNvSpPr>
            <a:spLocks noGrp="1"/>
          </p:cNvSpPr>
          <p:nvPr>
            <p:ph type="dt" sz="half" idx="10"/>
          </p:nvPr>
        </p:nvSpPr>
        <p:spPr/>
        <p:txBody>
          <a:bodyPr/>
          <a:lstStyle/>
          <a:p>
            <a:fld id="{544E8ACD-7692-7447-9BC6-E9DE4C4500D0}" type="datetime1">
              <a:rPr lang="en-US" smtClean="0"/>
              <a:t>11/15/25</a:t>
            </a:fld>
            <a:endParaRPr lang="en-PS"/>
          </a:p>
        </p:txBody>
      </p:sp>
      <p:sp>
        <p:nvSpPr>
          <p:cNvPr id="6" name="Footer Placeholder 5">
            <a:extLst>
              <a:ext uri="{FF2B5EF4-FFF2-40B4-BE49-F238E27FC236}">
                <a16:creationId xmlns:a16="http://schemas.microsoft.com/office/drawing/2014/main" id="{36DDADE6-4C59-51F7-E5C5-9F1850590DE4}"/>
              </a:ext>
            </a:extLst>
          </p:cNvPr>
          <p:cNvSpPr>
            <a:spLocks noGrp="1"/>
          </p:cNvSpPr>
          <p:nvPr>
            <p:ph type="ftr" sz="quarter" idx="11"/>
          </p:nvPr>
        </p:nvSpPr>
        <p:spPr/>
        <p:txBody>
          <a:bodyPr/>
          <a:lstStyle/>
          <a:p>
            <a:r>
              <a:rPr lang="en-US"/>
              <a:t>Andrew Ng</a:t>
            </a:r>
            <a:endParaRPr lang="en-PS"/>
          </a:p>
        </p:txBody>
      </p:sp>
      <p:sp>
        <p:nvSpPr>
          <p:cNvPr id="7" name="Slide Number Placeholder 6">
            <a:extLst>
              <a:ext uri="{FF2B5EF4-FFF2-40B4-BE49-F238E27FC236}">
                <a16:creationId xmlns:a16="http://schemas.microsoft.com/office/drawing/2014/main" id="{45256409-59F0-DBC8-663B-5B9AC1557855}"/>
              </a:ext>
            </a:extLst>
          </p:cNvPr>
          <p:cNvSpPr>
            <a:spLocks noGrp="1"/>
          </p:cNvSpPr>
          <p:nvPr>
            <p:ph type="sldNum" sz="quarter" idx="12"/>
          </p:nvPr>
        </p:nvSpPr>
        <p:spPr/>
        <p:txBody>
          <a:bodyPr/>
          <a:lstStyle/>
          <a:p>
            <a:fld id="{EB17D4FA-7C84-BF4C-87EB-41A15D920012}" type="slidenum">
              <a:rPr lang="en-PS" smtClean="0"/>
              <a:t>‹#›</a:t>
            </a:fld>
            <a:endParaRPr lang="en-PS"/>
          </a:p>
        </p:txBody>
      </p:sp>
    </p:spTree>
    <p:extLst>
      <p:ext uri="{BB962C8B-B14F-4D97-AF65-F5344CB8AC3E}">
        <p14:creationId xmlns:p14="http://schemas.microsoft.com/office/powerpoint/2010/main" val="4251789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20B95-7179-93A1-1648-88D5747958B6}"/>
              </a:ext>
            </a:extLst>
          </p:cNvPr>
          <p:cNvSpPr>
            <a:spLocks noGrp="1"/>
          </p:cNvSpPr>
          <p:nvPr>
            <p:ph type="title"/>
          </p:nvPr>
        </p:nvSpPr>
        <p:spPr/>
        <p:txBody>
          <a:bodyPr/>
          <a:lstStyle/>
          <a:p>
            <a:r>
              <a:rPr lang="en-US"/>
              <a:t>Click to edit Master title style</a:t>
            </a:r>
            <a:endParaRPr lang="en-PS"/>
          </a:p>
        </p:txBody>
      </p:sp>
      <p:sp>
        <p:nvSpPr>
          <p:cNvPr id="3" name="Vertical Text Placeholder 2">
            <a:extLst>
              <a:ext uri="{FF2B5EF4-FFF2-40B4-BE49-F238E27FC236}">
                <a16:creationId xmlns:a16="http://schemas.microsoft.com/office/drawing/2014/main" id="{20FED3E6-7975-5799-3B9F-A459183DBE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D5F87F1F-0313-96BF-902E-48F96D0253A0}"/>
              </a:ext>
            </a:extLst>
          </p:cNvPr>
          <p:cNvSpPr>
            <a:spLocks noGrp="1"/>
          </p:cNvSpPr>
          <p:nvPr>
            <p:ph type="dt" sz="half" idx="10"/>
          </p:nvPr>
        </p:nvSpPr>
        <p:spPr/>
        <p:txBody>
          <a:bodyPr/>
          <a:lstStyle/>
          <a:p>
            <a:fld id="{CBDF4628-EC92-7649-B872-F1FD3EDD5E68}" type="datetime1">
              <a:rPr lang="en-US" smtClean="0"/>
              <a:t>11/15/25</a:t>
            </a:fld>
            <a:endParaRPr lang="en-PS"/>
          </a:p>
        </p:txBody>
      </p:sp>
      <p:sp>
        <p:nvSpPr>
          <p:cNvPr id="5" name="Footer Placeholder 4">
            <a:extLst>
              <a:ext uri="{FF2B5EF4-FFF2-40B4-BE49-F238E27FC236}">
                <a16:creationId xmlns:a16="http://schemas.microsoft.com/office/drawing/2014/main" id="{E779B6AD-DB61-E8D3-C7B9-B51F2C2D629F}"/>
              </a:ext>
            </a:extLst>
          </p:cNvPr>
          <p:cNvSpPr>
            <a:spLocks noGrp="1"/>
          </p:cNvSpPr>
          <p:nvPr>
            <p:ph type="ftr" sz="quarter" idx="11"/>
          </p:nvPr>
        </p:nvSpPr>
        <p:spPr/>
        <p:txBody>
          <a:bodyPr/>
          <a:lstStyle/>
          <a:p>
            <a:r>
              <a:rPr lang="en-US"/>
              <a:t>Andrew Ng</a:t>
            </a:r>
            <a:endParaRPr lang="en-PS"/>
          </a:p>
        </p:txBody>
      </p:sp>
      <p:sp>
        <p:nvSpPr>
          <p:cNvPr id="6" name="Slide Number Placeholder 5">
            <a:extLst>
              <a:ext uri="{FF2B5EF4-FFF2-40B4-BE49-F238E27FC236}">
                <a16:creationId xmlns:a16="http://schemas.microsoft.com/office/drawing/2014/main" id="{A8ACFAAA-279B-0B74-D858-BFFAFDDA2C8E}"/>
              </a:ext>
            </a:extLst>
          </p:cNvPr>
          <p:cNvSpPr>
            <a:spLocks noGrp="1"/>
          </p:cNvSpPr>
          <p:nvPr>
            <p:ph type="sldNum" sz="quarter" idx="12"/>
          </p:nvPr>
        </p:nvSpPr>
        <p:spPr/>
        <p:txBody>
          <a:bodyPr/>
          <a:lstStyle/>
          <a:p>
            <a:fld id="{EB17D4FA-7C84-BF4C-87EB-41A15D920012}" type="slidenum">
              <a:rPr lang="en-PS" smtClean="0"/>
              <a:t>‹#›</a:t>
            </a:fld>
            <a:endParaRPr lang="en-PS"/>
          </a:p>
        </p:txBody>
      </p:sp>
    </p:spTree>
    <p:extLst>
      <p:ext uri="{BB962C8B-B14F-4D97-AF65-F5344CB8AC3E}">
        <p14:creationId xmlns:p14="http://schemas.microsoft.com/office/powerpoint/2010/main" val="3434743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DD3A24-CE95-A77C-8189-2695F5E3A1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S"/>
          </a:p>
        </p:txBody>
      </p:sp>
      <p:sp>
        <p:nvSpPr>
          <p:cNvPr id="3" name="Vertical Text Placeholder 2">
            <a:extLst>
              <a:ext uri="{FF2B5EF4-FFF2-40B4-BE49-F238E27FC236}">
                <a16:creationId xmlns:a16="http://schemas.microsoft.com/office/drawing/2014/main" id="{B32CCF00-9391-DE67-F9C4-8181FA5514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1AA2F4ED-3B3F-C89E-4B25-FBBB1F406E82}"/>
              </a:ext>
            </a:extLst>
          </p:cNvPr>
          <p:cNvSpPr>
            <a:spLocks noGrp="1"/>
          </p:cNvSpPr>
          <p:nvPr>
            <p:ph type="dt" sz="half" idx="10"/>
          </p:nvPr>
        </p:nvSpPr>
        <p:spPr/>
        <p:txBody>
          <a:bodyPr/>
          <a:lstStyle/>
          <a:p>
            <a:fld id="{E4EB5767-1B0F-9446-88EA-C60E9BD6228C}" type="datetime1">
              <a:rPr lang="en-US" smtClean="0"/>
              <a:t>11/15/25</a:t>
            </a:fld>
            <a:endParaRPr lang="en-PS"/>
          </a:p>
        </p:txBody>
      </p:sp>
      <p:sp>
        <p:nvSpPr>
          <p:cNvPr id="5" name="Footer Placeholder 4">
            <a:extLst>
              <a:ext uri="{FF2B5EF4-FFF2-40B4-BE49-F238E27FC236}">
                <a16:creationId xmlns:a16="http://schemas.microsoft.com/office/drawing/2014/main" id="{B4AEDBCA-D041-01A5-0098-4F8AEF9911E3}"/>
              </a:ext>
            </a:extLst>
          </p:cNvPr>
          <p:cNvSpPr>
            <a:spLocks noGrp="1"/>
          </p:cNvSpPr>
          <p:nvPr>
            <p:ph type="ftr" sz="quarter" idx="11"/>
          </p:nvPr>
        </p:nvSpPr>
        <p:spPr/>
        <p:txBody>
          <a:bodyPr/>
          <a:lstStyle/>
          <a:p>
            <a:r>
              <a:rPr lang="en-US"/>
              <a:t>Andrew Ng</a:t>
            </a:r>
            <a:endParaRPr lang="en-PS"/>
          </a:p>
        </p:txBody>
      </p:sp>
      <p:sp>
        <p:nvSpPr>
          <p:cNvPr id="6" name="Slide Number Placeholder 5">
            <a:extLst>
              <a:ext uri="{FF2B5EF4-FFF2-40B4-BE49-F238E27FC236}">
                <a16:creationId xmlns:a16="http://schemas.microsoft.com/office/drawing/2014/main" id="{8575A6EB-84CE-7105-AE24-D6F397CDD565}"/>
              </a:ext>
            </a:extLst>
          </p:cNvPr>
          <p:cNvSpPr>
            <a:spLocks noGrp="1"/>
          </p:cNvSpPr>
          <p:nvPr>
            <p:ph type="sldNum" sz="quarter" idx="12"/>
          </p:nvPr>
        </p:nvSpPr>
        <p:spPr/>
        <p:txBody>
          <a:bodyPr/>
          <a:lstStyle/>
          <a:p>
            <a:fld id="{EB17D4FA-7C84-BF4C-87EB-41A15D920012}" type="slidenum">
              <a:rPr lang="en-PS" smtClean="0"/>
              <a:t>‹#›</a:t>
            </a:fld>
            <a:endParaRPr lang="en-PS"/>
          </a:p>
        </p:txBody>
      </p:sp>
    </p:spTree>
    <p:extLst>
      <p:ext uri="{BB962C8B-B14F-4D97-AF65-F5344CB8AC3E}">
        <p14:creationId xmlns:p14="http://schemas.microsoft.com/office/powerpoint/2010/main" val="36008462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 y="0"/>
            <a:ext cx="3594100" cy="6857997"/>
          </a:xfrm>
          <a:prstGeom prst="rect">
            <a:avLst/>
          </a:prstGeom>
        </p:spPr>
      </p:pic>
      <p:pic>
        <p:nvPicPr>
          <p:cNvPr id="17" name="bg object 17"/>
          <p:cNvPicPr/>
          <p:nvPr/>
        </p:nvPicPr>
        <p:blipFill>
          <a:blip r:embed="rId3" cstate="print"/>
          <a:stretch>
            <a:fillRect/>
          </a:stretch>
        </p:blipFill>
        <p:spPr>
          <a:xfrm>
            <a:off x="1676401" y="1460500"/>
            <a:ext cx="1638300" cy="711200"/>
          </a:xfrm>
          <a:prstGeom prst="rect">
            <a:avLst/>
          </a:prstGeom>
        </p:spPr>
      </p:pic>
      <p:pic>
        <p:nvPicPr>
          <p:cNvPr id="18" name="bg object 18"/>
          <p:cNvPicPr/>
          <p:nvPr/>
        </p:nvPicPr>
        <p:blipFill>
          <a:blip r:embed="rId4" cstate="print"/>
          <a:stretch>
            <a:fillRect/>
          </a:stretch>
        </p:blipFill>
        <p:spPr>
          <a:xfrm>
            <a:off x="774699" y="2603500"/>
            <a:ext cx="2540000" cy="457200"/>
          </a:xfrm>
          <a:prstGeom prst="rect">
            <a:avLst/>
          </a:prstGeom>
        </p:spPr>
      </p:pic>
      <p:pic>
        <p:nvPicPr>
          <p:cNvPr id="19" name="bg object 19"/>
          <p:cNvPicPr/>
          <p:nvPr/>
        </p:nvPicPr>
        <p:blipFill>
          <a:blip r:embed="rId5" cstate="print"/>
          <a:stretch>
            <a:fillRect/>
          </a:stretch>
        </p:blipFill>
        <p:spPr>
          <a:xfrm>
            <a:off x="520701" y="2908300"/>
            <a:ext cx="3238500" cy="3949699"/>
          </a:xfrm>
          <a:prstGeom prst="rect">
            <a:avLst/>
          </a:prstGeom>
        </p:spPr>
      </p:pic>
      <p:sp>
        <p:nvSpPr>
          <p:cNvPr id="20" name="bg object 20"/>
          <p:cNvSpPr/>
          <p:nvPr/>
        </p:nvSpPr>
        <p:spPr>
          <a:xfrm>
            <a:off x="4038602" y="3403600"/>
            <a:ext cx="7607300" cy="50800"/>
          </a:xfrm>
          <a:custGeom>
            <a:avLst/>
            <a:gdLst/>
            <a:ahLst/>
            <a:cxnLst/>
            <a:rect l="l" t="t" r="r" b="b"/>
            <a:pathLst>
              <a:path w="5705475" h="38100">
                <a:moveTo>
                  <a:pt x="5705475" y="0"/>
                </a:moveTo>
                <a:lnTo>
                  <a:pt x="0" y="0"/>
                </a:lnTo>
                <a:lnTo>
                  <a:pt x="0" y="38100"/>
                </a:lnTo>
                <a:lnTo>
                  <a:pt x="5705475" y="38100"/>
                </a:lnTo>
                <a:lnTo>
                  <a:pt x="5705475" y="0"/>
                </a:lnTo>
                <a:close/>
              </a:path>
            </a:pathLst>
          </a:custGeom>
          <a:solidFill>
            <a:srgbClr val="0070EA"/>
          </a:solidFill>
        </p:spPr>
        <p:txBody>
          <a:bodyPr wrap="square" lIns="0" tIns="0" rIns="0" bIns="0" rtlCol="0"/>
          <a:lstStyle/>
          <a:p>
            <a:endParaRPr sz="2400"/>
          </a:p>
        </p:txBody>
      </p:sp>
      <p:sp>
        <p:nvSpPr>
          <p:cNvPr id="2" name="Holder 2"/>
          <p:cNvSpPr>
            <a:spLocks noGrp="1"/>
          </p:cNvSpPr>
          <p:nvPr>
            <p:ph type="ctrTitle"/>
          </p:nvPr>
        </p:nvSpPr>
        <p:spPr>
          <a:xfrm>
            <a:off x="699689" y="716840"/>
            <a:ext cx="10792628" cy="886397"/>
          </a:xfrm>
          <a:prstGeom prst="rect">
            <a:avLst/>
          </a:prstGeom>
        </p:spPr>
        <p:txBody>
          <a:bodyPr wrap="square" lIns="0" tIns="0" rIns="0" bIns="0">
            <a:spAutoFit/>
          </a:bodyPr>
          <a:lstStyle>
            <a:lvl1pPr>
              <a:defRPr sz="6400" b="0" i="0">
                <a:solidFill>
                  <a:srgbClr val="0070EA"/>
                </a:solidFill>
                <a:latin typeface="Verdana"/>
                <a:cs typeface="Verdana"/>
              </a:defRPr>
            </a:lvl1pPr>
          </a:lstStyle>
          <a:p>
            <a:endParaRPr/>
          </a:p>
        </p:txBody>
      </p:sp>
      <p:sp>
        <p:nvSpPr>
          <p:cNvPr id="3" name="Holder 3"/>
          <p:cNvSpPr>
            <a:spLocks noGrp="1"/>
          </p:cNvSpPr>
          <p:nvPr>
            <p:ph type="subTitle" idx="4"/>
          </p:nvPr>
        </p:nvSpPr>
        <p:spPr>
          <a:xfrm>
            <a:off x="270934" y="4188040"/>
            <a:ext cx="11650133" cy="729623"/>
          </a:xfrm>
          <a:prstGeom prst="rect">
            <a:avLst/>
          </a:prstGeom>
        </p:spPr>
        <p:txBody>
          <a:bodyPr wrap="square" lIns="0" tIns="0" rIns="0" bIns="0">
            <a:spAutoFit/>
          </a:bodyPr>
          <a:lstStyle>
            <a:lvl1pPr>
              <a:defRPr sz="5268"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867" b="0" i="0">
                <a:solidFill>
                  <a:schemeClr val="bg1"/>
                </a:solidFill>
                <a:latin typeface="Verdana"/>
                <a:cs typeface="Verdana"/>
              </a:defRPr>
            </a:lvl1pPr>
          </a:lstStyle>
          <a:p>
            <a:pPr marL="16933">
              <a:spcBef>
                <a:spcPts val="180"/>
              </a:spcBef>
            </a:pPr>
            <a:r>
              <a:rPr lang="en-US" spc="20"/>
              <a:t>An</a:t>
            </a:r>
            <a:r>
              <a:rPr lang="en-US" spc="33"/>
              <a:t>d</a:t>
            </a:r>
            <a:r>
              <a:rPr lang="en-US"/>
              <a:t>r</a:t>
            </a:r>
            <a:r>
              <a:rPr lang="en-US" spc="-15"/>
              <a:t>e</a:t>
            </a:r>
            <a:r>
              <a:rPr lang="en-US" spc="27"/>
              <a:t>w</a:t>
            </a:r>
            <a:r>
              <a:rPr lang="en-US" spc="-113"/>
              <a:t> </a:t>
            </a:r>
            <a:r>
              <a:rPr lang="en-US"/>
              <a:t>N</a:t>
            </a:r>
            <a:r>
              <a:rPr lang="en-US" spc="20"/>
              <a:t>g</a:t>
            </a:r>
            <a:endParaRPr lang="en-US" spc="2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0E99FB8-AA83-7946-9E8B-6A21EC604B29}" type="datetime1">
              <a:rPr lang="en-US" smtClean="0"/>
              <a:t>11/15/25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842005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3C948B-9771-0E8D-5139-A2CEC1BA8E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S"/>
          </a:p>
        </p:txBody>
      </p:sp>
      <p:sp>
        <p:nvSpPr>
          <p:cNvPr id="3" name="Text Placeholder 2">
            <a:extLst>
              <a:ext uri="{FF2B5EF4-FFF2-40B4-BE49-F238E27FC236}">
                <a16:creationId xmlns:a16="http://schemas.microsoft.com/office/drawing/2014/main" id="{B4EF2871-72EF-0228-988A-00492A3A2C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C94807DC-C02D-C8D9-945B-C78BDF54BF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B438A1-35E4-3A49-AF8D-CB1AA0313040}" type="datetime1">
              <a:rPr lang="en-US" smtClean="0"/>
              <a:t>11/15/25</a:t>
            </a:fld>
            <a:endParaRPr lang="en-PS"/>
          </a:p>
        </p:txBody>
      </p:sp>
      <p:sp>
        <p:nvSpPr>
          <p:cNvPr id="5" name="Footer Placeholder 4">
            <a:extLst>
              <a:ext uri="{FF2B5EF4-FFF2-40B4-BE49-F238E27FC236}">
                <a16:creationId xmlns:a16="http://schemas.microsoft.com/office/drawing/2014/main" id="{2030749F-F57C-2A78-5AC1-1DE43202F7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Andrew Ng</a:t>
            </a:r>
            <a:endParaRPr lang="en-PS"/>
          </a:p>
        </p:txBody>
      </p:sp>
      <p:sp>
        <p:nvSpPr>
          <p:cNvPr id="6" name="Slide Number Placeholder 5">
            <a:extLst>
              <a:ext uri="{FF2B5EF4-FFF2-40B4-BE49-F238E27FC236}">
                <a16:creationId xmlns:a16="http://schemas.microsoft.com/office/drawing/2014/main" id="{54081804-44E0-6EE3-4281-4461FA79BC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17D4FA-7C84-BF4C-87EB-41A15D920012}" type="slidenum">
              <a:rPr lang="en-PS" smtClean="0"/>
              <a:t>‹#›</a:t>
            </a:fld>
            <a:endParaRPr lang="en-PS"/>
          </a:p>
        </p:txBody>
      </p:sp>
    </p:spTree>
    <p:extLst>
      <p:ext uri="{BB962C8B-B14F-4D97-AF65-F5344CB8AC3E}">
        <p14:creationId xmlns:p14="http://schemas.microsoft.com/office/powerpoint/2010/main" val="22710645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18" Type="http://schemas.openxmlformats.org/officeDocument/2006/relationships/image" Target="../media/image40.png"/><Relationship Id="rId26" Type="http://schemas.openxmlformats.org/officeDocument/2006/relationships/image" Target="../media/image48.png"/><Relationship Id="rId3" Type="http://schemas.openxmlformats.org/officeDocument/2006/relationships/image" Target="../media/image25.png"/><Relationship Id="rId21" Type="http://schemas.openxmlformats.org/officeDocument/2006/relationships/image" Target="../media/image43.png"/><Relationship Id="rId7" Type="http://schemas.openxmlformats.org/officeDocument/2006/relationships/image" Target="../media/image29.png"/><Relationship Id="rId12" Type="http://schemas.openxmlformats.org/officeDocument/2006/relationships/image" Target="../media/image34.png"/><Relationship Id="rId17" Type="http://schemas.openxmlformats.org/officeDocument/2006/relationships/image" Target="../media/image39.png"/><Relationship Id="rId25" Type="http://schemas.openxmlformats.org/officeDocument/2006/relationships/image" Target="../media/image47.png"/><Relationship Id="rId2" Type="http://schemas.openxmlformats.org/officeDocument/2006/relationships/notesSlide" Target="../notesSlides/notesSlide5.xml"/><Relationship Id="rId16" Type="http://schemas.openxmlformats.org/officeDocument/2006/relationships/image" Target="../media/image38.png"/><Relationship Id="rId20"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24" Type="http://schemas.openxmlformats.org/officeDocument/2006/relationships/image" Target="../media/image46.png"/><Relationship Id="rId5" Type="http://schemas.openxmlformats.org/officeDocument/2006/relationships/image" Target="../media/image27.png"/><Relationship Id="rId15" Type="http://schemas.openxmlformats.org/officeDocument/2006/relationships/image" Target="../media/image37.png"/><Relationship Id="rId23" Type="http://schemas.openxmlformats.org/officeDocument/2006/relationships/image" Target="../media/image45.png"/><Relationship Id="rId10" Type="http://schemas.openxmlformats.org/officeDocument/2006/relationships/image" Target="../media/image32.png"/><Relationship Id="rId19" Type="http://schemas.openxmlformats.org/officeDocument/2006/relationships/image" Target="../media/image41.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 Id="rId22" Type="http://schemas.openxmlformats.org/officeDocument/2006/relationships/image" Target="../media/image44.png"/><Relationship Id="rId27" Type="http://schemas.openxmlformats.org/officeDocument/2006/relationships/image" Target="../media/image49.png"/></Relationships>
</file>

<file path=ppt/slides/_rels/slide7.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notesSlide" Target="../notesSlides/notesSlide6.xml"/><Relationship Id="rId16"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5" Type="http://schemas.openxmlformats.org/officeDocument/2006/relationships/image" Target="../media/image6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 Id="rId14" Type="http://schemas.openxmlformats.org/officeDocument/2006/relationships/image" Target="../media/image61.png"/></Relationships>
</file>

<file path=ppt/slides/_rels/slide8.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png"/><Relationship Id="rId18" Type="http://schemas.openxmlformats.org/officeDocument/2006/relationships/image" Target="../media/image79.png"/><Relationship Id="rId3" Type="http://schemas.openxmlformats.org/officeDocument/2006/relationships/image" Target="../media/image64.png"/><Relationship Id="rId21" Type="http://schemas.openxmlformats.org/officeDocument/2006/relationships/image" Target="../media/image82.png"/><Relationship Id="rId7" Type="http://schemas.openxmlformats.org/officeDocument/2006/relationships/image" Target="../media/image68.png"/><Relationship Id="rId12" Type="http://schemas.openxmlformats.org/officeDocument/2006/relationships/image" Target="../media/image73.png"/><Relationship Id="rId17" Type="http://schemas.openxmlformats.org/officeDocument/2006/relationships/image" Target="../media/image78.png"/><Relationship Id="rId2" Type="http://schemas.openxmlformats.org/officeDocument/2006/relationships/notesSlide" Target="../notesSlides/notesSlide7.xml"/><Relationship Id="rId16" Type="http://schemas.openxmlformats.org/officeDocument/2006/relationships/image" Target="../media/image77.png"/><Relationship Id="rId20"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5" Type="http://schemas.openxmlformats.org/officeDocument/2006/relationships/image" Target="../media/image76.png"/><Relationship Id="rId10" Type="http://schemas.openxmlformats.org/officeDocument/2006/relationships/image" Target="../media/image71.png"/><Relationship Id="rId19" Type="http://schemas.openxmlformats.org/officeDocument/2006/relationships/image" Target="../media/image80.png"/><Relationship Id="rId4" Type="http://schemas.openxmlformats.org/officeDocument/2006/relationships/image" Target="../media/image65.png"/><Relationship Id="rId9" Type="http://schemas.openxmlformats.org/officeDocument/2006/relationships/image" Target="../media/image70.png"/><Relationship Id="rId14" Type="http://schemas.openxmlformats.org/officeDocument/2006/relationships/image" Target="../media/image75.png"/></Relationships>
</file>

<file path=ppt/slides/_rels/slide9.xml.rels><?xml version="1.0" encoding="UTF-8" standalone="yes"?>
<Relationships xmlns="http://schemas.openxmlformats.org/package/2006/relationships"><Relationship Id="rId13" Type="http://schemas.openxmlformats.org/officeDocument/2006/relationships/image" Target="../media/image22.png"/><Relationship Id="rId18" Type="http://schemas.openxmlformats.org/officeDocument/2006/relationships/image" Target="../media/image66.png"/><Relationship Id="rId26" Type="http://schemas.openxmlformats.org/officeDocument/2006/relationships/image" Target="../media/image74.png"/><Relationship Id="rId3" Type="http://schemas.openxmlformats.org/officeDocument/2006/relationships/image" Target="../media/image12.png"/><Relationship Id="rId21" Type="http://schemas.openxmlformats.org/officeDocument/2006/relationships/image" Target="../media/image69.png"/><Relationship Id="rId34" Type="http://schemas.openxmlformats.org/officeDocument/2006/relationships/image" Target="../media/image82.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65.png"/><Relationship Id="rId25" Type="http://schemas.openxmlformats.org/officeDocument/2006/relationships/image" Target="../media/image73.png"/><Relationship Id="rId33" Type="http://schemas.openxmlformats.org/officeDocument/2006/relationships/image" Target="../media/image81.png"/><Relationship Id="rId2" Type="http://schemas.openxmlformats.org/officeDocument/2006/relationships/notesSlide" Target="../notesSlides/notesSlide8.xml"/><Relationship Id="rId16" Type="http://schemas.openxmlformats.org/officeDocument/2006/relationships/image" Target="../media/image64.png"/><Relationship Id="rId20" Type="http://schemas.openxmlformats.org/officeDocument/2006/relationships/image" Target="../media/image68.png"/><Relationship Id="rId29"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72.png"/><Relationship Id="rId32" Type="http://schemas.openxmlformats.org/officeDocument/2006/relationships/image" Target="../media/image80.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71.png"/><Relationship Id="rId28" Type="http://schemas.openxmlformats.org/officeDocument/2006/relationships/image" Target="../media/image76.png"/><Relationship Id="rId10" Type="http://schemas.openxmlformats.org/officeDocument/2006/relationships/image" Target="../media/image19.png"/><Relationship Id="rId19" Type="http://schemas.openxmlformats.org/officeDocument/2006/relationships/image" Target="../media/image67.png"/><Relationship Id="rId31" Type="http://schemas.openxmlformats.org/officeDocument/2006/relationships/image" Target="../media/image7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70.png"/><Relationship Id="rId27" Type="http://schemas.openxmlformats.org/officeDocument/2006/relationships/image" Target="../media/image75.png"/><Relationship Id="rId30" Type="http://schemas.openxmlformats.org/officeDocument/2006/relationships/image" Target="../media/image78.png"/><Relationship Id="rId8"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84.png"/></Relationships>
</file>

<file path=ppt/slides/_rels/slide13.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3" Type="http://schemas.openxmlformats.org/officeDocument/2006/relationships/image" Target="../media/image85.jpg"/><Relationship Id="rId7" Type="http://schemas.openxmlformats.org/officeDocument/2006/relationships/image" Target="../media/image89.png"/><Relationship Id="rId12" Type="http://schemas.openxmlformats.org/officeDocument/2006/relationships/image" Target="../media/image94.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s>
</file>

<file path=ppt/slides/_rels/slide14.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3" Type="http://schemas.openxmlformats.org/officeDocument/2006/relationships/image" Target="../media/image96.jpg"/><Relationship Id="rId7" Type="http://schemas.openxmlformats.org/officeDocument/2006/relationships/image" Target="../media/image100.png"/><Relationship Id="rId12" Type="http://schemas.openxmlformats.org/officeDocument/2006/relationships/image" Target="../media/image10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5" Type="http://schemas.openxmlformats.org/officeDocument/2006/relationships/image" Target="../media/image108.png"/><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s>
</file>

<file path=ppt/slides/_rels/slide15.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1.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668779" y="1535382"/>
            <a:ext cx="10197872" cy="1893618"/>
          </a:xfrm>
          <a:prstGeom prst="rect">
            <a:avLst/>
          </a:prstGeom>
        </p:spPr>
        <p:txBody>
          <a:bodyPr vert="horz" wrap="square" lIns="0" tIns="44027" rIns="0" bIns="0" rtlCol="0" anchor="ctr">
            <a:spAutoFit/>
          </a:bodyPr>
          <a:lstStyle/>
          <a:p>
            <a:pPr marL="762000" marR="6773" indent="-762000" algn="ctr">
              <a:lnSpc>
                <a:spcPts val="7614"/>
              </a:lnSpc>
              <a:spcBef>
                <a:spcPts val="347"/>
              </a:spcBef>
            </a:pPr>
            <a:r>
              <a:rPr sz="5400" spc="7" dirty="0"/>
              <a:t>Machine</a:t>
            </a:r>
            <a:r>
              <a:rPr sz="5400" spc="-160" dirty="0"/>
              <a:t> </a:t>
            </a:r>
            <a:r>
              <a:rPr sz="5400" spc="7" dirty="0"/>
              <a:t>Learning</a:t>
            </a:r>
            <a:br>
              <a:rPr lang="ar-SA" sz="5400" spc="7" dirty="0"/>
            </a:br>
            <a:r>
              <a:rPr sz="5400" spc="-2233" dirty="0"/>
              <a:t> </a:t>
            </a:r>
            <a:r>
              <a:rPr sz="5400" dirty="0"/>
              <a:t>Overview</a:t>
            </a:r>
          </a:p>
        </p:txBody>
      </p:sp>
      <p:sp>
        <p:nvSpPr>
          <p:cNvPr id="3" name="object 3"/>
          <p:cNvSpPr txBox="1">
            <a:spLocks noGrp="1"/>
          </p:cNvSpPr>
          <p:nvPr>
            <p:ph type="subTitle" idx="4"/>
          </p:nvPr>
        </p:nvSpPr>
        <p:spPr>
          <a:xfrm>
            <a:off x="581448" y="4334848"/>
            <a:ext cx="10809647" cy="662703"/>
          </a:xfrm>
          <a:prstGeom prst="rect">
            <a:avLst/>
          </a:prstGeom>
        </p:spPr>
        <p:txBody>
          <a:bodyPr vert="horz" wrap="square" lIns="0" tIns="16087" rIns="0" bIns="0" rtlCol="0">
            <a:spAutoFit/>
          </a:bodyPr>
          <a:lstStyle/>
          <a:p>
            <a:pPr marL="495300" marR="6773" indent="0" algn="l">
              <a:lnSpc>
                <a:spcPct val="117400"/>
              </a:lnSpc>
              <a:spcBef>
                <a:spcPts val="127"/>
              </a:spcBef>
              <a:buNone/>
            </a:pPr>
            <a:r>
              <a:rPr sz="4000" spc="33" dirty="0"/>
              <a:t>Supervised</a:t>
            </a:r>
            <a:r>
              <a:rPr lang="en-GB" sz="4000" spc="33" dirty="0"/>
              <a:t> vs.</a:t>
            </a:r>
            <a:r>
              <a:rPr lang="ar-SA" sz="4000" spc="33" dirty="0"/>
              <a:t> </a:t>
            </a:r>
            <a:r>
              <a:rPr lang="en-GB" sz="4000" spc="33" dirty="0"/>
              <a:t>Unsupervised </a:t>
            </a:r>
            <a:r>
              <a:rPr sz="4000" spc="-68" dirty="0"/>
              <a:t> </a:t>
            </a:r>
            <a:r>
              <a:rPr sz="4000" spc="47" dirty="0"/>
              <a:t>Learning</a:t>
            </a:r>
            <a:endParaRPr sz="4000" spc="20" dirty="0"/>
          </a:p>
        </p:txBody>
      </p:sp>
      <p:sp>
        <p:nvSpPr>
          <p:cNvPr id="4" name="TextBox 3">
            <a:extLst>
              <a:ext uri="{FF2B5EF4-FFF2-40B4-BE49-F238E27FC236}">
                <a16:creationId xmlns:a16="http://schemas.microsoft.com/office/drawing/2014/main" id="{B370EB40-EB86-A726-FF70-621C5ECA7658}"/>
              </a:ext>
            </a:extLst>
          </p:cNvPr>
          <p:cNvSpPr txBox="1"/>
          <p:nvPr/>
        </p:nvSpPr>
        <p:spPr>
          <a:xfrm>
            <a:off x="900357" y="560832"/>
            <a:ext cx="1608133" cy="707886"/>
          </a:xfrm>
          <a:prstGeom prst="rect">
            <a:avLst/>
          </a:prstGeom>
          <a:noFill/>
        </p:spPr>
        <p:txBody>
          <a:bodyPr wrap="none" rtlCol="0">
            <a:spAutoFit/>
          </a:bodyPr>
          <a:lstStyle/>
          <a:p>
            <a:pPr marL="0" algn="l" defTabSz="914400" rtl="0" eaLnBrk="1" latinLnBrk="0" hangingPunct="1"/>
            <a:r>
              <a:rPr lang="en-GB" sz="4000" dirty="0">
                <a:solidFill>
                  <a:srgbClr val="C00000"/>
                </a:solidFill>
              </a:rPr>
              <a:t>Ch 2.2 </a:t>
            </a:r>
            <a:endParaRPr lang="en-PS" sz="4000" dirty="0">
              <a:solidFill>
                <a:srgbClr val="C00000"/>
              </a:solidFill>
            </a:endParaRPr>
          </a:p>
        </p:txBody>
      </p:sp>
      <p:sp>
        <p:nvSpPr>
          <p:cNvPr id="5" name="Slide Number Placeholder 4">
            <a:extLst>
              <a:ext uri="{FF2B5EF4-FFF2-40B4-BE49-F238E27FC236}">
                <a16:creationId xmlns:a16="http://schemas.microsoft.com/office/drawing/2014/main" id="{A16170D6-6827-94DF-DAC8-C3BD6F3F0357}"/>
              </a:ext>
            </a:extLst>
          </p:cNvPr>
          <p:cNvSpPr>
            <a:spLocks noGrp="1"/>
          </p:cNvSpPr>
          <p:nvPr>
            <p:ph type="sldNum" sz="quarter" idx="7"/>
          </p:nvPr>
        </p:nvSpPr>
        <p:spPr/>
        <p:txBody>
          <a:bodyPr/>
          <a:lstStyle/>
          <a:p>
            <a:fld id="{B6F15528-21DE-4FAA-801E-634DDDAF4B2B}" type="slidenum">
              <a:rPr lang="en-PS" smtClean="0"/>
              <a:t>1</a:t>
            </a:fld>
            <a:endParaRPr lang="en-P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790" y="109337"/>
            <a:ext cx="8215888" cy="571951"/>
          </a:xfrm>
          <a:prstGeom prst="rect">
            <a:avLst/>
          </a:prstGeom>
        </p:spPr>
        <p:txBody>
          <a:bodyPr vert="horz" wrap="square" lIns="0" tIns="17780" rIns="0" bIns="0" rtlCol="0" anchor="ctr">
            <a:spAutoFit/>
          </a:bodyPr>
          <a:lstStyle/>
          <a:p>
            <a:pPr marL="16933">
              <a:spcBef>
                <a:spcPts val="140"/>
              </a:spcBef>
            </a:pPr>
            <a:r>
              <a:rPr sz="4000" spc="7" dirty="0">
                <a:solidFill>
                  <a:srgbClr val="0432FF"/>
                </a:solidFill>
              </a:rPr>
              <a:t>Supervised</a:t>
            </a:r>
            <a:r>
              <a:rPr sz="4000" spc="-213" dirty="0">
                <a:solidFill>
                  <a:srgbClr val="0432FF"/>
                </a:solidFill>
              </a:rPr>
              <a:t> </a:t>
            </a:r>
            <a:r>
              <a:rPr sz="4000" spc="15" dirty="0">
                <a:solidFill>
                  <a:srgbClr val="0432FF"/>
                </a:solidFill>
              </a:rPr>
              <a:t>learning</a:t>
            </a:r>
            <a:endParaRPr sz="4000">
              <a:solidFill>
                <a:srgbClr val="0432FF"/>
              </a:solidFill>
            </a:endParaRPr>
          </a:p>
        </p:txBody>
      </p:sp>
      <p:sp>
        <p:nvSpPr>
          <p:cNvPr id="6" name="object 6"/>
          <p:cNvSpPr txBox="1"/>
          <p:nvPr/>
        </p:nvSpPr>
        <p:spPr>
          <a:xfrm>
            <a:off x="1482311" y="2760843"/>
            <a:ext cx="8660750" cy="432663"/>
          </a:xfrm>
          <a:prstGeom prst="rect">
            <a:avLst/>
          </a:prstGeom>
        </p:spPr>
        <p:txBody>
          <a:bodyPr vert="horz" wrap="square" lIns="0" tIns="22015" rIns="0" bIns="0" rtlCol="0">
            <a:spAutoFit/>
          </a:bodyPr>
          <a:lstStyle/>
          <a:p>
            <a:pPr marL="16933">
              <a:spcBef>
                <a:spcPts val="175"/>
              </a:spcBef>
            </a:pPr>
            <a:r>
              <a:rPr sz="2667" spc="20" dirty="0">
                <a:latin typeface="Verdana"/>
                <a:cs typeface="Verdana"/>
              </a:rPr>
              <a:t>Learns</a:t>
            </a:r>
            <a:r>
              <a:rPr sz="2667" spc="-153" dirty="0">
                <a:latin typeface="Verdana"/>
                <a:cs typeface="Verdana"/>
              </a:rPr>
              <a:t> </a:t>
            </a:r>
            <a:r>
              <a:rPr sz="2667" spc="33" dirty="0">
                <a:latin typeface="Verdana"/>
                <a:cs typeface="Verdana"/>
              </a:rPr>
              <a:t>from</a:t>
            </a:r>
            <a:r>
              <a:rPr sz="2667" spc="-167" dirty="0">
                <a:latin typeface="Verdana"/>
                <a:cs typeface="Verdana"/>
              </a:rPr>
              <a:t> </a:t>
            </a:r>
            <a:r>
              <a:rPr sz="2667" spc="7" dirty="0">
                <a:latin typeface="Verdana"/>
                <a:cs typeface="Verdana"/>
              </a:rPr>
              <a:t>being</a:t>
            </a:r>
            <a:r>
              <a:rPr sz="2667" spc="-33" dirty="0">
                <a:latin typeface="Verdana"/>
                <a:cs typeface="Verdana"/>
              </a:rPr>
              <a:t> </a:t>
            </a:r>
            <a:r>
              <a:rPr sz="2667" spc="15" dirty="0">
                <a:latin typeface="Verdana"/>
                <a:cs typeface="Verdana"/>
              </a:rPr>
              <a:t>given</a:t>
            </a:r>
            <a:r>
              <a:rPr lang="en-GB" sz="2667" spc="15" dirty="0">
                <a:latin typeface="Verdana"/>
                <a:cs typeface="Verdana"/>
              </a:rPr>
              <a:t>     </a:t>
            </a:r>
            <a:r>
              <a:rPr sz="2667" spc="-53" dirty="0">
                <a:latin typeface="Verdana"/>
                <a:cs typeface="Verdana"/>
              </a:rPr>
              <a:t> </a:t>
            </a:r>
            <a:r>
              <a:rPr sz="2667" dirty="0">
                <a:latin typeface="Verdana"/>
                <a:cs typeface="Verdana"/>
              </a:rPr>
              <a:t>“</a:t>
            </a:r>
            <a:r>
              <a:rPr sz="2667" dirty="0">
                <a:solidFill>
                  <a:srgbClr val="C00000"/>
                </a:solidFill>
                <a:latin typeface="Verdana"/>
                <a:cs typeface="Verdana"/>
              </a:rPr>
              <a:t>right</a:t>
            </a:r>
            <a:r>
              <a:rPr sz="2667" spc="-107" dirty="0">
                <a:solidFill>
                  <a:srgbClr val="C00000"/>
                </a:solidFill>
                <a:latin typeface="Verdana"/>
                <a:cs typeface="Verdana"/>
              </a:rPr>
              <a:t> </a:t>
            </a:r>
            <a:r>
              <a:rPr sz="2667" spc="15" dirty="0">
                <a:solidFill>
                  <a:srgbClr val="C00000"/>
                </a:solidFill>
                <a:latin typeface="Verdana"/>
                <a:cs typeface="Verdana"/>
              </a:rPr>
              <a:t>answers</a:t>
            </a:r>
            <a:r>
              <a:rPr sz="2667" spc="15" dirty="0">
                <a:latin typeface="Verdana"/>
                <a:cs typeface="Verdana"/>
              </a:rPr>
              <a:t>”</a:t>
            </a:r>
            <a:endParaRPr sz="2667" dirty="0">
              <a:latin typeface="Verdana"/>
              <a:cs typeface="Verdana"/>
            </a:endParaRPr>
          </a:p>
        </p:txBody>
      </p:sp>
      <p:sp>
        <p:nvSpPr>
          <p:cNvPr id="14" name="TextBox 13">
            <a:extLst>
              <a:ext uri="{FF2B5EF4-FFF2-40B4-BE49-F238E27FC236}">
                <a16:creationId xmlns:a16="http://schemas.microsoft.com/office/drawing/2014/main" id="{61F7CF52-1FAA-BFC7-F85A-E89036E493B4}"/>
              </a:ext>
            </a:extLst>
          </p:cNvPr>
          <p:cNvSpPr txBox="1"/>
          <p:nvPr/>
        </p:nvSpPr>
        <p:spPr>
          <a:xfrm>
            <a:off x="751073" y="4045278"/>
            <a:ext cx="10315857" cy="2277547"/>
          </a:xfrm>
          <a:prstGeom prst="rect">
            <a:avLst/>
          </a:prstGeom>
          <a:noFill/>
        </p:spPr>
        <p:txBody>
          <a:bodyPr wrap="square">
            <a:spAutoFit/>
          </a:bodyPr>
          <a:lstStyle/>
          <a:p>
            <a:pPr>
              <a:spcBef>
                <a:spcPts val="600"/>
              </a:spcBef>
              <a:spcAft>
                <a:spcPts val="600"/>
              </a:spcAft>
              <a:buFont typeface="Arial" panose="020B0604020202020204" pitchFamily="34" charset="0"/>
              <a:buChar char="•"/>
            </a:pPr>
            <a:r>
              <a:rPr lang="en-US" sz="2800" dirty="0"/>
              <a:t>Supervised learning uses examples with known answers.</a:t>
            </a:r>
          </a:p>
          <a:p>
            <a:pPr>
              <a:spcBef>
                <a:spcPts val="600"/>
              </a:spcBef>
              <a:spcAft>
                <a:spcPts val="600"/>
              </a:spcAft>
              <a:buFont typeface="Arial" panose="020B0604020202020204" pitchFamily="34" charset="0"/>
              <a:buChar char="•"/>
            </a:pPr>
            <a:r>
              <a:rPr lang="en-US" sz="2800" dirty="0"/>
              <a:t>Each example pairs input X with output Y.</a:t>
            </a:r>
          </a:p>
          <a:p>
            <a:pPr>
              <a:spcBef>
                <a:spcPts val="600"/>
              </a:spcBef>
              <a:spcAft>
                <a:spcPts val="600"/>
              </a:spcAft>
              <a:buFont typeface="Arial" panose="020B0604020202020204" pitchFamily="34" charset="0"/>
              <a:buChar char="•"/>
            </a:pPr>
            <a:r>
              <a:rPr lang="en-US" sz="2800" dirty="0"/>
              <a:t>The model learns the relationship between them.</a:t>
            </a:r>
          </a:p>
          <a:p>
            <a:pPr>
              <a:spcBef>
                <a:spcPts val="600"/>
              </a:spcBef>
              <a:spcAft>
                <a:spcPts val="600"/>
              </a:spcAft>
              <a:buFont typeface="Arial" panose="020B0604020202020204" pitchFamily="34" charset="0"/>
              <a:buChar char="•"/>
            </a:pPr>
            <a:r>
              <a:rPr lang="en-US" sz="2800" dirty="0"/>
              <a:t>This lets it predict Y for a new X, as shown in the graph.</a:t>
            </a:r>
          </a:p>
        </p:txBody>
      </p:sp>
      <p:sp>
        <p:nvSpPr>
          <p:cNvPr id="12" name="Slide Number Placeholder 11">
            <a:extLst>
              <a:ext uri="{FF2B5EF4-FFF2-40B4-BE49-F238E27FC236}">
                <a16:creationId xmlns:a16="http://schemas.microsoft.com/office/drawing/2014/main" id="{B96769B3-DD73-179B-F51D-523990EB0019}"/>
              </a:ext>
            </a:extLst>
          </p:cNvPr>
          <p:cNvSpPr>
            <a:spLocks noGrp="1"/>
          </p:cNvSpPr>
          <p:nvPr>
            <p:ph type="sldNum" sz="quarter" idx="12"/>
          </p:nvPr>
        </p:nvSpPr>
        <p:spPr/>
        <p:txBody>
          <a:bodyPr/>
          <a:lstStyle/>
          <a:p>
            <a:fld id="{EB17D4FA-7C84-BF4C-87EB-41A15D920012}" type="slidenum">
              <a:rPr lang="en-PS" smtClean="0"/>
              <a:t>2</a:t>
            </a:fld>
            <a:endParaRPr lang="en-PS"/>
          </a:p>
        </p:txBody>
      </p:sp>
      <p:pic>
        <p:nvPicPr>
          <p:cNvPr id="16" name="Picture 15">
            <a:extLst>
              <a:ext uri="{FF2B5EF4-FFF2-40B4-BE49-F238E27FC236}">
                <a16:creationId xmlns:a16="http://schemas.microsoft.com/office/drawing/2014/main" id="{A95C57F3-F4C5-A24C-97DC-42595572905B}"/>
              </a:ext>
            </a:extLst>
          </p:cNvPr>
          <p:cNvPicPr>
            <a:picLocks noChangeAspect="1"/>
          </p:cNvPicPr>
          <p:nvPr/>
        </p:nvPicPr>
        <p:blipFill>
          <a:blip r:embed="rId3"/>
          <a:stretch>
            <a:fillRect/>
          </a:stretch>
        </p:blipFill>
        <p:spPr>
          <a:xfrm>
            <a:off x="2048939" y="767821"/>
            <a:ext cx="6919259" cy="188117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643469" y="423336"/>
            <a:ext cx="1621367" cy="427532"/>
          </a:xfrm>
          <a:prstGeom prst="rect">
            <a:avLst/>
          </a:prstGeom>
        </p:spPr>
        <p:txBody>
          <a:bodyPr vert="horz" wrap="square" lIns="0" tIns="16933" rIns="0" bIns="0" rtlCol="0">
            <a:spAutoFit/>
          </a:bodyPr>
          <a:lstStyle/>
          <a:p>
            <a:pPr marL="16933">
              <a:spcBef>
                <a:spcPts val="133"/>
              </a:spcBef>
            </a:pPr>
            <a:r>
              <a:rPr sz="2667" spc="-7" dirty="0">
                <a:solidFill>
                  <a:srgbClr val="FF9300"/>
                </a:solidFill>
                <a:latin typeface="Verdana"/>
                <a:cs typeface="Verdana"/>
              </a:rPr>
              <a:t>Input</a:t>
            </a:r>
            <a:r>
              <a:rPr sz="2667" spc="-87" dirty="0">
                <a:solidFill>
                  <a:srgbClr val="FF9300"/>
                </a:solidFill>
                <a:latin typeface="Verdana"/>
                <a:cs typeface="Verdana"/>
              </a:rPr>
              <a:t> </a:t>
            </a:r>
            <a:r>
              <a:rPr sz="2667" spc="-7" dirty="0">
                <a:latin typeface="Verdana"/>
                <a:cs typeface="Verdana"/>
              </a:rPr>
              <a:t>(</a:t>
            </a:r>
            <a:r>
              <a:rPr sz="2667" spc="-7" dirty="0">
                <a:solidFill>
                  <a:srgbClr val="FF9300"/>
                </a:solidFill>
                <a:latin typeface="Times New Roman"/>
                <a:cs typeface="Times New Roman"/>
              </a:rPr>
              <a:t>X</a:t>
            </a:r>
            <a:r>
              <a:rPr sz="2667" spc="-7" dirty="0">
                <a:latin typeface="Verdana"/>
                <a:cs typeface="Verdana"/>
              </a:rPr>
              <a:t>)</a:t>
            </a:r>
            <a:endParaRPr sz="2667">
              <a:latin typeface="Verdana"/>
              <a:cs typeface="Verdana"/>
            </a:endParaRPr>
          </a:p>
        </p:txBody>
      </p:sp>
      <p:sp>
        <p:nvSpPr>
          <p:cNvPr id="7" name="object 7"/>
          <p:cNvSpPr txBox="1"/>
          <p:nvPr/>
        </p:nvSpPr>
        <p:spPr>
          <a:xfrm>
            <a:off x="643467" y="1236136"/>
            <a:ext cx="955040" cy="427532"/>
          </a:xfrm>
          <a:prstGeom prst="rect">
            <a:avLst/>
          </a:prstGeom>
        </p:spPr>
        <p:txBody>
          <a:bodyPr vert="horz" wrap="square" lIns="0" tIns="16933" rIns="0" bIns="0" rtlCol="0">
            <a:spAutoFit/>
          </a:bodyPr>
          <a:lstStyle/>
          <a:p>
            <a:pPr marL="16933">
              <a:spcBef>
                <a:spcPts val="133"/>
              </a:spcBef>
            </a:pPr>
            <a:r>
              <a:rPr sz="2667" dirty="0">
                <a:latin typeface="Verdana"/>
                <a:cs typeface="Verdana"/>
              </a:rPr>
              <a:t>email</a:t>
            </a:r>
            <a:endParaRPr sz="2667">
              <a:latin typeface="Verdana"/>
              <a:cs typeface="Verdana"/>
            </a:endParaRPr>
          </a:p>
        </p:txBody>
      </p:sp>
      <p:sp>
        <p:nvSpPr>
          <p:cNvPr id="8" name="object 8"/>
          <p:cNvSpPr txBox="1"/>
          <p:nvPr/>
        </p:nvSpPr>
        <p:spPr>
          <a:xfrm>
            <a:off x="643467" y="2048936"/>
            <a:ext cx="961813" cy="427532"/>
          </a:xfrm>
          <a:prstGeom prst="rect">
            <a:avLst/>
          </a:prstGeom>
        </p:spPr>
        <p:txBody>
          <a:bodyPr vert="horz" wrap="square" lIns="0" tIns="16933" rIns="0" bIns="0" rtlCol="0">
            <a:spAutoFit/>
          </a:bodyPr>
          <a:lstStyle/>
          <a:p>
            <a:pPr marL="16933">
              <a:spcBef>
                <a:spcPts val="133"/>
              </a:spcBef>
            </a:pPr>
            <a:r>
              <a:rPr sz="2667" dirty="0">
                <a:latin typeface="Verdana"/>
                <a:cs typeface="Verdana"/>
              </a:rPr>
              <a:t>au</a:t>
            </a:r>
            <a:r>
              <a:rPr sz="2667" spc="-7" dirty="0">
                <a:latin typeface="Verdana"/>
                <a:cs typeface="Verdana"/>
              </a:rPr>
              <a:t>d</a:t>
            </a:r>
            <a:r>
              <a:rPr sz="2667" dirty="0">
                <a:latin typeface="Verdana"/>
                <a:cs typeface="Verdana"/>
              </a:rPr>
              <a:t>io</a:t>
            </a:r>
            <a:endParaRPr sz="2667">
              <a:latin typeface="Verdana"/>
              <a:cs typeface="Verdana"/>
            </a:endParaRPr>
          </a:p>
        </p:txBody>
      </p:sp>
      <p:sp>
        <p:nvSpPr>
          <p:cNvPr id="9" name="object 9"/>
          <p:cNvSpPr txBox="1"/>
          <p:nvPr/>
        </p:nvSpPr>
        <p:spPr>
          <a:xfrm>
            <a:off x="643469" y="2861736"/>
            <a:ext cx="1250527" cy="427532"/>
          </a:xfrm>
          <a:prstGeom prst="rect">
            <a:avLst/>
          </a:prstGeom>
        </p:spPr>
        <p:txBody>
          <a:bodyPr vert="horz" wrap="square" lIns="0" tIns="16933" rIns="0" bIns="0" rtlCol="0">
            <a:spAutoFit/>
          </a:bodyPr>
          <a:lstStyle/>
          <a:p>
            <a:pPr marL="16933">
              <a:spcBef>
                <a:spcPts val="133"/>
              </a:spcBef>
            </a:pPr>
            <a:r>
              <a:rPr sz="2667" spc="-7" dirty="0">
                <a:latin typeface="Verdana"/>
                <a:cs typeface="Verdana"/>
              </a:rPr>
              <a:t>English</a:t>
            </a:r>
            <a:endParaRPr sz="2667">
              <a:latin typeface="Verdana"/>
              <a:cs typeface="Verdana"/>
            </a:endParaRPr>
          </a:p>
        </p:txBody>
      </p:sp>
      <p:sp>
        <p:nvSpPr>
          <p:cNvPr id="10" name="object 10"/>
          <p:cNvSpPr txBox="1"/>
          <p:nvPr/>
        </p:nvSpPr>
        <p:spPr>
          <a:xfrm>
            <a:off x="643470" y="3674536"/>
            <a:ext cx="2178473" cy="427532"/>
          </a:xfrm>
          <a:prstGeom prst="rect">
            <a:avLst/>
          </a:prstGeom>
        </p:spPr>
        <p:txBody>
          <a:bodyPr vert="horz" wrap="square" lIns="0" tIns="16933" rIns="0" bIns="0" rtlCol="0">
            <a:spAutoFit/>
          </a:bodyPr>
          <a:lstStyle/>
          <a:p>
            <a:pPr marL="16933">
              <a:spcBef>
                <a:spcPts val="133"/>
              </a:spcBef>
            </a:pPr>
            <a:r>
              <a:rPr sz="2667" spc="-7" dirty="0">
                <a:latin typeface="Verdana"/>
                <a:cs typeface="Verdana"/>
              </a:rPr>
              <a:t>ad,</a:t>
            </a:r>
            <a:r>
              <a:rPr sz="2667" spc="-53" dirty="0">
                <a:latin typeface="Verdana"/>
                <a:cs typeface="Verdana"/>
              </a:rPr>
              <a:t> </a:t>
            </a:r>
            <a:r>
              <a:rPr sz="2667" spc="-7" dirty="0">
                <a:latin typeface="Verdana"/>
                <a:cs typeface="Verdana"/>
              </a:rPr>
              <a:t>user</a:t>
            </a:r>
            <a:r>
              <a:rPr sz="2667" spc="-47" dirty="0">
                <a:latin typeface="Verdana"/>
                <a:cs typeface="Verdana"/>
              </a:rPr>
              <a:t> </a:t>
            </a:r>
            <a:r>
              <a:rPr sz="2667" dirty="0">
                <a:latin typeface="Verdana"/>
                <a:cs typeface="Verdana"/>
              </a:rPr>
              <a:t>info</a:t>
            </a:r>
            <a:endParaRPr sz="2667">
              <a:latin typeface="Verdana"/>
              <a:cs typeface="Verdana"/>
            </a:endParaRPr>
          </a:p>
        </p:txBody>
      </p:sp>
      <p:sp>
        <p:nvSpPr>
          <p:cNvPr id="11" name="object 11"/>
          <p:cNvSpPr txBox="1"/>
          <p:nvPr/>
        </p:nvSpPr>
        <p:spPr>
          <a:xfrm>
            <a:off x="643467" y="4487336"/>
            <a:ext cx="2966720" cy="427532"/>
          </a:xfrm>
          <a:prstGeom prst="rect">
            <a:avLst/>
          </a:prstGeom>
        </p:spPr>
        <p:txBody>
          <a:bodyPr vert="horz" wrap="square" lIns="0" tIns="16933" rIns="0" bIns="0" rtlCol="0">
            <a:spAutoFit/>
          </a:bodyPr>
          <a:lstStyle/>
          <a:p>
            <a:pPr marL="16933">
              <a:spcBef>
                <a:spcPts val="133"/>
              </a:spcBef>
            </a:pPr>
            <a:r>
              <a:rPr sz="2667" spc="-7" dirty="0">
                <a:latin typeface="Verdana"/>
                <a:cs typeface="Verdana"/>
              </a:rPr>
              <a:t>image,</a:t>
            </a:r>
            <a:r>
              <a:rPr sz="2667" spc="-53" dirty="0">
                <a:latin typeface="Verdana"/>
                <a:cs typeface="Verdana"/>
              </a:rPr>
              <a:t> </a:t>
            </a:r>
            <a:r>
              <a:rPr sz="2667" spc="-15" dirty="0">
                <a:latin typeface="Verdana"/>
                <a:cs typeface="Verdana"/>
              </a:rPr>
              <a:t>radar</a:t>
            </a:r>
            <a:r>
              <a:rPr sz="2667" spc="-47" dirty="0">
                <a:latin typeface="Verdana"/>
                <a:cs typeface="Verdana"/>
              </a:rPr>
              <a:t> </a:t>
            </a:r>
            <a:r>
              <a:rPr sz="2667" dirty="0">
                <a:latin typeface="Verdana"/>
                <a:cs typeface="Verdana"/>
              </a:rPr>
              <a:t>info</a:t>
            </a:r>
          </a:p>
        </p:txBody>
      </p:sp>
      <p:sp>
        <p:nvSpPr>
          <p:cNvPr id="12" name="object 12"/>
          <p:cNvSpPr txBox="1"/>
          <p:nvPr/>
        </p:nvSpPr>
        <p:spPr>
          <a:xfrm>
            <a:off x="643467" y="5300136"/>
            <a:ext cx="2682240" cy="427532"/>
          </a:xfrm>
          <a:prstGeom prst="rect">
            <a:avLst/>
          </a:prstGeom>
        </p:spPr>
        <p:txBody>
          <a:bodyPr vert="horz" wrap="square" lIns="0" tIns="16933" rIns="0" bIns="0" rtlCol="0">
            <a:spAutoFit/>
          </a:bodyPr>
          <a:lstStyle/>
          <a:p>
            <a:pPr marL="16933">
              <a:spcBef>
                <a:spcPts val="133"/>
              </a:spcBef>
            </a:pPr>
            <a:r>
              <a:rPr sz="2667" spc="-7" dirty="0">
                <a:latin typeface="Verdana"/>
                <a:cs typeface="Verdana"/>
              </a:rPr>
              <a:t>image</a:t>
            </a:r>
            <a:r>
              <a:rPr sz="2667" spc="-47" dirty="0">
                <a:latin typeface="Verdana"/>
                <a:cs typeface="Verdana"/>
              </a:rPr>
              <a:t> </a:t>
            </a:r>
            <a:r>
              <a:rPr sz="2667" spc="-7" dirty="0">
                <a:latin typeface="Verdana"/>
                <a:cs typeface="Verdana"/>
              </a:rPr>
              <a:t>of</a:t>
            </a:r>
            <a:r>
              <a:rPr sz="2667" spc="-41" dirty="0">
                <a:latin typeface="Verdana"/>
                <a:cs typeface="Verdana"/>
              </a:rPr>
              <a:t> </a:t>
            </a:r>
            <a:r>
              <a:rPr sz="2667" spc="-7" dirty="0">
                <a:latin typeface="Verdana"/>
                <a:cs typeface="Verdana"/>
              </a:rPr>
              <a:t>phone</a:t>
            </a:r>
            <a:endParaRPr sz="2667">
              <a:latin typeface="Verdana"/>
              <a:cs typeface="Verdana"/>
            </a:endParaRPr>
          </a:p>
        </p:txBody>
      </p:sp>
      <p:sp>
        <p:nvSpPr>
          <p:cNvPr id="13" name="object 13"/>
          <p:cNvSpPr txBox="1"/>
          <p:nvPr/>
        </p:nvSpPr>
        <p:spPr>
          <a:xfrm>
            <a:off x="4334936" y="423336"/>
            <a:ext cx="1878753" cy="427532"/>
          </a:xfrm>
          <a:prstGeom prst="rect">
            <a:avLst/>
          </a:prstGeom>
        </p:spPr>
        <p:txBody>
          <a:bodyPr vert="horz" wrap="square" lIns="0" tIns="16933" rIns="0" bIns="0" rtlCol="0">
            <a:spAutoFit/>
          </a:bodyPr>
          <a:lstStyle/>
          <a:p>
            <a:pPr marL="16933">
              <a:spcBef>
                <a:spcPts val="133"/>
              </a:spcBef>
            </a:pPr>
            <a:r>
              <a:rPr sz="2667" spc="-7" dirty="0">
                <a:solidFill>
                  <a:srgbClr val="FF40FF"/>
                </a:solidFill>
                <a:latin typeface="Verdana"/>
                <a:cs typeface="Verdana"/>
              </a:rPr>
              <a:t>Output</a:t>
            </a:r>
            <a:r>
              <a:rPr sz="2667" spc="-87" dirty="0">
                <a:solidFill>
                  <a:srgbClr val="FF40FF"/>
                </a:solidFill>
                <a:latin typeface="Verdana"/>
                <a:cs typeface="Verdana"/>
              </a:rPr>
              <a:t> </a:t>
            </a:r>
            <a:r>
              <a:rPr sz="2667" spc="-7" dirty="0">
                <a:latin typeface="Verdana"/>
                <a:cs typeface="Verdana"/>
              </a:rPr>
              <a:t>(</a:t>
            </a:r>
            <a:r>
              <a:rPr sz="2667" spc="-7" dirty="0">
                <a:solidFill>
                  <a:srgbClr val="FF40FF"/>
                </a:solidFill>
                <a:latin typeface="Times New Roman"/>
                <a:cs typeface="Times New Roman"/>
              </a:rPr>
              <a:t>Y</a:t>
            </a:r>
            <a:r>
              <a:rPr sz="2667" spc="-7" dirty="0">
                <a:latin typeface="Verdana"/>
                <a:cs typeface="Verdana"/>
              </a:rPr>
              <a:t>)</a:t>
            </a:r>
            <a:endParaRPr sz="2667">
              <a:latin typeface="Verdana"/>
              <a:cs typeface="Verdana"/>
            </a:endParaRPr>
          </a:p>
        </p:txBody>
      </p:sp>
      <p:sp>
        <p:nvSpPr>
          <p:cNvPr id="14" name="object 14"/>
          <p:cNvSpPr txBox="1"/>
          <p:nvPr/>
        </p:nvSpPr>
        <p:spPr>
          <a:xfrm>
            <a:off x="4334935" y="1236136"/>
            <a:ext cx="2150533" cy="427532"/>
          </a:xfrm>
          <a:prstGeom prst="rect">
            <a:avLst/>
          </a:prstGeom>
        </p:spPr>
        <p:txBody>
          <a:bodyPr vert="horz" wrap="square" lIns="0" tIns="16933" rIns="0" bIns="0" rtlCol="0">
            <a:spAutoFit/>
          </a:bodyPr>
          <a:lstStyle/>
          <a:p>
            <a:pPr marL="16933">
              <a:spcBef>
                <a:spcPts val="133"/>
              </a:spcBef>
            </a:pPr>
            <a:r>
              <a:rPr sz="2667" spc="-7" dirty="0">
                <a:latin typeface="Verdana"/>
                <a:cs typeface="Verdana"/>
              </a:rPr>
              <a:t>spam?</a:t>
            </a:r>
            <a:r>
              <a:rPr sz="2667" spc="-80" dirty="0">
                <a:latin typeface="Verdana"/>
                <a:cs typeface="Verdana"/>
              </a:rPr>
              <a:t> </a:t>
            </a:r>
            <a:r>
              <a:rPr sz="2667" spc="-7" dirty="0">
                <a:latin typeface="Verdana"/>
                <a:cs typeface="Verdana"/>
              </a:rPr>
              <a:t>(0/1)</a:t>
            </a:r>
            <a:endParaRPr sz="2667">
              <a:latin typeface="Verdana"/>
              <a:cs typeface="Verdana"/>
            </a:endParaRPr>
          </a:p>
        </p:txBody>
      </p:sp>
      <p:sp>
        <p:nvSpPr>
          <p:cNvPr id="15" name="object 15"/>
          <p:cNvSpPr txBox="1"/>
          <p:nvPr/>
        </p:nvSpPr>
        <p:spPr>
          <a:xfrm>
            <a:off x="4334935" y="2048936"/>
            <a:ext cx="2622975" cy="427532"/>
          </a:xfrm>
          <a:prstGeom prst="rect">
            <a:avLst/>
          </a:prstGeom>
        </p:spPr>
        <p:txBody>
          <a:bodyPr vert="horz" wrap="square" lIns="0" tIns="16933" rIns="0" bIns="0" rtlCol="0">
            <a:spAutoFit/>
          </a:bodyPr>
          <a:lstStyle/>
          <a:p>
            <a:pPr marL="16933">
              <a:spcBef>
                <a:spcPts val="133"/>
              </a:spcBef>
            </a:pPr>
            <a:r>
              <a:rPr sz="2667" spc="-7" dirty="0">
                <a:latin typeface="Verdana"/>
                <a:cs typeface="Verdana"/>
              </a:rPr>
              <a:t>text</a:t>
            </a:r>
            <a:r>
              <a:rPr sz="2667" spc="-60" dirty="0">
                <a:latin typeface="Verdana"/>
                <a:cs typeface="Verdana"/>
              </a:rPr>
              <a:t> </a:t>
            </a:r>
            <a:r>
              <a:rPr sz="2667" spc="-15" dirty="0">
                <a:latin typeface="Verdana"/>
                <a:cs typeface="Verdana"/>
              </a:rPr>
              <a:t>transcripts</a:t>
            </a:r>
            <a:endParaRPr sz="2667">
              <a:latin typeface="Verdana"/>
              <a:cs typeface="Verdana"/>
            </a:endParaRPr>
          </a:p>
        </p:txBody>
      </p:sp>
      <p:sp>
        <p:nvSpPr>
          <p:cNvPr id="16" name="object 16"/>
          <p:cNvSpPr txBox="1"/>
          <p:nvPr/>
        </p:nvSpPr>
        <p:spPr>
          <a:xfrm>
            <a:off x="4334935" y="2861736"/>
            <a:ext cx="1378373" cy="427532"/>
          </a:xfrm>
          <a:prstGeom prst="rect">
            <a:avLst/>
          </a:prstGeom>
        </p:spPr>
        <p:txBody>
          <a:bodyPr vert="horz" wrap="square" lIns="0" tIns="16933" rIns="0" bIns="0" rtlCol="0">
            <a:spAutoFit/>
          </a:bodyPr>
          <a:lstStyle/>
          <a:p>
            <a:pPr marL="16933">
              <a:spcBef>
                <a:spcPts val="133"/>
              </a:spcBef>
            </a:pPr>
            <a:r>
              <a:rPr sz="2667" spc="-7" dirty="0">
                <a:latin typeface="Verdana"/>
                <a:cs typeface="Verdana"/>
              </a:rPr>
              <a:t>Spanish</a:t>
            </a:r>
            <a:endParaRPr sz="2667">
              <a:latin typeface="Verdana"/>
              <a:cs typeface="Verdana"/>
            </a:endParaRPr>
          </a:p>
        </p:txBody>
      </p:sp>
      <p:sp>
        <p:nvSpPr>
          <p:cNvPr id="17" name="object 17"/>
          <p:cNvSpPr txBox="1"/>
          <p:nvPr/>
        </p:nvSpPr>
        <p:spPr>
          <a:xfrm>
            <a:off x="4334934" y="3674536"/>
            <a:ext cx="1969348" cy="427532"/>
          </a:xfrm>
          <a:prstGeom prst="rect">
            <a:avLst/>
          </a:prstGeom>
        </p:spPr>
        <p:txBody>
          <a:bodyPr vert="horz" wrap="square" lIns="0" tIns="16933" rIns="0" bIns="0" rtlCol="0">
            <a:spAutoFit/>
          </a:bodyPr>
          <a:lstStyle/>
          <a:p>
            <a:pPr marL="16933">
              <a:spcBef>
                <a:spcPts val="133"/>
              </a:spcBef>
            </a:pPr>
            <a:r>
              <a:rPr sz="2667" spc="-7" dirty="0">
                <a:latin typeface="Verdana"/>
                <a:cs typeface="Verdana"/>
              </a:rPr>
              <a:t>click?</a:t>
            </a:r>
            <a:r>
              <a:rPr sz="2667" spc="-73" dirty="0">
                <a:latin typeface="Verdana"/>
                <a:cs typeface="Verdana"/>
              </a:rPr>
              <a:t> </a:t>
            </a:r>
            <a:r>
              <a:rPr sz="2667" spc="-7" dirty="0">
                <a:latin typeface="Verdana"/>
                <a:cs typeface="Verdana"/>
              </a:rPr>
              <a:t>(0/1)</a:t>
            </a:r>
            <a:endParaRPr sz="2667">
              <a:latin typeface="Verdana"/>
              <a:cs typeface="Verdana"/>
            </a:endParaRPr>
          </a:p>
        </p:txBody>
      </p:sp>
      <p:sp>
        <p:nvSpPr>
          <p:cNvPr id="18" name="object 18"/>
          <p:cNvSpPr txBox="1"/>
          <p:nvPr/>
        </p:nvSpPr>
        <p:spPr>
          <a:xfrm>
            <a:off x="4334937" y="4487336"/>
            <a:ext cx="3648287" cy="427532"/>
          </a:xfrm>
          <a:prstGeom prst="rect">
            <a:avLst/>
          </a:prstGeom>
        </p:spPr>
        <p:txBody>
          <a:bodyPr vert="horz" wrap="square" lIns="0" tIns="16933" rIns="0" bIns="0" rtlCol="0">
            <a:spAutoFit/>
          </a:bodyPr>
          <a:lstStyle/>
          <a:p>
            <a:pPr marL="16933">
              <a:spcBef>
                <a:spcPts val="133"/>
              </a:spcBef>
            </a:pPr>
            <a:r>
              <a:rPr sz="2667" spc="-7" dirty="0">
                <a:latin typeface="Verdana"/>
                <a:cs typeface="Verdana"/>
              </a:rPr>
              <a:t>position</a:t>
            </a:r>
            <a:r>
              <a:rPr sz="2667" spc="-27" dirty="0">
                <a:latin typeface="Verdana"/>
                <a:cs typeface="Verdana"/>
              </a:rPr>
              <a:t> </a:t>
            </a:r>
            <a:r>
              <a:rPr sz="2667" spc="-7" dirty="0">
                <a:latin typeface="Verdana"/>
                <a:cs typeface="Verdana"/>
              </a:rPr>
              <a:t>of</a:t>
            </a:r>
            <a:r>
              <a:rPr sz="2667" spc="-20" dirty="0">
                <a:latin typeface="Verdana"/>
                <a:cs typeface="Verdana"/>
              </a:rPr>
              <a:t> </a:t>
            </a:r>
            <a:r>
              <a:rPr sz="2667" spc="-7" dirty="0">
                <a:latin typeface="Verdana"/>
                <a:cs typeface="Verdana"/>
              </a:rPr>
              <a:t>other</a:t>
            </a:r>
            <a:r>
              <a:rPr sz="2667" spc="-20" dirty="0">
                <a:latin typeface="Verdana"/>
                <a:cs typeface="Verdana"/>
              </a:rPr>
              <a:t> </a:t>
            </a:r>
            <a:r>
              <a:rPr sz="2667" spc="-7" dirty="0">
                <a:latin typeface="Verdana"/>
                <a:cs typeface="Verdana"/>
              </a:rPr>
              <a:t>cars</a:t>
            </a:r>
            <a:endParaRPr sz="2667">
              <a:latin typeface="Verdana"/>
              <a:cs typeface="Verdana"/>
            </a:endParaRPr>
          </a:p>
        </p:txBody>
      </p:sp>
      <p:sp>
        <p:nvSpPr>
          <p:cNvPr id="19" name="object 19"/>
          <p:cNvSpPr txBox="1"/>
          <p:nvPr/>
        </p:nvSpPr>
        <p:spPr>
          <a:xfrm>
            <a:off x="4334937" y="5300136"/>
            <a:ext cx="2273300" cy="427532"/>
          </a:xfrm>
          <a:prstGeom prst="rect">
            <a:avLst/>
          </a:prstGeom>
        </p:spPr>
        <p:txBody>
          <a:bodyPr vert="horz" wrap="square" lIns="0" tIns="16933" rIns="0" bIns="0" rtlCol="0">
            <a:spAutoFit/>
          </a:bodyPr>
          <a:lstStyle/>
          <a:p>
            <a:pPr marL="16933">
              <a:spcBef>
                <a:spcPts val="133"/>
              </a:spcBef>
            </a:pPr>
            <a:r>
              <a:rPr sz="2667" spc="-7" dirty="0">
                <a:latin typeface="Verdana"/>
                <a:cs typeface="Verdana"/>
              </a:rPr>
              <a:t>defect?</a:t>
            </a:r>
            <a:r>
              <a:rPr sz="2667" spc="-73" dirty="0">
                <a:latin typeface="Verdana"/>
                <a:cs typeface="Verdana"/>
              </a:rPr>
              <a:t> </a:t>
            </a:r>
            <a:r>
              <a:rPr sz="2667" spc="-7" dirty="0">
                <a:latin typeface="Verdana"/>
                <a:cs typeface="Verdana"/>
              </a:rPr>
              <a:t>(0/1)</a:t>
            </a:r>
            <a:endParaRPr sz="2667">
              <a:latin typeface="Verdana"/>
              <a:cs typeface="Verdana"/>
            </a:endParaRPr>
          </a:p>
        </p:txBody>
      </p:sp>
      <p:sp>
        <p:nvSpPr>
          <p:cNvPr id="20" name="object 20"/>
          <p:cNvSpPr txBox="1"/>
          <p:nvPr/>
        </p:nvSpPr>
        <p:spPr>
          <a:xfrm>
            <a:off x="8415868" y="423336"/>
            <a:ext cx="1899920" cy="427532"/>
          </a:xfrm>
          <a:prstGeom prst="rect">
            <a:avLst/>
          </a:prstGeom>
        </p:spPr>
        <p:txBody>
          <a:bodyPr vert="horz" wrap="square" lIns="0" tIns="16933" rIns="0" bIns="0" rtlCol="0">
            <a:spAutoFit/>
          </a:bodyPr>
          <a:lstStyle/>
          <a:p>
            <a:pPr marL="16933">
              <a:spcBef>
                <a:spcPts val="133"/>
              </a:spcBef>
            </a:pPr>
            <a:r>
              <a:rPr sz="2667" spc="-7" dirty="0">
                <a:latin typeface="Verdana"/>
                <a:cs typeface="Verdana"/>
              </a:rPr>
              <a:t>Application</a:t>
            </a:r>
            <a:endParaRPr sz="2667">
              <a:latin typeface="Verdana"/>
              <a:cs typeface="Verdana"/>
            </a:endParaRPr>
          </a:p>
        </p:txBody>
      </p:sp>
      <p:sp>
        <p:nvSpPr>
          <p:cNvPr id="21" name="object 21"/>
          <p:cNvSpPr txBox="1"/>
          <p:nvPr/>
        </p:nvSpPr>
        <p:spPr>
          <a:xfrm>
            <a:off x="8415868" y="1236136"/>
            <a:ext cx="2376593" cy="427532"/>
          </a:xfrm>
          <a:prstGeom prst="rect">
            <a:avLst/>
          </a:prstGeom>
        </p:spPr>
        <p:txBody>
          <a:bodyPr vert="horz" wrap="square" lIns="0" tIns="16933" rIns="0" bIns="0" rtlCol="0">
            <a:spAutoFit/>
          </a:bodyPr>
          <a:lstStyle/>
          <a:p>
            <a:pPr marL="16933">
              <a:spcBef>
                <a:spcPts val="133"/>
              </a:spcBef>
            </a:pPr>
            <a:r>
              <a:rPr sz="2667" spc="-7" dirty="0">
                <a:latin typeface="Verdana"/>
                <a:cs typeface="Verdana"/>
              </a:rPr>
              <a:t>spam</a:t>
            </a:r>
            <a:r>
              <a:rPr sz="2667" spc="-60" dirty="0">
                <a:latin typeface="Verdana"/>
                <a:cs typeface="Verdana"/>
              </a:rPr>
              <a:t> </a:t>
            </a:r>
            <a:r>
              <a:rPr sz="2667" spc="-7" dirty="0">
                <a:latin typeface="Verdana"/>
                <a:cs typeface="Verdana"/>
              </a:rPr>
              <a:t>filtering</a:t>
            </a:r>
            <a:endParaRPr sz="2667">
              <a:latin typeface="Verdana"/>
              <a:cs typeface="Verdana"/>
            </a:endParaRPr>
          </a:p>
        </p:txBody>
      </p:sp>
      <p:sp>
        <p:nvSpPr>
          <p:cNvPr id="22" name="object 22"/>
          <p:cNvSpPr txBox="1"/>
          <p:nvPr/>
        </p:nvSpPr>
        <p:spPr>
          <a:xfrm>
            <a:off x="8415868" y="2048936"/>
            <a:ext cx="3227493" cy="427532"/>
          </a:xfrm>
          <a:prstGeom prst="rect">
            <a:avLst/>
          </a:prstGeom>
        </p:spPr>
        <p:txBody>
          <a:bodyPr vert="horz" wrap="square" lIns="0" tIns="16933" rIns="0" bIns="0" rtlCol="0">
            <a:spAutoFit/>
          </a:bodyPr>
          <a:lstStyle/>
          <a:p>
            <a:pPr marL="16933">
              <a:spcBef>
                <a:spcPts val="133"/>
              </a:spcBef>
            </a:pPr>
            <a:r>
              <a:rPr sz="2667" spc="-7" dirty="0">
                <a:latin typeface="Verdana"/>
                <a:cs typeface="Verdana"/>
              </a:rPr>
              <a:t>speech</a:t>
            </a:r>
            <a:r>
              <a:rPr sz="2667" spc="-60" dirty="0">
                <a:latin typeface="Verdana"/>
                <a:cs typeface="Verdana"/>
              </a:rPr>
              <a:t> </a:t>
            </a:r>
            <a:r>
              <a:rPr sz="2667" spc="-7" dirty="0">
                <a:latin typeface="Verdana"/>
                <a:cs typeface="Verdana"/>
              </a:rPr>
              <a:t>recognition</a:t>
            </a:r>
            <a:endParaRPr sz="2667">
              <a:latin typeface="Verdana"/>
              <a:cs typeface="Verdana"/>
            </a:endParaRPr>
          </a:p>
        </p:txBody>
      </p:sp>
      <p:sp>
        <p:nvSpPr>
          <p:cNvPr id="23" name="object 23"/>
          <p:cNvSpPr txBox="1"/>
          <p:nvPr/>
        </p:nvSpPr>
        <p:spPr>
          <a:xfrm>
            <a:off x="8415869" y="2861736"/>
            <a:ext cx="3395135" cy="427532"/>
          </a:xfrm>
          <a:prstGeom prst="rect">
            <a:avLst/>
          </a:prstGeom>
        </p:spPr>
        <p:txBody>
          <a:bodyPr vert="horz" wrap="square" lIns="0" tIns="16933" rIns="0" bIns="0" rtlCol="0">
            <a:spAutoFit/>
          </a:bodyPr>
          <a:lstStyle/>
          <a:p>
            <a:pPr marL="16933">
              <a:spcBef>
                <a:spcPts val="133"/>
              </a:spcBef>
            </a:pPr>
            <a:r>
              <a:rPr sz="2667" spc="-7" dirty="0">
                <a:latin typeface="Verdana"/>
                <a:cs typeface="Verdana"/>
              </a:rPr>
              <a:t>machine</a:t>
            </a:r>
            <a:r>
              <a:rPr sz="2667" spc="-80" dirty="0">
                <a:latin typeface="Verdana"/>
                <a:cs typeface="Verdana"/>
              </a:rPr>
              <a:t> </a:t>
            </a:r>
            <a:r>
              <a:rPr sz="2667" spc="-7" dirty="0">
                <a:latin typeface="Verdana"/>
                <a:cs typeface="Verdana"/>
              </a:rPr>
              <a:t>translation</a:t>
            </a:r>
            <a:endParaRPr sz="2667">
              <a:latin typeface="Verdana"/>
              <a:cs typeface="Verdana"/>
            </a:endParaRPr>
          </a:p>
        </p:txBody>
      </p:sp>
      <p:sp>
        <p:nvSpPr>
          <p:cNvPr id="24" name="object 24"/>
          <p:cNvSpPr txBox="1"/>
          <p:nvPr/>
        </p:nvSpPr>
        <p:spPr>
          <a:xfrm>
            <a:off x="8415867" y="3674536"/>
            <a:ext cx="3054773" cy="427532"/>
          </a:xfrm>
          <a:prstGeom prst="rect">
            <a:avLst/>
          </a:prstGeom>
        </p:spPr>
        <p:txBody>
          <a:bodyPr vert="horz" wrap="square" lIns="0" tIns="16933" rIns="0" bIns="0" rtlCol="0">
            <a:spAutoFit/>
          </a:bodyPr>
          <a:lstStyle/>
          <a:p>
            <a:pPr marL="16933">
              <a:spcBef>
                <a:spcPts val="133"/>
              </a:spcBef>
            </a:pPr>
            <a:r>
              <a:rPr sz="2667" spc="-7" dirty="0">
                <a:latin typeface="Verdana"/>
                <a:cs typeface="Verdana"/>
              </a:rPr>
              <a:t>online</a:t>
            </a:r>
            <a:r>
              <a:rPr sz="2667" spc="-60" dirty="0">
                <a:latin typeface="Verdana"/>
                <a:cs typeface="Verdana"/>
              </a:rPr>
              <a:t> </a:t>
            </a:r>
            <a:r>
              <a:rPr sz="2667" spc="-7" dirty="0">
                <a:latin typeface="Verdana"/>
                <a:cs typeface="Verdana"/>
              </a:rPr>
              <a:t>advertising</a:t>
            </a:r>
            <a:endParaRPr sz="2667">
              <a:latin typeface="Verdana"/>
              <a:cs typeface="Verdana"/>
            </a:endParaRPr>
          </a:p>
        </p:txBody>
      </p:sp>
      <p:sp>
        <p:nvSpPr>
          <p:cNvPr id="25" name="object 25"/>
          <p:cNvSpPr txBox="1"/>
          <p:nvPr/>
        </p:nvSpPr>
        <p:spPr>
          <a:xfrm>
            <a:off x="8415868" y="4487336"/>
            <a:ext cx="2579793" cy="427532"/>
          </a:xfrm>
          <a:prstGeom prst="rect">
            <a:avLst/>
          </a:prstGeom>
        </p:spPr>
        <p:txBody>
          <a:bodyPr vert="horz" wrap="square" lIns="0" tIns="16933" rIns="0" bIns="0" rtlCol="0">
            <a:spAutoFit/>
          </a:bodyPr>
          <a:lstStyle/>
          <a:p>
            <a:pPr marL="16933">
              <a:spcBef>
                <a:spcPts val="133"/>
              </a:spcBef>
            </a:pPr>
            <a:r>
              <a:rPr sz="2667" spc="-15" dirty="0">
                <a:latin typeface="Verdana"/>
                <a:cs typeface="Verdana"/>
              </a:rPr>
              <a:t>self-driving</a:t>
            </a:r>
            <a:r>
              <a:rPr sz="2667" spc="-47" dirty="0">
                <a:latin typeface="Verdana"/>
                <a:cs typeface="Verdana"/>
              </a:rPr>
              <a:t> </a:t>
            </a:r>
            <a:r>
              <a:rPr sz="2667" spc="-7" dirty="0">
                <a:latin typeface="Verdana"/>
                <a:cs typeface="Verdana"/>
              </a:rPr>
              <a:t>car</a:t>
            </a:r>
            <a:endParaRPr sz="2667">
              <a:latin typeface="Verdana"/>
              <a:cs typeface="Verdana"/>
            </a:endParaRPr>
          </a:p>
        </p:txBody>
      </p:sp>
      <p:sp>
        <p:nvSpPr>
          <p:cNvPr id="26" name="object 26"/>
          <p:cNvSpPr txBox="1"/>
          <p:nvPr/>
        </p:nvSpPr>
        <p:spPr>
          <a:xfrm>
            <a:off x="8415869" y="5300136"/>
            <a:ext cx="2853268" cy="427532"/>
          </a:xfrm>
          <a:prstGeom prst="rect">
            <a:avLst/>
          </a:prstGeom>
        </p:spPr>
        <p:txBody>
          <a:bodyPr vert="horz" wrap="square" lIns="0" tIns="16933" rIns="0" bIns="0" rtlCol="0">
            <a:spAutoFit/>
          </a:bodyPr>
          <a:lstStyle/>
          <a:p>
            <a:pPr marL="16933">
              <a:spcBef>
                <a:spcPts val="133"/>
              </a:spcBef>
            </a:pPr>
            <a:r>
              <a:rPr sz="2667" spc="-7" dirty="0">
                <a:latin typeface="Verdana"/>
                <a:cs typeface="Verdana"/>
              </a:rPr>
              <a:t>visual</a:t>
            </a:r>
            <a:r>
              <a:rPr sz="2667" spc="-41" dirty="0">
                <a:latin typeface="Verdana"/>
                <a:cs typeface="Verdana"/>
              </a:rPr>
              <a:t> </a:t>
            </a:r>
            <a:r>
              <a:rPr sz="2667" spc="-7" dirty="0">
                <a:latin typeface="Verdana"/>
                <a:cs typeface="Verdana"/>
              </a:rPr>
              <a:t>inspection</a:t>
            </a:r>
            <a:endParaRPr sz="2667">
              <a:latin typeface="Verdana"/>
              <a:cs typeface="Verdana"/>
            </a:endParaRPr>
          </a:p>
        </p:txBody>
      </p:sp>
      <p:grpSp>
        <p:nvGrpSpPr>
          <p:cNvPr id="27" name="object 27"/>
          <p:cNvGrpSpPr/>
          <p:nvPr/>
        </p:nvGrpSpPr>
        <p:grpSpPr>
          <a:xfrm>
            <a:off x="305050" y="144376"/>
            <a:ext cx="11732260" cy="5684521"/>
            <a:chOff x="228786" y="108281"/>
            <a:chExt cx="8799195" cy="4263390"/>
          </a:xfrm>
        </p:grpSpPr>
        <p:sp>
          <p:nvSpPr>
            <p:cNvPr id="28" name="object 28"/>
            <p:cNvSpPr/>
            <p:nvPr/>
          </p:nvSpPr>
          <p:spPr>
            <a:xfrm>
              <a:off x="228786" y="790864"/>
              <a:ext cx="8799195" cy="0"/>
            </a:xfrm>
            <a:custGeom>
              <a:avLst/>
              <a:gdLst/>
              <a:ahLst/>
              <a:cxnLst/>
              <a:rect l="l" t="t" r="r" b="b"/>
              <a:pathLst>
                <a:path w="8799195">
                  <a:moveTo>
                    <a:pt x="0" y="0"/>
                  </a:moveTo>
                  <a:lnTo>
                    <a:pt x="8798671" y="0"/>
                  </a:lnTo>
                </a:path>
              </a:pathLst>
            </a:custGeom>
            <a:ln w="25400">
              <a:solidFill>
                <a:srgbClr val="000000"/>
              </a:solidFill>
            </a:ln>
          </p:spPr>
          <p:txBody>
            <a:bodyPr wrap="square" lIns="0" tIns="0" rIns="0" bIns="0" rtlCol="0"/>
            <a:lstStyle/>
            <a:p>
              <a:endParaRPr sz="2400"/>
            </a:p>
          </p:txBody>
        </p:sp>
        <p:sp>
          <p:nvSpPr>
            <p:cNvPr id="29" name="object 29"/>
            <p:cNvSpPr/>
            <p:nvPr/>
          </p:nvSpPr>
          <p:spPr>
            <a:xfrm>
              <a:off x="6121929" y="108281"/>
              <a:ext cx="0" cy="4263390"/>
            </a:xfrm>
            <a:custGeom>
              <a:avLst/>
              <a:gdLst/>
              <a:ahLst/>
              <a:cxnLst/>
              <a:rect l="l" t="t" r="r" b="b"/>
              <a:pathLst>
                <a:path h="4263390">
                  <a:moveTo>
                    <a:pt x="0" y="0"/>
                  </a:moveTo>
                  <a:lnTo>
                    <a:pt x="0" y="4263078"/>
                  </a:lnTo>
                </a:path>
              </a:pathLst>
            </a:custGeom>
            <a:ln w="25400">
              <a:solidFill>
                <a:srgbClr val="000000"/>
              </a:solidFill>
            </a:ln>
          </p:spPr>
          <p:txBody>
            <a:bodyPr wrap="square" lIns="0" tIns="0" rIns="0" bIns="0" rtlCol="0"/>
            <a:lstStyle/>
            <a:p>
              <a:endParaRPr sz="2400"/>
            </a:p>
          </p:txBody>
        </p:sp>
        <p:pic>
          <p:nvPicPr>
            <p:cNvPr id="30" name="object 30"/>
            <p:cNvPicPr/>
            <p:nvPr/>
          </p:nvPicPr>
          <p:blipFill>
            <a:blip r:embed="rId3" cstate="print"/>
            <a:stretch>
              <a:fillRect/>
            </a:stretch>
          </p:blipFill>
          <p:spPr>
            <a:xfrm>
              <a:off x="1873345" y="1026857"/>
              <a:ext cx="1092959" cy="218159"/>
            </a:xfrm>
            <a:prstGeom prst="rect">
              <a:avLst/>
            </a:prstGeom>
          </p:spPr>
        </p:pic>
        <p:pic>
          <p:nvPicPr>
            <p:cNvPr id="31" name="object 31"/>
            <p:cNvPicPr/>
            <p:nvPr/>
          </p:nvPicPr>
          <p:blipFill>
            <a:blip r:embed="rId4" cstate="print"/>
            <a:stretch>
              <a:fillRect/>
            </a:stretch>
          </p:blipFill>
          <p:spPr>
            <a:xfrm>
              <a:off x="1798464" y="1615445"/>
              <a:ext cx="1097639" cy="243743"/>
            </a:xfrm>
            <a:prstGeom prst="rect">
              <a:avLst/>
            </a:prstGeom>
          </p:spPr>
        </p:pic>
        <p:pic>
          <p:nvPicPr>
            <p:cNvPr id="32" name="object 32"/>
            <p:cNvPicPr/>
            <p:nvPr/>
          </p:nvPicPr>
          <p:blipFill>
            <a:blip r:embed="rId5" cstate="print"/>
            <a:stretch>
              <a:fillRect/>
            </a:stretch>
          </p:blipFill>
          <p:spPr>
            <a:xfrm>
              <a:off x="1902147" y="2159767"/>
              <a:ext cx="1072795" cy="259941"/>
            </a:xfrm>
            <a:prstGeom prst="rect">
              <a:avLst/>
            </a:prstGeom>
          </p:spPr>
        </p:pic>
        <p:pic>
          <p:nvPicPr>
            <p:cNvPr id="33" name="object 33"/>
            <p:cNvPicPr/>
            <p:nvPr/>
          </p:nvPicPr>
          <p:blipFill>
            <a:blip r:embed="rId6" cstate="print"/>
            <a:stretch>
              <a:fillRect/>
            </a:stretch>
          </p:blipFill>
          <p:spPr>
            <a:xfrm>
              <a:off x="2304624" y="2767097"/>
              <a:ext cx="745200" cy="239399"/>
            </a:xfrm>
            <a:prstGeom prst="rect">
              <a:avLst/>
            </a:prstGeom>
          </p:spPr>
        </p:pic>
        <p:pic>
          <p:nvPicPr>
            <p:cNvPr id="34" name="object 34"/>
            <p:cNvPicPr/>
            <p:nvPr/>
          </p:nvPicPr>
          <p:blipFill>
            <a:blip r:embed="rId7" cstate="print"/>
            <a:stretch>
              <a:fillRect/>
            </a:stretch>
          </p:blipFill>
          <p:spPr>
            <a:xfrm>
              <a:off x="2837450" y="3439577"/>
              <a:ext cx="351359" cy="212400"/>
            </a:xfrm>
            <a:prstGeom prst="rect">
              <a:avLst/>
            </a:prstGeom>
          </p:spPr>
        </p:pic>
        <p:pic>
          <p:nvPicPr>
            <p:cNvPr id="35" name="object 35"/>
            <p:cNvPicPr/>
            <p:nvPr/>
          </p:nvPicPr>
          <p:blipFill>
            <a:blip r:embed="rId8" cstate="print"/>
            <a:stretch>
              <a:fillRect/>
            </a:stretch>
          </p:blipFill>
          <p:spPr>
            <a:xfrm>
              <a:off x="2617658" y="4077498"/>
              <a:ext cx="555120" cy="216359"/>
            </a:xfrm>
            <a:prstGeom prst="rect">
              <a:avLst/>
            </a:prstGeom>
          </p:spPr>
        </p:pic>
      </p:grpSp>
      <p:sp>
        <p:nvSpPr>
          <p:cNvPr id="2" name="Slide Number Placeholder 1">
            <a:extLst>
              <a:ext uri="{FF2B5EF4-FFF2-40B4-BE49-F238E27FC236}">
                <a16:creationId xmlns:a16="http://schemas.microsoft.com/office/drawing/2014/main" id="{CA80080B-4491-08F2-3F49-BADB168C7309}"/>
              </a:ext>
            </a:extLst>
          </p:cNvPr>
          <p:cNvSpPr>
            <a:spLocks noGrp="1"/>
          </p:cNvSpPr>
          <p:nvPr>
            <p:ph type="sldNum" sz="quarter" idx="12"/>
          </p:nvPr>
        </p:nvSpPr>
        <p:spPr/>
        <p:txBody>
          <a:bodyPr/>
          <a:lstStyle/>
          <a:p>
            <a:fld id="{EB17D4FA-7C84-BF4C-87EB-41A15D920012}" type="slidenum">
              <a:rPr lang="en-PS" smtClean="0"/>
              <a:t>3</a:t>
            </a:fld>
            <a:endParaRPr lang="en-P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DA2AD-F5BC-A477-4682-9F75FAEDD8E0}"/>
              </a:ext>
            </a:extLst>
          </p:cNvPr>
          <p:cNvSpPr>
            <a:spLocks noGrp="1"/>
          </p:cNvSpPr>
          <p:nvPr>
            <p:ph type="title"/>
          </p:nvPr>
        </p:nvSpPr>
        <p:spPr/>
        <p:txBody>
          <a:bodyPr/>
          <a:lstStyle/>
          <a:p>
            <a:r>
              <a:rPr lang="en-PS" dirty="0"/>
              <a:t>Two groups of supervised learning algoriths </a:t>
            </a:r>
          </a:p>
        </p:txBody>
      </p:sp>
      <p:sp>
        <p:nvSpPr>
          <p:cNvPr id="3" name="Content Placeholder 2">
            <a:extLst>
              <a:ext uri="{FF2B5EF4-FFF2-40B4-BE49-F238E27FC236}">
                <a16:creationId xmlns:a16="http://schemas.microsoft.com/office/drawing/2014/main" id="{FDC42E4A-D227-0846-3453-6796D9AFB779}"/>
              </a:ext>
            </a:extLst>
          </p:cNvPr>
          <p:cNvSpPr>
            <a:spLocks noGrp="1"/>
          </p:cNvSpPr>
          <p:nvPr>
            <p:ph idx="1"/>
          </p:nvPr>
        </p:nvSpPr>
        <p:spPr/>
        <p:txBody>
          <a:bodyPr>
            <a:normAutofit/>
          </a:bodyPr>
          <a:lstStyle/>
          <a:p>
            <a:pPr marL="0" indent="0" algn="l">
              <a:buNone/>
            </a:pPr>
            <a:r>
              <a:rPr lang="en-US" i="0" dirty="0">
                <a:solidFill>
                  <a:schemeClr val="accent1"/>
                </a:solidFill>
                <a:effectLst/>
                <a:latin typeface="Söhne"/>
              </a:rPr>
              <a:t>1-  Regression:</a:t>
            </a:r>
          </a:p>
          <a:p>
            <a:pPr algn="l">
              <a:buFont typeface="Arial" panose="020B0604020202020204" pitchFamily="34" charset="0"/>
              <a:buChar char="•"/>
            </a:pPr>
            <a:r>
              <a:rPr lang="en-US" i="0" dirty="0">
                <a:solidFill>
                  <a:srgbClr val="374151"/>
                </a:solidFill>
                <a:effectLst/>
                <a:latin typeface="Söhne"/>
              </a:rPr>
              <a:t>Objective: Predicts a continuous quantity or value.</a:t>
            </a:r>
          </a:p>
          <a:p>
            <a:pPr algn="l">
              <a:buFont typeface="Arial" panose="020B0604020202020204" pitchFamily="34" charset="0"/>
              <a:buChar char="•"/>
            </a:pPr>
            <a:r>
              <a:rPr lang="en-US" i="0" dirty="0">
                <a:solidFill>
                  <a:srgbClr val="374151"/>
                </a:solidFill>
                <a:effectLst/>
                <a:latin typeface="Söhne"/>
              </a:rPr>
              <a:t>Example: Predicting house prices, stock prices, temperature forecasting.</a:t>
            </a:r>
          </a:p>
          <a:p>
            <a:pPr marL="0" indent="0" algn="l">
              <a:buNone/>
            </a:pPr>
            <a:r>
              <a:rPr lang="en-US" i="0" dirty="0">
                <a:solidFill>
                  <a:schemeClr val="accent1"/>
                </a:solidFill>
                <a:effectLst/>
                <a:latin typeface="Söhne"/>
              </a:rPr>
              <a:t>2- Classification:</a:t>
            </a:r>
          </a:p>
          <a:p>
            <a:pPr algn="l">
              <a:buFont typeface="Arial" panose="020B0604020202020204" pitchFamily="34" charset="0"/>
              <a:buChar char="•"/>
            </a:pPr>
            <a:r>
              <a:rPr lang="en-US" i="0" dirty="0">
                <a:solidFill>
                  <a:srgbClr val="374151"/>
                </a:solidFill>
                <a:effectLst/>
                <a:latin typeface="Söhne"/>
              </a:rPr>
              <a:t>Objective: Predicts the category or class that an input belongs to.</a:t>
            </a:r>
          </a:p>
          <a:p>
            <a:pPr algn="l">
              <a:buFont typeface="Arial" panose="020B0604020202020204" pitchFamily="34" charset="0"/>
              <a:buChar char="•"/>
            </a:pPr>
            <a:r>
              <a:rPr lang="en-US" i="0" dirty="0">
                <a:solidFill>
                  <a:srgbClr val="374151"/>
                </a:solidFill>
                <a:effectLst/>
                <a:latin typeface="Söhne"/>
              </a:rPr>
              <a:t>Example: Email spam detection, image recognition (identifying objects in images), sentiment analysis.</a:t>
            </a:r>
          </a:p>
          <a:p>
            <a:pPr marL="0" indent="0">
              <a:buNone/>
            </a:pPr>
            <a:endParaRPr lang="en-PS" dirty="0"/>
          </a:p>
        </p:txBody>
      </p:sp>
      <p:sp>
        <p:nvSpPr>
          <p:cNvPr id="4" name="Slide Number Placeholder 3">
            <a:extLst>
              <a:ext uri="{FF2B5EF4-FFF2-40B4-BE49-F238E27FC236}">
                <a16:creationId xmlns:a16="http://schemas.microsoft.com/office/drawing/2014/main" id="{0C191597-6397-3038-A711-5183BCBB8285}"/>
              </a:ext>
            </a:extLst>
          </p:cNvPr>
          <p:cNvSpPr>
            <a:spLocks noGrp="1"/>
          </p:cNvSpPr>
          <p:nvPr>
            <p:ph type="sldNum" sz="quarter" idx="12"/>
          </p:nvPr>
        </p:nvSpPr>
        <p:spPr/>
        <p:txBody>
          <a:bodyPr/>
          <a:lstStyle/>
          <a:p>
            <a:fld id="{EB17D4FA-7C84-BF4C-87EB-41A15D920012}" type="slidenum">
              <a:rPr lang="en-PS" smtClean="0"/>
              <a:t>4</a:t>
            </a:fld>
            <a:endParaRPr lang="en-PS"/>
          </a:p>
        </p:txBody>
      </p:sp>
    </p:spTree>
    <p:extLst>
      <p:ext uri="{BB962C8B-B14F-4D97-AF65-F5344CB8AC3E}">
        <p14:creationId xmlns:p14="http://schemas.microsoft.com/office/powerpoint/2010/main" val="2066484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17"/>
          <p:cNvSpPr txBox="1"/>
          <p:nvPr/>
        </p:nvSpPr>
        <p:spPr>
          <a:xfrm>
            <a:off x="8782813" y="4131310"/>
            <a:ext cx="645161"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2500</a:t>
            </a:r>
            <a:endParaRPr sz="2068">
              <a:latin typeface="Cambria Math"/>
              <a:cs typeface="Cambria Math"/>
            </a:endParaRPr>
          </a:p>
        </p:txBody>
      </p:sp>
      <p:sp>
        <p:nvSpPr>
          <p:cNvPr id="26" name="object 26"/>
          <p:cNvSpPr txBox="1"/>
          <p:nvPr/>
        </p:nvSpPr>
        <p:spPr>
          <a:xfrm>
            <a:off x="615867" y="2164548"/>
            <a:ext cx="1029547" cy="657830"/>
          </a:xfrm>
          <a:prstGeom prst="rect">
            <a:avLst/>
          </a:prstGeom>
        </p:spPr>
        <p:txBody>
          <a:bodyPr vert="horz" wrap="square" lIns="0" tIns="21167" rIns="0" bIns="0" rtlCol="0">
            <a:spAutoFit/>
          </a:bodyPr>
          <a:lstStyle/>
          <a:p>
            <a:pPr marL="16933">
              <a:spcBef>
                <a:spcPts val="167"/>
              </a:spcBef>
            </a:pPr>
            <a:r>
              <a:rPr sz="2068" spc="27" dirty="0">
                <a:latin typeface="Verdana"/>
                <a:cs typeface="Verdana"/>
              </a:rPr>
              <a:t>Price</a:t>
            </a:r>
            <a:r>
              <a:rPr sz="2068" spc="-113" dirty="0">
                <a:latin typeface="Verdana"/>
                <a:cs typeface="Verdana"/>
              </a:rPr>
              <a:t> </a:t>
            </a:r>
            <a:r>
              <a:rPr sz="2068" spc="27" dirty="0">
                <a:latin typeface="Verdana"/>
                <a:cs typeface="Verdana"/>
              </a:rPr>
              <a:t>in</a:t>
            </a:r>
            <a:endParaRPr sz="2068" dirty="0">
              <a:latin typeface="Verdana"/>
              <a:cs typeface="Verdana"/>
            </a:endParaRPr>
          </a:p>
          <a:p>
            <a:pPr marL="16933">
              <a:spcBef>
                <a:spcPts val="27"/>
              </a:spcBef>
            </a:pPr>
            <a:r>
              <a:rPr sz="2068" spc="-20" dirty="0">
                <a:latin typeface="Verdana"/>
                <a:cs typeface="Verdana"/>
              </a:rPr>
              <a:t>$</a:t>
            </a:r>
            <a:r>
              <a:rPr sz="2068" spc="53" dirty="0">
                <a:latin typeface="Cambria Math"/>
                <a:cs typeface="Cambria Math"/>
              </a:rPr>
              <a:t>100</a:t>
            </a:r>
            <a:r>
              <a:rPr sz="2068" spc="47" dirty="0">
                <a:latin typeface="Cambria Math"/>
                <a:cs typeface="Cambria Math"/>
              </a:rPr>
              <a:t>0</a:t>
            </a:r>
            <a:r>
              <a:rPr sz="2068" spc="47" dirty="0">
                <a:latin typeface="Verdana"/>
                <a:cs typeface="Verdana"/>
              </a:rPr>
              <a:t>'s</a:t>
            </a:r>
            <a:endParaRPr sz="2068" dirty="0">
              <a:latin typeface="Verdana"/>
              <a:cs typeface="Verdana"/>
            </a:endParaRPr>
          </a:p>
        </p:txBody>
      </p:sp>
      <p:sp>
        <p:nvSpPr>
          <p:cNvPr id="27" name="object 27"/>
          <p:cNvSpPr txBox="1">
            <a:spLocks noGrp="1"/>
          </p:cNvSpPr>
          <p:nvPr>
            <p:ph type="title"/>
          </p:nvPr>
        </p:nvSpPr>
        <p:spPr>
          <a:xfrm>
            <a:off x="521125" y="373652"/>
            <a:ext cx="8447193" cy="516552"/>
          </a:xfrm>
          <a:prstGeom prst="rect">
            <a:avLst/>
          </a:prstGeom>
        </p:spPr>
        <p:txBody>
          <a:bodyPr vert="horz" wrap="square" lIns="0" tIns="17780" rIns="0" bIns="0" rtlCol="0" anchor="ctr">
            <a:spAutoFit/>
          </a:bodyPr>
          <a:lstStyle/>
          <a:p>
            <a:pPr marL="16933">
              <a:spcBef>
                <a:spcPts val="140"/>
              </a:spcBef>
            </a:pPr>
            <a:r>
              <a:rPr sz="3600" spc="-20" dirty="0">
                <a:solidFill>
                  <a:srgbClr val="0096FF"/>
                </a:solidFill>
              </a:rPr>
              <a:t>Regression</a:t>
            </a:r>
            <a:r>
              <a:rPr sz="3600" spc="-20" dirty="0"/>
              <a:t>:</a:t>
            </a:r>
            <a:r>
              <a:rPr sz="3600" spc="180" dirty="0"/>
              <a:t> </a:t>
            </a:r>
            <a:r>
              <a:rPr sz="3600" spc="-7" dirty="0"/>
              <a:t>Housing</a:t>
            </a:r>
            <a:r>
              <a:rPr sz="3600" spc="-33" dirty="0"/>
              <a:t> price</a:t>
            </a:r>
            <a:r>
              <a:rPr sz="3600" spc="175" dirty="0"/>
              <a:t> </a:t>
            </a:r>
            <a:r>
              <a:rPr sz="3600" spc="-33" dirty="0"/>
              <a:t>prediction</a:t>
            </a:r>
            <a:endParaRPr sz="3600" dirty="0"/>
          </a:p>
        </p:txBody>
      </p:sp>
      <p:sp>
        <p:nvSpPr>
          <p:cNvPr id="33" name="object 33"/>
          <p:cNvSpPr txBox="1"/>
          <p:nvPr/>
        </p:nvSpPr>
        <p:spPr>
          <a:xfrm>
            <a:off x="417331" y="4595227"/>
            <a:ext cx="4870198" cy="2371054"/>
          </a:xfrm>
          <a:prstGeom prst="rect">
            <a:avLst/>
          </a:prstGeom>
        </p:spPr>
        <p:txBody>
          <a:bodyPr vert="horz" wrap="square" lIns="0" tIns="87205" rIns="0" bIns="0" rtlCol="0">
            <a:spAutoFit/>
          </a:bodyPr>
          <a:lstStyle/>
          <a:p>
            <a:pPr marL="16933">
              <a:spcBef>
                <a:spcPts val="687"/>
              </a:spcBef>
            </a:pPr>
            <a:r>
              <a:rPr sz="2667" spc="15" dirty="0">
                <a:solidFill>
                  <a:srgbClr val="0096FF"/>
                </a:solidFill>
                <a:latin typeface="Verdana"/>
                <a:cs typeface="Verdana"/>
              </a:rPr>
              <a:t>Regression</a:t>
            </a:r>
            <a:endParaRPr sz="2667" dirty="0">
              <a:latin typeface="Verdana"/>
              <a:cs typeface="Verdana"/>
            </a:endParaRPr>
          </a:p>
          <a:p>
            <a:pPr marL="46564">
              <a:spcBef>
                <a:spcPts val="553"/>
              </a:spcBef>
            </a:pPr>
            <a:r>
              <a:rPr sz="2667" spc="7" dirty="0">
                <a:latin typeface="Verdana"/>
                <a:cs typeface="Verdana"/>
              </a:rPr>
              <a:t>Predict</a:t>
            </a:r>
            <a:r>
              <a:rPr sz="2667" spc="-140" dirty="0">
                <a:latin typeface="Verdana"/>
                <a:cs typeface="Verdana"/>
              </a:rPr>
              <a:t> </a:t>
            </a:r>
            <a:r>
              <a:rPr sz="2667" spc="20" dirty="0">
                <a:latin typeface="Verdana"/>
                <a:cs typeface="Verdana"/>
              </a:rPr>
              <a:t>a</a:t>
            </a:r>
            <a:r>
              <a:rPr sz="2667" spc="-87" dirty="0">
                <a:latin typeface="Verdana"/>
                <a:cs typeface="Verdana"/>
              </a:rPr>
              <a:t> </a:t>
            </a:r>
            <a:r>
              <a:rPr sz="2667" spc="15" dirty="0">
                <a:solidFill>
                  <a:srgbClr val="0096FF"/>
                </a:solidFill>
                <a:latin typeface="Verdana"/>
                <a:cs typeface="Verdana"/>
              </a:rPr>
              <a:t>number</a:t>
            </a:r>
            <a:r>
              <a:rPr lang="en-GB" sz="2667" spc="15" dirty="0">
                <a:solidFill>
                  <a:srgbClr val="0096FF"/>
                </a:solidFill>
                <a:latin typeface="Verdana"/>
                <a:cs typeface="Verdana"/>
              </a:rPr>
              <a:t> with</a:t>
            </a:r>
          </a:p>
          <a:p>
            <a:pPr marL="46564">
              <a:spcBef>
                <a:spcPts val="553"/>
              </a:spcBef>
            </a:pPr>
            <a:r>
              <a:rPr lang="en-US" sz="2667" dirty="0">
                <a:solidFill>
                  <a:srgbClr val="0096FF"/>
                </a:solidFill>
                <a:latin typeface="Verdana"/>
                <a:cs typeface="Verdana"/>
              </a:rPr>
              <a:t>infinitely</a:t>
            </a:r>
            <a:r>
              <a:rPr lang="en-US" sz="2667" spc="-47" dirty="0">
                <a:solidFill>
                  <a:srgbClr val="0096FF"/>
                </a:solidFill>
                <a:latin typeface="Verdana"/>
                <a:cs typeface="Verdana"/>
              </a:rPr>
              <a:t> </a:t>
            </a:r>
            <a:r>
              <a:rPr lang="en-US" sz="2667" spc="7" dirty="0">
                <a:latin typeface="Verdana"/>
                <a:cs typeface="Verdana"/>
              </a:rPr>
              <a:t>many</a:t>
            </a:r>
            <a:r>
              <a:rPr lang="en-US" sz="2667" spc="-60" dirty="0">
                <a:latin typeface="Verdana"/>
                <a:cs typeface="Verdana"/>
              </a:rPr>
              <a:t> </a:t>
            </a:r>
            <a:r>
              <a:rPr lang="en-US" sz="2667" dirty="0">
                <a:latin typeface="Verdana"/>
                <a:cs typeface="Verdana"/>
              </a:rPr>
              <a:t>possible</a:t>
            </a:r>
            <a:r>
              <a:rPr lang="en-US" sz="2667" spc="-68" dirty="0">
                <a:latin typeface="Verdana"/>
                <a:cs typeface="Verdana"/>
              </a:rPr>
              <a:t> </a:t>
            </a:r>
            <a:r>
              <a:rPr lang="en-US" sz="2667" spc="15" dirty="0">
                <a:latin typeface="Verdana"/>
                <a:cs typeface="Verdana"/>
              </a:rPr>
              <a:t>outputs</a:t>
            </a:r>
            <a:endParaRPr lang="en-US" sz="2667" dirty="0">
              <a:latin typeface="Verdana"/>
              <a:cs typeface="Verdana"/>
            </a:endParaRPr>
          </a:p>
          <a:p>
            <a:pPr marL="46564">
              <a:spcBef>
                <a:spcPts val="553"/>
              </a:spcBef>
            </a:pPr>
            <a:endParaRPr sz="2667" dirty="0">
              <a:latin typeface="Verdana"/>
              <a:cs typeface="Verdana"/>
            </a:endParaRPr>
          </a:p>
        </p:txBody>
      </p:sp>
      <p:grpSp>
        <p:nvGrpSpPr>
          <p:cNvPr id="44" name="Group 43">
            <a:extLst>
              <a:ext uri="{FF2B5EF4-FFF2-40B4-BE49-F238E27FC236}">
                <a16:creationId xmlns:a16="http://schemas.microsoft.com/office/drawing/2014/main" id="{4B08A9E5-9AEA-D1DD-91F5-7C99D409B276}"/>
              </a:ext>
            </a:extLst>
          </p:cNvPr>
          <p:cNvGrpSpPr/>
          <p:nvPr/>
        </p:nvGrpSpPr>
        <p:grpSpPr>
          <a:xfrm>
            <a:off x="2295653" y="1197525"/>
            <a:ext cx="6835650" cy="4409473"/>
            <a:chOff x="2295653" y="1197525"/>
            <a:chExt cx="6835650" cy="4409473"/>
          </a:xfrm>
        </p:grpSpPr>
        <p:grpSp>
          <p:nvGrpSpPr>
            <p:cNvPr id="2" name="object 2"/>
            <p:cNvGrpSpPr/>
            <p:nvPr/>
          </p:nvGrpSpPr>
          <p:grpSpPr>
            <a:xfrm>
              <a:off x="4201671" y="1620352"/>
              <a:ext cx="4269740" cy="2028613"/>
              <a:chOff x="3151251" y="1215263"/>
              <a:chExt cx="3202305" cy="1521460"/>
            </a:xfrm>
          </p:grpSpPr>
          <p:pic>
            <p:nvPicPr>
              <p:cNvPr id="3" name="object 3"/>
              <p:cNvPicPr/>
              <p:nvPr/>
            </p:nvPicPr>
            <p:blipFill>
              <a:blip r:embed="rId3" cstate="print"/>
              <a:stretch>
                <a:fillRect/>
              </a:stretch>
            </p:blipFill>
            <p:spPr>
              <a:xfrm>
                <a:off x="3151251" y="2546350"/>
                <a:ext cx="189991" cy="189992"/>
              </a:xfrm>
              <a:prstGeom prst="rect">
                <a:avLst/>
              </a:prstGeom>
            </p:spPr>
          </p:pic>
          <p:pic>
            <p:nvPicPr>
              <p:cNvPr id="4" name="object 4"/>
              <p:cNvPicPr/>
              <p:nvPr/>
            </p:nvPicPr>
            <p:blipFill>
              <a:blip r:embed="rId4" cstate="print"/>
              <a:stretch>
                <a:fillRect/>
              </a:stretch>
            </p:blipFill>
            <p:spPr>
              <a:xfrm>
                <a:off x="3459226" y="2291715"/>
                <a:ext cx="189991" cy="189992"/>
              </a:xfrm>
              <a:prstGeom prst="rect">
                <a:avLst/>
              </a:prstGeom>
            </p:spPr>
          </p:pic>
          <p:pic>
            <p:nvPicPr>
              <p:cNvPr id="5" name="object 5"/>
              <p:cNvPicPr/>
              <p:nvPr/>
            </p:nvPicPr>
            <p:blipFill>
              <a:blip r:embed="rId5" cstate="print"/>
              <a:stretch>
                <a:fillRect/>
              </a:stretch>
            </p:blipFill>
            <p:spPr>
              <a:xfrm>
                <a:off x="5529072" y="1245362"/>
                <a:ext cx="189991" cy="189991"/>
              </a:xfrm>
              <a:prstGeom prst="rect">
                <a:avLst/>
              </a:prstGeom>
            </p:spPr>
          </p:pic>
          <p:pic>
            <p:nvPicPr>
              <p:cNvPr id="6" name="object 6"/>
              <p:cNvPicPr/>
              <p:nvPr/>
            </p:nvPicPr>
            <p:blipFill>
              <a:blip r:embed="rId6" cstate="print"/>
              <a:stretch>
                <a:fillRect/>
              </a:stretch>
            </p:blipFill>
            <p:spPr>
              <a:xfrm>
                <a:off x="5248783" y="1502664"/>
                <a:ext cx="189991" cy="189991"/>
              </a:xfrm>
              <a:prstGeom prst="rect">
                <a:avLst/>
              </a:prstGeom>
            </p:spPr>
          </p:pic>
          <p:pic>
            <p:nvPicPr>
              <p:cNvPr id="7" name="object 7"/>
              <p:cNvPicPr/>
              <p:nvPr/>
            </p:nvPicPr>
            <p:blipFill>
              <a:blip r:embed="rId7" cstate="print"/>
              <a:stretch>
                <a:fillRect/>
              </a:stretch>
            </p:blipFill>
            <p:spPr>
              <a:xfrm>
                <a:off x="4910074" y="1383157"/>
                <a:ext cx="189991" cy="189991"/>
              </a:xfrm>
              <a:prstGeom prst="rect">
                <a:avLst/>
              </a:prstGeom>
            </p:spPr>
          </p:pic>
          <p:pic>
            <p:nvPicPr>
              <p:cNvPr id="8" name="object 8"/>
              <p:cNvPicPr/>
              <p:nvPr/>
            </p:nvPicPr>
            <p:blipFill>
              <a:blip r:embed="rId8" cstate="print"/>
              <a:stretch>
                <a:fillRect/>
              </a:stretch>
            </p:blipFill>
            <p:spPr>
              <a:xfrm>
                <a:off x="4101592" y="1537208"/>
                <a:ext cx="189992" cy="189991"/>
              </a:xfrm>
              <a:prstGeom prst="rect">
                <a:avLst/>
              </a:prstGeom>
            </p:spPr>
          </p:pic>
          <p:pic>
            <p:nvPicPr>
              <p:cNvPr id="9" name="object 9"/>
              <p:cNvPicPr/>
              <p:nvPr/>
            </p:nvPicPr>
            <p:blipFill>
              <a:blip r:embed="rId9" cstate="print"/>
              <a:stretch>
                <a:fillRect/>
              </a:stretch>
            </p:blipFill>
            <p:spPr>
              <a:xfrm>
                <a:off x="4477004" y="1634871"/>
                <a:ext cx="189992" cy="189991"/>
              </a:xfrm>
              <a:prstGeom prst="rect">
                <a:avLst/>
              </a:prstGeom>
            </p:spPr>
          </p:pic>
          <p:pic>
            <p:nvPicPr>
              <p:cNvPr id="10" name="object 10"/>
              <p:cNvPicPr/>
              <p:nvPr/>
            </p:nvPicPr>
            <p:blipFill>
              <a:blip r:embed="rId10" cstate="print"/>
              <a:stretch>
                <a:fillRect/>
              </a:stretch>
            </p:blipFill>
            <p:spPr>
              <a:xfrm>
                <a:off x="3948811" y="1926844"/>
                <a:ext cx="189991" cy="189992"/>
              </a:xfrm>
              <a:prstGeom prst="rect">
                <a:avLst/>
              </a:prstGeom>
            </p:spPr>
          </p:pic>
          <p:pic>
            <p:nvPicPr>
              <p:cNvPr id="11" name="object 11"/>
              <p:cNvPicPr/>
              <p:nvPr/>
            </p:nvPicPr>
            <p:blipFill>
              <a:blip r:embed="rId11" cstate="print"/>
              <a:stretch>
                <a:fillRect/>
              </a:stretch>
            </p:blipFill>
            <p:spPr>
              <a:xfrm>
                <a:off x="5809488" y="1366393"/>
                <a:ext cx="189991" cy="189992"/>
              </a:xfrm>
              <a:prstGeom prst="rect">
                <a:avLst/>
              </a:prstGeom>
            </p:spPr>
          </p:pic>
          <p:pic>
            <p:nvPicPr>
              <p:cNvPr id="12" name="object 12"/>
              <p:cNvPicPr/>
              <p:nvPr/>
            </p:nvPicPr>
            <p:blipFill>
              <a:blip r:embed="rId12" cstate="print"/>
              <a:stretch>
                <a:fillRect/>
              </a:stretch>
            </p:blipFill>
            <p:spPr>
              <a:xfrm>
                <a:off x="6163183" y="1215263"/>
                <a:ext cx="189991" cy="189991"/>
              </a:xfrm>
              <a:prstGeom prst="rect">
                <a:avLst/>
              </a:prstGeom>
            </p:spPr>
          </p:pic>
          <p:pic>
            <p:nvPicPr>
              <p:cNvPr id="13" name="object 13"/>
              <p:cNvPicPr/>
              <p:nvPr/>
            </p:nvPicPr>
            <p:blipFill>
              <a:blip r:embed="rId13" cstate="print"/>
              <a:stretch>
                <a:fillRect/>
              </a:stretch>
            </p:blipFill>
            <p:spPr>
              <a:xfrm>
                <a:off x="3531997" y="1872615"/>
                <a:ext cx="189991" cy="189992"/>
              </a:xfrm>
              <a:prstGeom prst="rect">
                <a:avLst/>
              </a:prstGeom>
            </p:spPr>
          </p:pic>
        </p:grpSp>
        <p:sp>
          <p:nvSpPr>
            <p:cNvPr id="14" name="object 14"/>
            <p:cNvSpPr txBox="1"/>
            <p:nvPr/>
          </p:nvSpPr>
          <p:spPr>
            <a:xfrm>
              <a:off x="3275414" y="4131649"/>
              <a:ext cx="182033" cy="339602"/>
            </a:xfrm>
            <a:prstGeom prst="rect">
              <a:avLst/>
            </a:prstGeom>
          </p:spPr>
          <p:txBody>
            <a:bodyPr vert="horz" wrap="square" lIns="0" tIns="21167" rIns="0" bIns="0" rtlCol="0">
              <a:spAutoFit/>
            </a:bodyPr>
            <a:lstStyle/>
            <a:p>
              <a:pPr marL="16933">
                <a:spcBef>
                  <a:spcPts val="167"/>
                </a:spcBef>
              </a:pPr>
              <a:r>
                <a:rPr sz="2068" spc="20" dirty="0">
                  <a:latin typeface="Cambria Math"/>
                  <a:cs typeface="Cambria Math"/>
                </a:rPr>
                <a:t>0</a:t>
              </a:r>
              <a:endParaRPr sz="2068">
                <a:latin typeface="Cambria Math"/>
                <a:cs typeface="Cambria Math"/>
              </a:endParaRPr>
            </a:p>
          </p:txBody>
        </p:sp>
        <p:sp>
          <p:nvSpPr>
            <p:cNvPr id="15" name="object 15"/>
            <p:cNvSpPr txBox="1"/>
            <p:nvPr/>
          </p:nvSpPr>
          <p:spPr>
            <a:xfrm>
              <a:off x="4273634" y="4131310"/>
              <a:ext cx="492761"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500</a:t>
              </a:r>
              <a:endParaRPr sz="2068">
                <a:latin typeface="Cambria Math"/>
                <a:cs typeface="Cambria Math"/>
              </a:endParaRPr>
            </a:p>
          </p:txBody>
        </p:sp>
        <p:sp>
          <p:nvSpPr>
            <p:cNvPr id="16" name="object 16"/>
            <p:cNvSpPr txBox="1"/>
            <p:nvPr/>
          </p:nvSpPr>
          <p:spPr>
            <a:xfrm>
              <a:off x="7643369" y="4131310"/>
              <a:ext cx="645161"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2000</a:t>
              </a:r>
              <a:endParaRPr sz="2068">
                <a:latin typeface="Cambria Math"/>
                <a:cs typeface="Cambria Math"/>
              </a:endParaRPr>
            </a:p>
          </p:txBody>
        </p:sp>
        <p:sp>
          <p:nvSpPr>
            <p:cNvPr id="18" name="object 18"/>
            <p:cNvSpPr txBox="1"/>
            <p:nvPr/>
          </p:nvSpPr>
          <p:spPr>
            <a:xfrm>
              <a:off x="2699681" y="1197525"/>
              <a:ext cx="492761" cy="999742"/>
            </a:xfrm>
            <a:prstGeom prst="rect">
              <a:avLst/>
            </a:prstGeom>
          </p:spPr>
          <p:txBody>
            <a:bodyPr vert="horz" wrap="square" lIns="0" tIns="22015" rIns="0" bIns="0" rtlCol="0">
              <a:spAutoFit/>
            </a:bodyPr>
            <a:lstStyle/>
            <a:p>
              <a:pPr marL="16933">
                <a:spcBef>
                  <a:spcPts val="175"/>
                </a:spcBef>
              </a:pPr>
              <a:r>
                <a:rPr sz="2068" spc="53" dirty="0">
                  <a:latin typeface="Cambria Math"/>
                  <a:cs typeface="Cambria Math"/>
                </a:rPr>
                <a:t>400</a:t>
              </a:r>
              <a:endParaRPr sz="2068">
                <a:latin typeface="Cambria Math"/>
                <a:cs typeface="Cambria Math"/>
              </a:endParaRPr>
            </a:p>
            <a:p>
              <a:pPr>
                <a:spcBef>
                  <a:spcPts val="60"/>
                </a:spcBef>
              </a:pPr>
              <a:endParaRPr sz="2133">
                <a:latin typeface="Cambria Math"/>
                <a:cs typeface="Cambria Math"/>
              </a:endParaRPr>
            </a:p>
            <a:p>
              <a:pPr marL="16933"/>
              <a:r>
                <a:rPr sz="2068" spc="53" dirty="0">
                  <a:latin typeface="Cambria Math"/>
                  <a:cs typeface="Cambria Math"/>
                </a:rPr>
                <a:t>300</a:t>
              </a:r>
              <a:endParaRPr sz="2068">
                <a:latin typeface="Cambria Math"/>
                <a:cs typeface="Cambria Math"/>
              </a:endParaRPr>
            </a:p>
          </p:txBody>
        </p:sp>
        <p:sp>
          <p:nvSpPr>
            <p:cNvPr id="19" name="object 19"/>
            <p:cNvSpPr txBox="1"/>
            <p:nvPr/>
          </p:nvSpPr>
          <p:spPr>
            <a:xfrm>
              <a:off x="2699681" y="2511217"/>
              <a:ext cx="492761" cy="340459"/>
            </a:xfrm>
            <a:prstGeom prst="rect">
              <a:avLst/>
            </a:prstGeom>
          </p:spPr>
          <p:txBody>
            <a:bodyPr vert="horz" wrap="square" lIns="0" tIns="22015" rIns="0" bIns="0" rtlCol="0">
              <a:spAutoFit/>
            </a:bodyPr>
            <a:lstStyle/>
            <a:p>
              <a:pPr marL="16933">
                <a:spcBef>
                  <a:spcPts val="175"/>
                </a:spcBef>
              </a:pPr>
              <a:r>
                <a:rPr sz="2068" spc="53" dirty="0">
                  <a:latin typeface="Cambria Math"/>
                  <a:cs typeface="Cambria Math"/>
                </a:rPr>
                <a:t>200</a:t>
              </a:r>
              <a:endParaRPr sz="2068">
                <a:latin typeface="Cambria Math"/>
                <a:cs typeface="Cambria Math"/>
              </a:endParaRPr>
            </a:p>
          </p:txBody>
        </p:sp>
        <p:sp>
          <p:nvSpPr>
            <p:cNvPr id="20" name="object 20"/>
            <p:cNvSpPr txBox="1"/>
            <p:nvPr/>
          </p:nvSpPr>
          <p:spPr>
            <a:xfrm>
              <a:off x="2699681" y="3173220"/>
              <a:ext cx="492761"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100</a:t>
              </a:r>
              <a:endParaRPr sz="2068">
                <a:latin typeface="Cambria Math"/>
                <a:cs typeface="Cambria Math"/>
              </a:endParaRPr>
            </a:p>
          </p:txBody>
        </p:sp>
        <p:sp>
          <p:nvSpPr>
            <p:cNvPr id="21" name="object 21"/>
            <p:cNvSpPr txBox="1"/>
            <p:nvPr/>
          </p:nvSpPr>
          <p:spPr>
            <a:xfrm>
              <a:off x="2988396" y="3834977"/>
              <a:ext cx="182033" cy="339602"/>
            </a:xfrm>
            <a:prstGeom prst="rect">
              <a:avLst/>
            </a:prstGeom>
          </p:spPr>
          <p:txBody>
            <a:bodyPr vert="horz" wrap="square" lIns="0" tIns="21167" rIns="0" bIns="0" rtlCol="0">
              <a:spAutoFit/>
            </a:bodyPr>
            <a:lstStyle/>
            <a:p>
              <a:pPr marL="16933">
                <a:spcBef>
                  <a:spcPts val="167"/>
                </a:spcBef>
              </a:pPr>
              <a:r>
                <a:rPr sz="2068" spc="20" dirty="0">
                  <a:latin typeface="Cambria Math"/>
                  <a:cs typeface="Cambria Math"/>
                </a:rPr>
                <a:t>0</a:t>
              </a:r>
              <a:endParaRPr sz="2068">
                <a:latin typeface="Cambria Math"/>
                <a:cs typeface="Cambria Math"/>
              </a:endParaRPr>
            </a:p>
          </p:txBody>
        </p:sp>
        <p:grpSp>
          <p:nvGrpSpPr>
            <p:cNvPr id="22" name="object 22"/>
            <p:cNvGrpSpPr/>
            <p:nvPr/>
          </p:nvGrpSpPr>
          <p:grpSpPr>
            <a:xfrm>
              <a:off x="3263902" y="1333503"/>
              <a:ext cx="5867401" cy="2815167"/>
              <a:chOff x="2447925" y="1000125"/>
              <a:chExt cx="4400550" cy="2111375"/>
            </a:xfrm>
          </p:grpSpPr>
          <p:sp>
            <p:nvSpPr>
              <p:cNvPr id="23" name="object 23"/>
              <p:cNvSpPr/>
              <p:nvPr/>
            </p:nvSpPr>
            <p:spPr>
              <a:xfrm>
                <a:off x="2486025" y="1028700"/>
                <a:ext cx="4343400" cy="2063750"/>
              </a:xfrm>
              <a:custGeom>
                <a:avLst/>
                <a:gdLst/>
                <a:ahLst/>
                <a:cxnLst/>
                <a:rect l="l" t="t" r="r" b="b"/>
                <a:pathLst>
                  <a:path w="4343400" h="2063750">
                    <a:moveTo>
                      <a:pt x="47625" y="0"/>
                    </a:moveTo>
                    <a:lnTo>
                      <a:pt x="47625" y="2051939"/>
                    </a:lnTo>
                  </a:path>
                  <a:path w="4343400" h="2063750">
                    <a:moveTo>
                      <a:pt x="4331716" y="2000250"/>
                    </a:moveTo>
                    <a:lnTo>
                      <a:pt x="0" y="2000250"/>
                    </a:lnTo>
                  </a:path>
                  <a:path w="4343400" h="2063750">
                    <a:moveTo>
                      <a:pt x="4343400" y="1933575"/>
                    </a:moveTo>
                    <a:lnTo>
                      <a:pt x="4343400" y="2063369"/>
                    </a:lnTo>
                  </a:path>
                  <a:path w="4343400" h="2063750">
                    <a:moveTo>
                      <a:pt x="3476625" y="1933575"/>
                    </a:moveTo>
                    <a:lnTo>
                      <a:pt x="3476625" y="2063369"/>
                    </a:lnTo>
                  </a:path>
                  <a:path w="4343400" h="2063750">
                    <a:moveTo>
                      <a:pt x="2619375" y="1933575"/>
                    </a:moveTo>
                    <a:lnTo>
                      <a:pt x="2619375" y="2063369"/>
                    </a:lnTo>
                  </a:path>
                  <a:path w="4343400" h="2063750">
                    <a:moveTo>
                      <a:pt x="1762125" y="1933575"/>
                    </a:moveTo>
                    <a:lnTo>
                      <a:pt x="1762125" y="2063369"/>
                    </a:lnTo>
                  </a:path>
                  <a:path w="4343400" h="2063750">
                    <a:moveTo>
                      <a:pt x="904875" y="1933575"/>
                    </a:moveTo>
                    <a:lnTo>
                      <a:pt x="904875" y="2063369"/>
                    </a:lnTo>
                  </a:path>
                </a:pathLst>
              </a:custGeom>
              <a:ln w="38100">
                <a:solidFill>
                  <a:srgbClr val="000000"/>
                </a:solidFill>
              </a:ln>
            </p:spPr>
            <p:txBody>
              <a:bodyPr wrap="square" lIns="0" tIns="0" rIns="0" bIns="0" rtlCol="0"/>
              <a:lstStyle/>
              <a:p>
                <a:endParaRPr sz="2400"/>
              </a:p>
            </p:txBody>
          </p:sp>
          <p:sp>
            <p:nvSpPr>
              <p:cNvPr id="24" name="object 24"/>
              <p:cNvSpPr/>
              <p:nvPr/>
            </p:nvSpPr>
            <p:spPr>
              <a:xfrm>
                <a:off x="2466975" y="1019175"/>
                <a:ext cx="130175" cy="1504950"/>
              </a:xfrm>
              <a:custGeom>
                <a:avLst/>
                <a:gdLst/>
                <a:ahLst/>
                <a:cxnLst/>
                <a:rect l="l" t="t" r="r" b="b"/>
                <a:pathLst>
                  <a:path w="130175" h="1504950">
                    <a:moveTo>
                      <a:pt x="129793" y="0"/>
                    </a:moveTo>
                    <a:lnTo>
                      <a:pt x="0" y="0"/>
                    </a:lnTo>
                  </a:path>
                  <a:path w="130175" h="1504950">
                    <a:moveTo>
                      <a:pt x="129793" y="514350"/>
                    </a:moveTo>
                    <a:lnTo>
                      <a:pt x="0" y="514350"/>
                    </a:lnTo>
                  </a:path>
                  <a:path w="130175" h="1504950">
                    <a:moveTo>
                      <a:pt x="129793" y="1000125"/>
                    </a:moveTo>
                    <a:lnTo>
                      <a:pt x="0" y="1000125"/>
                    </a:lnTo>
                  </a:path>
                  <a:path w="130175" h="1504950">
                    <a:moveTo>
                      <a:pt x="129793" y="1504950"/>
                    </a:moveTo>
                    <a:lnTo>
                      <a:pt x="0" y="1504950"/>
                    </a:lnTo>
                  </a:path>
                </a:pathLst>
              </a:custGeom>
              <a:ln w="38100">
                <a:solidFill>
                  <a:srgbClr val="000000"/>
                </a:solidFill>
              </a:ln>
            </p:spPr>
            <p:txBody>
              <a:bodyPr wrap="square" lIns="0" tIns="0" rIns="0" bIns="0" rtlCol="0"/>
              <a:lstStyle/>
              <a:p>
                <a:endParaRPr sz="2400"/>
              </a:p>
            </p:txBody>
          </p:sp>
        </p:grpSp>
        <p:sp>
          <p:nvSpPr>
            <p:cNvPr id="25" name="object 25"/>
            <p:cNvSpPr txBox="1"/>
            <p:nvPr/>
          </p:nvSpPr>
          <p:spPr>
            <a:xfrm>
              <a:off x="5391744" y="4483186"/>
              <a:ext cx="1846580" cy="1123812"/>
            </a:xfrm>
            <a:prstGeom prst="rect">
              <a:avLst/>
            </a:prstGeom>
          </p:spPr>
          <p:txBody>
            <a:bodyPr vert="horz" wrap="square" lIns="0" tIns="100753" rIns="0" bIns="0" rtlCol="0">
              <a:spAutoFit/>
            </a:bodyPr>
            <a:lstStyle/>
            <a:p>
              <a:pPr marL="50797">
                <a:spcBef>
                  <a:spcPts val="793"/>
                </a:spcBef>
                <a:tabLst>
                  <a:tab pos="1185274" algn="l"/>
                </a:tabLst>
              </a:pPr>
              <a:r>
                <a:rPr sz="2068" spc="41" dirty="0">
                  <a:latin typeface="Cambria Math"/>
                  <a:cs typeface="Cambria Math"/>
                </a:rPr>
                <a:t>1000	</a:t>
              </a:r>
              <a:r>
                <a:rPr sz="2068" spc="53" dirty="0">
                  <a:latin typeface="Cambria Math"/>
                  <a:cs typeface="Cambria Math"/>
                </a:rPr>
                <a:t>1500</a:t>
              </a:r>
              <a:endParaRPr sz="2068" dirty="0">
                <a:latin typeface="Cambria Math"/>
                <a:cs typeface="Cambria Math"/>
              </a:endParaRPr>
            </a:p>
            <a:p>
              <a:pPr marL="506282" marR="113449" indent="-242135">
                <a:lnSpc>
                  <a:spcPct val="104900"/>
                </a:lnSpc>
                <a:spcBef>
                  <a:spcPts val="545"/>
                </a:spcBef>
              </a:pPr>
              <a:r>
                <a:rPr sz="2068" spc="20" dirty="0">
                  <a:latin typeface="Verdana"/>
                  <a:cs typeface="Verdana"/>
                </a:rPr>
                <a:t>House</a:t>
              </a:r>
              <a:r>
                <a:rPr sz="2068" spc="33" dirty="0">
                  <a:latin typeface="Verdana"/>
                  <a:cs typeface="Verdana"/>
                </a:rPr>
                <a:t> </a:t>
              </a:r>
              <a:r>
                <a:rPr sz="2068" spc="15" dirty="0">
                  <a:latin typeface="Verdana"/>
                  <a:cs typeface="Verdana"/>
                </a:rPr>
                <a:t>size </a:t>
              </a:r>
              <a:r>
                <a:rPr sz="2068" spc="-708" dirty="0">
                  <a:latin typeface="Verdana"/>
                  <a:cs typeface="Verdana"/>
                </a:rPr>
                <a:t> </a:t>
              </a:r>
              <a:r>
                <a:rPr sz="2068" spc="27" dirty="0">
                  <a:latin typeface="Verdana"/>
                  <a:cs typeface="Verdana"/>
                </a:rPr>
                <a:t>in</a:t>
              </a:r>
              <a:r>
                <a:rPr sz="2068" dirty="0">
                  <a:latin typeface="Verdana"/>
                  <a:cs typeface="Verdana"/>
                </a:rPr>
                <a:t> </a:t>
              </a:r>
              <a:r>
                <a:rPr sz="2068" spc="15" dirty="0">
                  <a:latin typeface="Verdana"/>
                  <a:cs typeface="Verdana"/>
                </a:rPr>
                <a:t>feet</a:t>
              </a:r>
              <a:r>
                <a:rPr sz="2100" spc="20" baseline="23809" dirty="0">
                  <a:latin typeface="Cambria Math"/>
                  <a:cs typeface="Cambria Math"/>
                </a:rPr>
                <a:t>2</a:t>
              </a:r>
              <a:endParaRPr sz="2100" baseline="23809" dirty="0">
                <a:latin typeface="Cambria Math"/>
                <a:cs typeface="Cambria Math"/>
              </a:endParaRPr>
            </a:p>
          </p:txBody>
        </p:sp>
        <p:grpSp>
          <p:nvGrpSpPr>
            <p:cNvPr id="29" name="object 29"/>
            <p:cNvGrpSpPr/>
            <p:nvPr/>
          </p:nvGrpSpPr>
          <p:grpSpPr>
            <a:xfrm>
              <a:off x="2295653" y="1384302"/>
              <a:ext cx="6480388" cy="3495887"/>
              <a:chOff x="1721739" y="1038225"/>
              <a:chExt cx="4860290" cy="2621915"/>
            </a:xfrm>
          </p:grpSpPr>
          <p:sp>
            <p:nvSpPr>
              <p:cNvPr id="30" name="object 30"/>
              <p:cNvSpPr/>
              <p:nvPr/>
            </p:nvSpPr>
            <p:spPr>
              <a:xfrm>
                <a:off x="2800350" y="1057275"/>
                <a:ext cx="3523615" cy="1550035"/>
              </a:xfrm>
              <a:custGeom>
                <a:avLst/>
                <a:gdLst/>
                <a:ahLst/>
                <a:cxnLst/>
                <a:rect l="l" t="t" r="r" b="b"/>
                <a:pathLst>
                  <a:path w="3523615" h="1550035">
                    <a:moveTo>
                      <a:pt x="0" y="1549908"/>
                    </a:moveTo>
                    <a:lnTo>
                      <a:pt x="3523107" y="0"/>
                    </a:lnTo>
                  </a:path>
                </a:pathLst>
              </a:custGeom>
              <a:ln w="38100">
                <a:solidFill>
                  <a:srgbClr val="0096FF"/>
                </a:solidFill>
              </a:ln>
            </p:spPr>
            <p:txBody>
              <a:bodyPr wrap="square" lIns="0" tIns="0" rIns="0" bIns="0" rtlCol="0"/>
              <a:lstStyle/>
              <a:p>
                <a:endParaRPr sz="2400"/>
              </a:p>
            </p:txBody>
          </p:sp>
          <p:pic>
            <p:nvPicPr>
              <p:cNvPr id="31" name="object 31"/>
              <p:cNvPicPr/>
              <p:nvPr/>
            </p:nvPicPr>
            <p:blipFill>
              <a:blip r:embed="rId14" cstate="print"/>
              <a:stretch>
                <a:fillRect/>
              </a:stretch>
            </p:blipFill>
            <p:spPr>
              <a:xfrm>
                <a:off x="3485261" y="3064891"/>
                <a:ext cx="527685" cy="594994"/>
              </a:xfrm>
              <a:prstGeom prst="rect">
                <a:avLst/>
              </a:prstGeom>
            </p:spPr>
          </p:pic>
          <p:pic>
            <p:nvPicPr>
              <p:cNvPr id="32" name="object 32"/>
              <p:cNvPicPr/>
              <p:nvPr/>
            </p:nvPicPr>
            <p:blipFill>
              <a:blip r:embed="rId15" cstate="print"/>
              <a:stretch>
                <a:fillRect/>
              </a:stretch>
            </p:blipFill>
            <p:spPr>
              <a:xfrm>
                <a:off x="1721739" y="1190625"/>
                <a:ext cx="4860036" cy="1801749"/>
              </a:xfrm>
              <a:prstGeom prst="rect">
                <a:avLst/>
              </a:prstGeom>
            </p:spPr>
          </p:pic>
        </p:grpSp>
      </p:grpSp>
      <p:sp>
        <p:nvSpPr>
          <p:cNvPr id="45" name="TextBox 44">
            <a:extLst>
              <a:ext uri="{FF2B5EF4-FFF2-40B4-BE49-F238E27FC236}">
                <a16:creationId xmlns:a16="http://schemas.microsoft.com/office/drawing/2014/main" id="{CE3A91BD-E043-35CD-327C-2360DFC7899F}"/>
              </a:ext>
            </a:extLst>
          </p:cNvPr>
          <p:cNvSpPr txBox="1"/>
          <p:nvPr/>
        </p:nvSpPr>
        <p:spPr>
          <a:xfrm>
            <a:off x="7690880" y="2729942"/>
            <a:ext cx="1560042" cy="461665"/>
          </a:xfrm>
          <a:prstGeom prst="rect">
            <a:avLst/>
          </a:prstGeom>
          <a:noFill/>
        </p:spPr>
        <p:txBody>
          <a:bodyPr wrap="none" rtlCol="0">
            <a:spAutoFit/>
          </a:bodyPr>
          <a:lstStyle/>
          <a:p>
            <a:pPr marL="0" algn="l" defTabSz="914400" rtl="0" eaLnBrk="1" latinLnBrk="0" hangingPunct="1"/>
            <a:r>
              <a:rPr lang="en-GB" sz="2400" dirty="0"/>
              <a:t>Y =  </a:t>
            </a:r>
            <a:r>
              <a:rPr lang="en-GB" sz="2400" dirty="0" err="1"/>
              <a:t>mX</a:t>
            </a:r>
            <a:r>
              <a:rPr lang="en-GB" sz="2400" dirty="0"/>
              <a:t> + B</a:t>
            </a:r>
            <a:endParaRPr lang="en-PS" sz="2400" dirty="0"/>
          </a:p>
        </p:txBody>
      </p:sp>
      <p:sp>
        <p:nvSpPr>
          <p:cNvPr id="35" name="Slide Number Placeholder 34">
            <a:extLst>
              <a:ext uri="{FF2B5EF4-FFF2-40B4-BE49-F238E27FC236}">
                <a16:creationId xmlns:a16="http://schemas.microsoft.com/office/drawing/2014/main" id="{4C1497DC-8177-76F1-0C86-C3EC662D0CA5}"/>
              </a:ext>
            </a:extLst>
          </p:cNvPr>
          <p:cNvSpPr>
            <a:spLocks noGrp="1"/>
          </p:cNvSpPr>
          <p:nvPr>
            <p:ph type="sldNum" sz="quarter" idx="12"/>
          </p:nvPr>
        </p:nvSpPr>
        <p:spPr/>
        <p:txBody>
          <a:bodyPr/>
          <a:lstStyle/>
          <a:p>
            <a:fld id="{EB17D4FA-7C84-BF4C-87EB-41A15D920012}" type="slidenum">
              <a:rPr lang="en-PS" smtClean="0"/>
              <a:t>5</a:t>
            </a:fld>
            <a:endParaRPr lang="en-PS"/>
          </a:p>
        </p:txBody>
      </p:sp>
      <p:cxnSp>
        <p:nvCxnSpPr>
          <p:cNvPr id="37" name="Straight Arrow Connector 36">
            <a:extLst>
              <a:ext uri="{FF2B5EF4-FFF2-40B4-BE49-F238E27FC236}">
                <a16:creationId xmlns:a16="http://schemas.microsoft.com/office/drawing/2014/main" id="{8915BC7D-484A-73B5-635F-8EBF9E49FC55}"/>
              </a:ext>
            </a:extLst>
          </p:cNvPr>
          <p:cNvCxnSpPr>
            <a:cxnSpLocks/>
            <a:stCxn id="45" idx="0"/>
          </p:cNvCxnSpPr>
          <p:nvPr/>
        </p:nvCxnSpPr>
        <p:spPr>
          <a:xfrm flipH="1" flipV="1">
            <a:off x="6017697" y="2494281"/>
            <a:ext cx="2453204" cy="235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124" y="373659"/>
            <a:ext cx="8763845" cy="516616"/>
          </a:xfrm>
          <a:prstGeom prst="rect">
            <a:avLst/>
          </a:prstGeom>
        </p:spPr>
        <p:txBody>
          <a:bodyPr vert="horz" wrap="square" lIns="0" tIns="17780" rIns="0" bIns="0" rtlCol="0" anchor="ctr">
            <a:spAutoFit/>
          </a:bodyPr>
          <a:lstStyle/>
          <a:p>
            <a:pPr marL="16933">
              <a:spcBef>
                <a:spcPts val="140"/>
              </a:spcBef>
            </a:pPr>
            <a:r>
              <a:rPr sz="3600" spc="-15" dirty="0">
                <a:solidFill>
                  <a:schemeClr val="accent1"/>
                </a:solidFill>
              </a:rPr>
              <a:t>Classification:</a:t>
            </a:r>
            <a:r>
              <a:rPr sz="3600" spc="-127" dirty="0">
                <a:solidFill>
                  <a:schemeClr val="accent1"/>
                </a:solidFill>
              </a:rPr>
              <a:t> </a:t>
            </a:r>
            <a:r>
              <a:rPr sz="5401" baseline="1028" dirty="0">
                <a:solidFill>
                  <a:schemeClr val="accent1"/>
                </a:solidFill>
              </a:rPr>
              <a:t>Breast</a:t>
            </a:r>
            <a:r>
              <a:rPr sz="5401" spc="-9" baseline="1028" dirty="0">
                <a:solidFill>
                  <a:schemeClr val="accent1"/>
                </a:solidFill>
              </a:rPr>
              <a:t> </a:t>
            </a:r>
            <a:r>
              <a:rPr sz="5401" spc="9" baseline="1028" dirty="0">
                <a:solidFill>
                  <a:schemeClr val="accent1"/>
                </a:solidFill>
              </a:rPr>
              <a:t>cancer</a:t>
            </a:r>
            <a:r>
              <a:rPr sz="5401" spc="-191" baseline="1028" dirty="0">
                <a:solidFill>
                  <a:schemeClr val="accent1"/>
                </a:solidFill>
              </a:rPr>
              <a:t> </a:t>
            </a:r>
            <a:r>
              <a:rPr sz="5401" spc="-41" baseline="1028" dirty="0">
                <a:solidFill>
                  <a:schemeClr val="accent1"/>
                </a:solidFill>
              </a:rPr>
              <a:t>detection</a:t>
            </a:r>
            <a:endParaRPr sz="5401" baseline="1028" dirty="0">
              <a:solidFill>
                <a:schemeClr val="accent1"/>
              </a:solidFill>
            </a:endParaRPr>
          </a:p>
        </p:txBody>
      </p:sp>
      <p:sp>
        <p:nvSpPr>
          <p:cNvPr id="3" name="object 3"/>
          <p:cNvSpPr txBox="1"/>
          <p:nvPr/>
        </p:nvSpPr>
        <p:spPr>
          <a:xfrm>
            <a:off x="4416722" y="3776556"/>
            <a:ext cx="2622975" cy="755762"/>
          </a:xfrm>
          <a:prstGeom prst="rect">
            <a:avLst/>
          </a:prstGeom>
        </p:spPr>
        <p:txBody>
          <a:bodyPr vert="horz" wrap="square" lIns="0" tIns="16933" rIns="0" bIns="0" rtlCol="0">
            <a:spAutoFit/>
          </a:bodyPr>
          <a:lstStyle/>
          <a:p>
            <a:pPr marR="847" algn="ctr">
              <a:spcBef>
                <a:spcPts val="133"/>
              </a:spcBef>
            </a:pPr>
            <a:r>
              <a:rPr sz="2400" spc="-15" dirty="0">
                <a:solidFill>
                  <a:srgbClr val="FF9300"/>
                </a:solidFill>
                <a:latin typeface="Verdana"/>
                <a:cs typeface="Verdana"/>
              </a:rPr>
              <a:t>tumor</a:t>
            </a:r>
            <a:r>
              <a:rPr sz="2400" dirty="0">
                <a:solidFill>
                  <a:srgbClr val="FF9300"/>
                </a:solidFill>
                <a:latin typeface="Verdana"/>
                <a:cs typeface="Verdana"/>
              </a:rPr>
              <a:t> size</a:t>
            </a:r>
            <a:r>
              <a:rPr sz="2400" spc="-15" dirty="0">
                <a:solidFill>
                  <a:srgbClr val="FF9300"/>
                </a:solidFill>
                <a:latin typeface="Verdana"/>
                <a:cs typeface="Verdana"/>
              </a:rPr>
              <a:t> </a:t>
            </a:r>
            <a:r>
              <a:rPr sz="2400" dirty="0">
                <a:solidFill>
                  <a:srgbClr val="FF9300"/>
                </a:solidFill>
                <a:latin typeface="Cambria Math"/>
                <a:cs typeface="Cambria Math"/>
              </a:rPr>
              <a:t>𝑥</a:t>
            </a:r>
            <a:endParaRPr sz="2400">
              <a:latin typeface="Cambria Math"/>
              <a:cs typeface="Cambria Math"/>
            </a:endParaRPr>
          </a:p>
          <a:p>
            <a:pPr algn="ctr">
              <a:spcBef>
                <a:spcPts val="27"/>
              </a:spcBef>
            </a:pPr>
            <a:r>
              <a:rPr sz="2400" spc="-33" dirty="0">
                <a:latin typeface="Verdana"/>
                <a:cs typeface="Verdana"/>
              </a:rPr>
              <a:t>(diameter</a:t>
            </a:r>
            <a:r>
              <a:rPr sz="2400" spc="193" dirty="0">
                <a:latin typeface="Verdana"/>
                <a:cs typeface="Verdana"/>
              </a:rPr>
              <a:t> </a:t>
            </a:r>
            <a:r>
              <a:rPr sz="2400" spc="-33" dirty="0">
                <a:latin typeface="Verdana"/>
                <a:cs typeface="Verdana"/>
              </a:rPr>
              <a:t>in</a:t>
            </a:r>
            <a:r>
              <a:rPr sz="2400" dirty="0">
                <a:latin typeface="Verdana"/>
                <a:cs typeface="Verdana"/>
              </a:rPr>
              <a:t> cm)</a:t>
            </a:r>
            <a:endParaRPr sz="2400">
              <a:latin typeface="Verdana"/>
              <a:cs typeface="Verdana"/>
            </a:endParaRPr>
          </a:p>
        </p:txBody>
      </p:sp>
      <p:sp>
        <p:nvSpPr>
          <p:cNvPr id="4" name="object 4"/>
          <p:cNvSpPr txBox="1"/>
          <p:nvPr/>
        </p:nvSpPr>
        <p:spPr>
          <a:xfrm>
            <a:off x="1182794" y="1679365"/>
            <a:ext cx="224367" cy="431807"/>
          </a:xfrm>
          <a:prstGeom prst="rect">
            <a:avLst/>
          </a:prstGeom>
        </p:spPr>
        <p:txBody>
          <a:bodyPr vert="horz" wrap="square" lIns="0" tIns="21167" rIns="0" bIns="0" rtlCol="0">
            <a:spAutoFit/>
          </a:bodyPr>
          <a:lstStyle/>
          <a:p>
            <a:pPr marL="16933">
              <a:spcBef>
                <a:spcPts val="167"/>
              </a:spcBef>
            </a:pPr>
            <a:r>
              <a:rPr sz="2667" spc="20" dirty="0">
                <a:solidFill>
                  <a:srgbClr val="C00000"/>
                </a:solidFill>
                <a:latin typeface="Cambria Math"/>
                <a:cs typeface="Cambria Math"/>
              </a:rPr>
              <a:t>1</a:t>
            </a:r>
            <a:endParaRPr sz="2667">
              <a:latin typeface="Cambria Math"/>
              <a:cs typeface="Cambria Math"/>
            </a:endParaRPr>
          </a:p>
        </p:txBody>
      </p:sp>
      <p:sp>
        <p:nvSpPr>
          <p:cNvPr id="5" name="object 5"/>
          <p:cNvSpPr txBox="1"/>
          <p:nvPr/>
        </p:nvSpPr>
        <p:spPr>
          <a:xfrm>
            <a:off x="1198882" y="3387600"/>
            <a:ext cx="224367" cy="431807"/>
          </a:xfrm>
          <a:prstGeom prst="rect">
            <a:avLst/>
          </a:prstGeom>
        </p:spPr>
        <p:txBody>
          <a:bodyPr vert="horz" wrap="square" lIns="0" tIns="21167" rIns="0" bIns="0" rtlCol="0">
            <a:spAutoFit/>
          </a:bodyPr>
          <a:lstStyle/>
          <a:p>
            <a:pPr marL="16933">
              <a:spcBef>
                <a:spcPts val="167"/>
              </a:spcBef>
            </a:pPr>
            <a:r>
              <a:rPr sz="2667" spc="20" dirty="0">
                <a:solidFill>
                  <a:srgbClr val="4285F4"/>
                </a:solidFill>
                <a:latin typeface="Cambria Math"/>
                <a:cs typeface="Cambria Math"/>
              </a:rPr>
              <a:t>0</a:t>
            </a:r>
            <a:endParaRPr sz="2667">
              <a:latin typeface="Cambria Math"/>
              <a:cs typeface="Cambria Math"/>
            </a:endParaRPr>
          </a:p>
        </p:txBody>
      </p:sp>
      <p:grpSp>
        <p:nvGrpSpPr>
          <p:cNvPr id="6" name="object 6"/>
          <p:cNvGrpSpPr/>
          <p:nvPr/>
        </p:nvGrpSpPr>
        <p:grpSpPr>
          <a:xfrm>
            <a:off x="1860288" y="5146957"/>
            <a:ext cx="7317740" cy="905087"/>
            <a:chOff x="1514475" y="3374390"/>
            <a:chExt cx="5488305" cy="678815"/>
          </a:xfrm>
        </p:grpSpPr>
        <p:sp>
          <p:nvSpPr>
            <p:cNvPr id="7" name="object 7"/>
            <p:cNvSpPr/>
            <p:nvPr/>
          </p:nvSpPr>
          <p:spPr>
            <a:xfrm>
              <a:off x="1533525" y="3752929"/>
              <a:ext cx="5469255" cy="228600"/>
            </a:xfrm>
            <a:custGeom>
              <a:avLst/>
              <a:gdLst/>
              <a:ahLst/>
              <a:cxnLst/>
              <a:rect l="l" t="t" r="r" b="b"/>
              <a:pathLst>
                <a:path w="5469255" h="228600">
                  <a:moveTo>
                    <a:pt x="5409422" y="114229"/>
                  </a:moveTo>
                  <a:lnTo>
                    <a:pt x="5312664" y="194840"/>
                  </a:lnTo>
                  <a:lnTo>
                    <a:pt x="5307893" y="200735"/>
                  </a:lnTo>
                  <a:lnTo>
                    <a:pt x="5305837" y="207746"/>
                  </a:lnTo>
                  <a:lnTo>
                    <a:pt x="5306591" y="215010"/>
                  </a:lnTo>
                  <a:lnTo>
                    <a:pt x="5310251" y="221662"/>
                  </a:lnTo>
                  <a:lnTo>
                    <a:pt x="5316134" y="226404"/>
                  </a:lnTo>
                  <a:lnTo>
                    <a:pt x="5323125" y="228444"/>
                  </a:lnTo>
                  <a:lnTo>
                    <a:pt x="5330378" y="227702"/>
                  </a:lnTo>
                  <a:lnTo>
                    <a:pt x="5337048" y="224101"/>
                  </a:lnTo>
                  <a:lnTo>
                    <a:pt x="5446019" y="133270"/>
                  </a:lnTo>
                  <a:lnTo>
                    <a:pt x="5439156" y="133270"/>
                  </a:lnTo>
                  <a:lnTo>
                    <a:pt x="5439156" y="128851"/>
                  </a:lnTo>
                  <a:lnTo>
                    <a:pt x="5426964" y="128851"/>
                  </a:lnTo>
                  <a:lnTo>
                    <a:pt x="5409422" y="114229"/>
                  </a:lnTo>
                  <a:close/>
                </a:path>
                <a:path w="5469255" h="228600">
                  <a:moveTo>
                    <a:pt x="5386558" y="95170"/>
                  </a:moveTo>
                  <a:lnTo>
                    <a:pt x="0" y="95170"/>
                  </a:lnTo>
                  <a:lnTo>
                    <a:pt x="0" y="133270"/>
                  </a:lnTo>
                  <a:lnTo>
                    <a:pt x="5386567" y="133270"/>
                  </a:lnTo>
                  <a:lnTo>
                    <a:pt x="5409422" y="114229"/>
                  </a:lnTo>
                  <a:lnTo>
                    <a:pt x="5386558" y="95170"/>
                  </a:lnTo>
                  <a:close/>
                </a:path>
                <a:path w="5469255" h="228600">
                  <a:moveTo>
                    <a:pt x="5446014" y="95170"/>
                  </a:moveTo>
                  <a:lnTo>
                    <a:pt x="5439156" y="95170"/>
                  </a:lnTo>
                  <a:lnTo>
                    <a:pt x="5439156" y="133270"/>
                  </a:lnTo>
                  <a:lnTo>
                    <a:pt x="5446019" y="133270"/>
                  </a:lnTo>
                  <a:lnTo>
                    <a:pt x="5468874" y="114220"/>
                  </a:lnTo>
                  <a:lnTo>
                    <a:pt x="5446014" y="95170"/>
                  </a:lnTo>
                  <a:close/>
                </a:path>
                <a:path w="5469255" h="228600">
                  <a:moveTo>
                    <a:pt x="5426964" y="99615"/>
                  </a:moveTo>
                  <a:lnTo>
                    <a:pt x="5409422" y="114229"/>
                  </a:lnTo>
                  <a:lnTo>
                    <a:pt x="5426964" y="128851"/>
                  </a:lnTo>
                  <a:lnTo>
                    <a:pt x="5426964" y="99615"/>
                  </a:lnTo>
                  <a:close/>
                </a:path>
                <a:path w="5469255" h="228600">
                  <a:moveTo>
                    <a:pt x="5439156" y="99615"/>
                  </a:moveTo>
                  <a:lnTo>
                    <a:pt x="5426964" y="99615"/>
                  </a:lnTo>
                  <a:lnTo>
                    <a:pt x="5426964" y="128851"/>
                  </a:lnTo>
                  <a:lnTo>
                    <a:pt x="5439156" y="128851"/>
                  </a:lnTo>
                  <a:lnTo>
                    <a:pt x="5439156" y="99615"/>
                  </a:lnTo>
                  <a:close/>
                </a:path>
                <a:path w="5469255" h="228600">
                  <a:moveTo>
                    <a:pt x="5323125" y="0"/>
                  </a:moveTo>
                  <a:lnTo>
                    <a:pt x="5316134" y="2026"/>
                  </a:lnTo>
                  <a:lnTo>
                    <a:pt x="5310251" y="6778"/>
                  </a:lnTo>
                  <a:lnTo>
                    <a:pt x="5306591" y="13448"/>
                  </a:lnTo>
                  <a:lnTo>
                    <a:pt x="5305837" y="20700"/>
                  </a:lnTo>
                  <a:lnTo>
                    <a:pt x="5307893" y="27691"/>
                  </a:lnTo>
                  <a:lnTo>
                    <a:pt x="5312664" y="33575"/>
                  </a:lnTo>
                  <a:lnTo>
                    <a:pt x="5409422" y="114229"/>
                  </a:lnTo>
                  <a:lnTo>
                    <a:pt x="5426964" y="99615"/>
                  </a:lnTo>
                  <a:lnTo>
                    <a:pt x="5439156" y="99615"/>
                  </a:lnTo>
                  <a:lnTo>
                    <a:pt x="5439156" y="95170"/>
                  </a:lnTo>
                  <a:lnTo>
                    <a:pt x="5446014" y="95170"/>
                  </a:lnTo>
                  <a:lnTo>
                    <a:pt x="5337048" y="4365"/>
                  </a:lnTo>
                  <a:lnTo>
                    <a:pt x="5330378" y="760"/>
                  </a:lnTo>
                  <a:lnTo>
                    <a:pt x="5323125" y="0"/>
                  </a:lnTo>
                  <a:close/>
                </a:path>
              </a:pathLst>
            </a:custGeom>
            <a:solidFill>
              <a:srgbClr val="000000"/>
            </a:solidFill>
          </p:spPr>
          <p:txBody>
            <a:bodyPr wrap="square" lIns="0" tIns="0" rIns="0" bIns="0" rtlCol="0"/>
            <a:lstStyle/>
            <a:p>
              <a:endParaRPr sz="2400"/>
            </a:p>
          </p:txBody>
        </p:sp>
        <p:sp>
          <p:nvSpPr>
            <p:cNvPr id="8" name="object 8"/>
            <p:cNvSpPr/>
            <p:nvPr/>
          </p:nvSpPr>
          <p:spPr>
            <a:xfrm>
              <a:off x="1533525" y="3686175"/>
              <a:ext cx="0" cy="367030"/>
            </a:xfrm>
            <a:custGeom>
              <a:avLst/>
              <a:gdLst/>
              <a:ahLst/>
              <a:cxnLst/>
              <a:rect l="l" t="t" r="r" b="b"/>
              <a:pathLst>
                <a:path h="367029">
                  <a:moveTo>
                    <a:pt x="0" y="0"/>
                  </a:moveTo>
                  <a:lnTo>
                    <a:pt x="0" y="366712"/>
                  </a:lnTo>
                </a:path>
              </a:pathLst>
            </a:custGeom>
            <a:ln w="38100">
              <a:solidFill>
                <a:srgbClr val="000000"/>
              </a:solidFill>
            </a:ln>
          </p:spPr>
          <p:txBody>
            <a:bodyPr wrap="square" lIns="0" tIns="0" rIns="0" bIns="0" rtlCol="0"/>
            <a:lstStyle/>
            <a:p>
              <a:endParaRPr sz="2400"/>
            </a:p>
          </p:txBody>
        </p:sp>
        <p:sp>
          <p:nvSpPr>
            <p:cNvPr id="9" name="object 9"/>
            <p:cNvSpPr/>
            <p:nvPr/>
          </p:nvSpPr>
          <p:spPr>
            <a:xfrm>
              <a:off x="1771650" y="3752850"/>
              <a:ext cx="2362200" cy="228600"/>
            </a:xfrm>
            <a:custGeom>
              <a:avLst/>
              <a:gdLst/>
              <a:ahLst/>
              <a:cxnLst/>
              <a:rect l="l" t="t" r="r" b="b"/>
              <a:pathLst>
                <a:path w="2362200" h="228600">
                  <a:moveTo>
                    <a:pt x="0" y="109600"/>
                  </a:moveTo>
                  <a:lnTo>
                    <a:pt x="8606" y="66919"/>
                  </a:lnTo>
                  <a:lnTo>
                    <a:pt x="32083" y="32083"/>
                  </a:lnTo>
                  <a:lnTo>
                    <a:pt x="66919" y="8606"/>
                  </a:lnTo>
                  <a:lnTo>
                    <a:pt x="109600" y="0"/>
                  </a:lnTo>
                  <a:lnTo>
                    <a:pt x="152209" y="8606"/>
                  </a:lnTo>
                  <a:lnTo>
                    <a:pt x="187007" y="32083"/>
                  </a:lnTo>
                  <a:lnTo>
                    <a:pt x="210470" y="66919"/>
                  </a:lnTo>
                  <a:lnTo>
                    <a:pt x="219075" y="109600"/>
                  </a:lnTo>
                  <a:lnTo>
                    <a:pt x="210470" y="152198"/>
                  </a:lnTo>
                  <a:lnTo>
                    <a:pt x="187007" y="186997"/>
                  </a:lnTo>
                  <a:lnTo>
                    <a:pt x="152209" y="210467"/>
                  </a:lnTo>
                  <a:lnTo>
                    <a:pt x="109600" y="219075"/>
                  </a:lnTo>
                  <a:lnTo>
                    <a:pt x="66919" y="210467"/>
                  </a:lnTo>
                  <a:lnTo>
                    <a:pt x="32083" y="186997"/>
                  </a:lnTo>
                  <a:lnTo>
                    <a:pt x="8606" y="152198"/>
                  </a:lnTo>
                  <a:lnTo>
                    <a:pt x="0" y="109600"/>
                  </a:lnTo>
                  <a:close/>
                </a:path>
                <a:path w="2362200" h="228600">
                  <a:moveTo>
                    <a:pt x="628650" y="114300"/>
                  </a:moveTo>
                  <a:lnTo>
                    <a:pt x="637256" y="73497"/>
                  </a:lnTo>
                  <a:lnTo>
                    <a:pt x="660733" y="40195"/>
                  </a:lnTo>
                  <a:lnTo>
                    <a:pt x="695569" y="17752"/>
                  </a:lnTo>
                  <a:lnTo>
                    <a:pt x="738251" y="9525"/>
                  </a:lnTo>
                  <a:lnTo>
                    <a:pt x="780859" y="17752"/>
                  </a:lnTo>
                  <a:lnTo>
                    <a:pt x="815657" y="40195"/>
                  </a:lnTo>
                  <a:lnTo>
                    <a:pt x="839120" y="73497"/>
                  </a:lnTo>
                  <a:lnTo>
                    <a:pt x="847725" y="114300"/>
                  </a:lnTo>
                  <a:lnTo>
                    <a:pt x="839120" y="155081"/>
                  </a:lnTo>
                  <a:lnTo>
                    <a:pt x="815657" y="188385"/>
                  </a:lnTo>
                  <a:lnTo>
                    <a:pt x="780859" y="210840"/>
                  </a:lnTo>
                  <a:lnTo>
                    <a:pt x="738251" y="219075"/>
                  </a:lnTo>
                  <a:lnTo>
                    <a:pt x="695569" y="210840"/>
                  </a:lnTo>
                  <a:lnTo>
                    <a:pt x="660733" y="188385"/>
                  </a:lnTo>
                  <a:lnTo>
                    <a:pt x="637256" y="155081"/>
                  </a:lnTo>
                  <a:lnTo>
                    <a:pt x="628650" y="114300"/>
                  </a:lnTo>
                  <a:close/>
                </a:path>
                <a:path w="2362200" h="228600">
                  <a:moveTo>
                    <a:pt x="1009650" y="119125"/>
                  </a:moveTo>
                  <a:lnTo>
                    <a:pt x="1018256" y="76444"/>
                  </a:lnTo>
                  <a:lnTo>
                    <a:pt x="1041733" y="41608"/>
                  </a:lnTo>
                  <a:lnTo>
                    <a:pt x="1076569" y="18131"/>
                  </a:lnTo>
                  <a:lnTo>
                    <a:pt x="1119251" y="9525"/>
                  </a:lnTo>
                  <a:lnTo>
                    <a:pt x="1161859" y="18131"/>
                  </a:lnTo>
                  <a:lnTo>
                    <a:pt x="1196657" y="41608"/>
                  </a:lnTo>
                  <a:lnTo>
                    <a:pt x="1220120" y="76444"/>
                  </a:lnTo>
                  <a:lnTo>
                    <a:pt x="1228725" y="119125"/>
                  </a:lnTo>
                  <a:lnTo>
                    <a:pt x="1220120" y="161723"/>
                  </a:lnTo>
                  <a:lnTo>
                    <a:pt x="1196657" y="196522"/>
                  </a:lnTo>
                  <a:lnTo>
                    <a:pt x="1161859" y="219992"/>
                  </a:lnTo>
                  <a:lnTo>
                    <a:pt x="1119251" y="228600"/>
                  </a:lnTo>
                  <a:lnTo>
                    <a:pt x="1076569" y="219992"/>
                  </a:lnTo>
                  <a:lnTo>
                    <a:pt x="1041733" y="196522"/>
                  </a:lnTo>
                  <a:lnTo>
                    <a:pt x="1018256" y="161723"/>
                  </a:lnTo>
                  <a:lnTo>
                    <a:pt x="1009650" y="119125"/>
                  </a:lnTo>
                  <a:close/>
                </a:path>
                <a:path w="2362200" h="228600">
                  <a:moveTo>
                    <a:pt x="295275" y="109600"/>
                  </a:moveTo>
                  <a:lnTo>
                    <a:pt x="303881" y="66919"/>
                  </a:lnTo>
                  <a:lnTo>
                    <a:pt x="327358" y="32083"/>
                  </a:lnTo>
                  <a:lnTo>
                    <a:pt x="362194" y="8606"/>
                  </a:lnTo>
                  <a:lnTo>
                    <a:pt x="404875" y="0"/>
                  </a:lnTo>
                  <a:lnTo>
                    <a:pt x="447484" y="8606"/>
                  </a:lnTo>
                  <a:lnTo>
                    <a:pt x="482282" y="32083"/>
                  </a:lnTo>
                  <a:lnTo>
                    <a:pt x="505745" y="66919"/>
                  </a:lnTo>
                  <a:lnTo>
                    <a:pt x="514350" y="109600"/>
                  </a:lnTo>
                  <a:lnTo>
                    <a:pt x="505745" y="152198"/>
                  </a:lnTo>
                  <a:lnTo>
                    <a:pt x="482282" y="186997"/>
                  </a:lnTo>
                  <a:lnTo>
                    <a:pt x="447484" y="210467"/>
                  </a:lnTo>
                  <a:lnTo>
                    <a:pt x="404875" y="219075"/>
                  </a:lnTo>
                  <a:lnTo>
                    <a:pt x="362194" y="210467"/>
                  </a:lnTo>
                  <a:lnTo>
                    <a:pt x="327358" y="186997"/>
                  </a:lnTo>
                  <a:lnTo>
                    <a:pt x="303881" y="152198"/>
                  </a:lnTo>
                  <a:lnTo>
                    <a:pt x="295275" y="109600"/>
                  </a:lnTo>
                  <a:close/>
                </a:path>
                <a:path w="2362200" h="228600">
                  <a:moveTo>
                    <a:pt x="2143125" y="119125"/>
                  </a:moveTo>
                  <a:lnTo>
                    <a:pt x="2151731" y="76444"/>
                  </a:lnTo>
                  <a:lnTo>
                    <a:pt x="2175208" y="41608"/>
                  </a:lnTo>
                  <a:lnTo>
                    <a:pt x="2210044" y="18131"/>
                  </a:lnTo>
                  <a:lnTo>
                    <a:pt x="2252726" y="9525"/>
                  </a:lnTo>
                  <a:lnTo>
                    <a:pt x="2295334" y="18131"/>
                  </a:lnTo>
                  <a:lnTo>
                    <a:pt x="2330132" y="41608"/>
                  </a:lnTo>
                  <a:lnTo>
                    <a:pt x="2353595" y="76444"/>
                  </a:lnTo>
                  <a:lnTo>
                    <a:pt x="2362200" y="119125"/>
                  </a:lnTo>
                  <a:lnTo>
                    <a:pt x="2353595" y="161723"/>
                  </a:lnTo>
                  <a:lnTo>
                    <a:pt x="2330132" y="196522"/>
                  </a:lnTo>
                  <a:lnTo>
                    <a:pt x="2295334" y="219992"/>
                  </a:lnTo>
                  <a:lnTo>
                    <a:pt x="2252726" y="228600"/>
                  </a:lnTo>
                  <a:lnTo>
                    <a:pt x="2210044" y="219992"/>
                  </a:lnTo>
                  <a:lnTo>
                    <a:pt x="2175208" y="196522"/>
                  </a:lnTo>
                  <a:lnTo>
                    <a:pt x="2151731" y="161723"/>
                  </a:lnTo>
                  <a:lnTo>
                    <a:pt x="2143125" y="119125"/>
                  </a:lnTo>
                  <a:close/>
                </a:path>
              </a:pathLst>
            </a:custGeom>
            <a:ln w="41275">
              <a:solidFill>
                <a:srgbClr val="4285F4"/>
              </a:solidFill>
            </a:ln>
          </p:spPr>
          <p:txBody>
            <a:bodyPr wrap="square" lIns="0" tIns="0" rIns="0" bIns="0" rtlCol="0"/>
            <a:lstStyle/>
            <a:p>
              <a:endParaRPr sz="2400"/>
            </a:p>
          </p:txBody>
        </p:sp>
        <p:pic>
          <p:nvPicPr>
            <p:cNvPr id="10" name="object 10"/>
            <p:cNvPicPr/>
            <p:nvPr/>
          </p:nvPicPr>
          <p:blipFill>
            <a:blip r:embed="rId3" cstate="print"/>
            <a:stretch>
              <a:fillRect/>
            </a:stretch>
          </p:blipFill>
          <p:spPr>
            <a:xfrm>
              <a:off x="5353303" y="3751326"/>
              <a:ext cx="221742" cy="221615"/>
            </a:xfrm>
            <a:prstGeom prst="rect">
              <a:avLst/>
            </a:prstGeom>
          </p:spPr>
        </p:pic>
        <p:pic>
          <p:nvPicPr>
            <p:cNvPr id="11" name="object 11"/>
            <p:cNvPicPr/>
            <p:nvPr/>
          </p:nvPicPr>
          <p:blipFill>
            <a:blip r:embed="rId4" cstate="print"/>
            <a:stretch>
              <a:fillRect/>
            </a:stretch>
          </p:blipFill>
          <p:spPr>
            <a:xfrm>
              <a:off x="5702427" y="3751326"/>
              <a:ext cx="221742" cy="221615"/>
            </a:xfrm>
            <a:prstGeom prst="rect">
              <a:avLst/>
            </a:prstGeom>
          </p:spPr>
        </p:pic>
        <p:pic>
          <p:nvPicPr>
            <p:cNvPr id="12" name="object 12"/>
            <p:cNvPicPr/>
            <p:nvPr/>
          </p:nvPicPr>
          <p:blipFill>
            <a:blip r:embed="rId5" cstate="print"/>
            <a:stretch>
              <a:fillRect/>
            </a:stretch>
          </p:blipFill>
          <p:spPr>
            <a:xfrm>
              <a:off x="6100317" y="3751326"/>
              <a:ext cx="221742" cy="221615"/>
            </a:xfrm>
            <a:prstGeom prst="rect">
              <a:avLst/>
            </a:prstGeom>
          </p:spPr>
        </p:pic>
        <p:pic>
          <p:nvPicPr>
            <p:cNvPr id="13" name="object 13"/>
            <p:cNvPicPr/>
            <p:nvPr/>
          </p:nvPicPr>
          <p:blipFill>
            <a:blip r:embed="rId6" cstate="print"/>
            <a:stretch>
              <a:fillRect/>
            </a:stretch>
          </p:blipFill>
          <p:spPr>
            <a:xfrm>
              <a:off x="3296411" y="3751326"/>
              <a:ext cx="221614" cy="221602"/>
            </a:xfrm>
            <a:prstGeom prst="rect">
              <a:avLst/>
            </a:prstGeom>
          </p:spPr>
        </p:pic>
        <p:pic>
          <p:nvPicPr>
            <p:cNvPr id="14" name="object 14"/>
            <p:cNvPicPr/>
            <p:nvPr/>
          </p:nvPicPr>
          <p:blipFill>
            <a:blip r:embed="rId7" cstate="print"/>
            <a:stretch>
              <a:fillRect/>
            </a:stretch>
          </p:blipFill>
          <p:spPr>
            <a:xfrm>
              <a:off x="4287647" y="3374390"/>
              <a:ext cx="676465" cy="627697"/>
            </a:xfrm>
            <a:prstGeom prst="rect">
              <a:avLst/>
            </a:prstGeom>
          </p:spPr>
        </p:pic>
      </p:grpSp>
      <p:grpSp>
        <p:nvGrpSpPr>
          <p:cNvPr id="40" name="Group 39">
            <a:extLst>
              <a:ext uri="{FF2B5EF4-FFF2-40B4-BE49-F238E27FC236}">
                <a16:creationId xmlns:a16="http://schemas.microsoft.com/office/drawing/2014/main" id="{B094BA19-9255-DEAD-8896-5E2706EEB067}"/>
              </a:ext>
            </a:extLst>
          </p:cNvPr>
          <p:cNvGrpSpPr/>
          <p:nvPr/>
        </p:nvGrpSpPr>
        <p:grpSpPr>
          <a:xfrm>
            <a:off x="9429333" y="5258631"/>
            <a:ext cx="2234015" cy="1034323"/>
            <a:chOff x="9436102" y="4542282"/>
            <a:chExt cx="2234015" cy="1034323"/>
          </a:xfrm>
        </p:grpSpPr>
        <p:sp>
          <p:nvSpPr>
            <p:cNvPr id="15" name="object 15"/>
            <p:cNvSpPr txBox="1"/>
            <p:nvPr/>
          </p:nvSpPr>
          <p:spPr>
            <a:xfrm>
              <a:off x="9937836" y="4542282"/>
              <a:ext cx="1732281" cy="1034323"/>
            </a:xfrm>
            <a:prstGeom prst="rect">
              <a:avLst/>
            </a:prstGeom>
          </p:spPr>
          <p:txBody>
            <a:bodyPr vert="horz" wrap="square" lIns="0" tIns="15241" rIns="0" bIns="0" rtlCol="0">
              <a:spAutoFit/>
            </a:bodyPr>
            <a:lstStyle/>
            <a:p>
              <a:pPr marL="16933" marR="6773">
                <a:lnSpc>
                  <a:spcPct val="132100"/>
                </a:lnSpc>
                <a:spcBef>
                  <a:spcPts val="121"/>
                </a:spcBef>
              </a:pPr>
              <a:r>
                <a:rPr sz="2667" spc="7" dirty="0">
                  <a:latin typeface="Verdana"/>
                  <a:cs typeface="Verdana"/>
                </a:rPr>
                <a:t>benign </a:t>
              </a:r>
              <a:r>
                <a:rPr sz="2667" spc="15" dirty="0">
                  <a:latin typeface="Verdana"/>
                  <a:cs typeface="Verdana"/>
                </a:rPr>
                <a:t> </a:t>
              </a:r>
              <a:r>
                <a:rPr sz="2667" dirty="0">
                  <a:latin typeface="Verdana"/>
                  <a:cs typeface="Verdana"/>
                </a:rPr>
                <a:t>m</a:t>
              </a:r>
              <a:r>
                <a:rPr sz="2667" spc="-7" dirty="0">
                  <a:latin typeface="Verdana"/>
                  <a:cs typeface="Verdana"/>
                </a:rPr>
                <a:t>a</a:t>
              </a:r>
              <a:r>
                <a:rPr sz="2667" spc="-41" dirty="0">
                  <a:latin typeface="Verdana"/>
                  <a:cs typeface="Verdana"/>
                </a:rPr>
                <a:t>li</a:t>
              </a:r>
              <a:r>
                <a:rPr sz="2667" spc="27" dirty="0">
                  <a:latin typeface="Verdana"/>
                  <a:cs typeface="Verdana"/>
                </a:rPr>
                <a:t>g</a:t>
              </a:r>
              <a:r>
                <a:rPr sz="2667" spc="7" dirty="0">
                  <a:latin typeface="Verdana"/>
                  <a:cs typeface="Verdana"/>
                </a:rPr>
                <a:t>n</a:t>
              </a:r>
              <a:r>
                <a:rPr sz="2667" spc="-7" dirty="0">
                  <a:latin typeface="Verdana"/>
                  <a:cs typeface="Verdana"/>
                </a:rPr>
                <a:t>a</a:t>
              </a:r>
              <a:r>
                <a:rPr sz="2667" spc="7" dirty="0">
                  <a:latin typeface="Verdana"/>
                  <a:cs typeface="Verdana"/>
                </a:rPr>
                <a:t>n</a:t>
              </a:r>
              <a:r>
                <a:rPr sz="2667" spc="15" dirty="0">
                  <a:latin typeface="Verdana"/>
                  <a:cs typeface="Verdana"/>
                </a:rPr>
                <a:t>t</a:t>
              </a:r>
              <a:endParaRPr sz="2667">
                <a:latin typeface="Verdana"/>
                <a:cs typeface="Verdana"/>
              </a:endParaRPr>
            </a:p>
          </p:txBody>
        </p:sp>
        <p:sp>
          <p:nvSpPr>
            <p:cNvPr id="16" name="object 16"/>
            <p:cNvSpPr/>
            <p:nvPr/>
          </p:nvSpPr>
          <p:spPr>
            <a:xfrm>
              <a:off x="9436102" y="4737102"/>
              <a:ext cx="292100" cy="292100"/>
            </a:xfrm>
            <a:custGeom>
              <a:avLst/>
              <a:gdLst/>
              <a:ahLst/>
              <a:cxnLst/>
              <a:rect l="l" t="t" r="r" b="b"/>
              <a:pathLst>
                <a:path w="219075" h="219075">
                  <a:moveTo>
                    <a:pt x="0" y="109600"/>
                  </a:moveTo>
                  <a:lnTo>
                    <a:pt x="8606" y="66919"/>
                  </a:lnTo>
                  <a:lnTo>
                    <a:pt x="32083" y="32083"/>
                  </a:lnTo>
                  <a:lnTo>
                    <a:pt x="66919" y="8606"/>
                  </a:lnTo>
                  <a:lnTo>
                    <a:pt x="109600" y="0"/>
                  </a:lnTo>
                  <a:lnTo>
                    <a:pt x="152209" y="8606"/>
                  </a:lnTo>
                  <a:lnTo>
                    <a:pt x="187007" y="32083"/>
                  </a:lnTo>
                  <a:lnTo>
                    <a:pt x="210470" y="66919"/>
                  </a:lnTo>
                  <a:lnTo>
                    <a:pt x="219075" y="109600"/>
                  </a:lnTo>
                  <a:lnTo>
                    <a:pt x="210470" y="152209"/>
                  </a:lnTo>
                  <a:lnTo>
                    <a:pt x="187007" y="187007"/>
                  </a:lnTo>
                  <a:lnTo>
                    <a:pt x="152209" y="210470"/>
                  </a:lnTo>
                  <a:lnTo>
                    <a:pt x="109600" y="219075"/>
                  </a:lnTo>
                  <a:lnTo>
                    <a:pt x="66919" y="210470"/>
                  </a:lnTo>
                  <a:lnTo>
                    <a:pt x="32083" y="187007"/>
                  </a:lnTo>
                  <a:lnTo>
                    <a:pt x="8606" y="152209"/>
                  </a:lnTo>
                  <a:lnTo>
                    <a:pt x="0" y="109600"/>
                  </a:lnTo>
                  <a:close/>
                </a:path>
              </a:pathLst>
            </a:custGeom>
            <a:ln w="41275">
              <a:solidFill>
                <a:srgbClr val="4285F4"/>
              </a:solidFill>
            </a:ln>
          </p:spPr>
          <p:txBody>
            <a:bodyPr wrap="square" lIns="0" tIns="0" rIns="0" bIns="0" rtlCol="0"/>
            <a:lstStyle/>
            <a:p>
              <a:endParaRPr sz="2400"/>
            </a:p>
          </p:txBody>
        </p:sp>
        <p:pic>
          <p:nvPicPr>
            <p:cNvPr id="17" name="object 17"/>
            <p:cNvPicPr/>
            <p:nvPr/>
          </p:nvPicPr>
          <p:blipFill>
            <a:blip r:embed="rId8" cstate="print"/>
            <a:stretch>
              <a:fillRect/>
            </a:stretch>
          </p:blipFill>
          <p:spPr>
            <a:xfrm>
              <a:off x="9437457" y="5253077"/>
              <a:ext cx="295655" cy="295553"/>
            </a:xfrm>
            <a:prstGeom prst="rect">
              <a:avLst/>
            </a:prstGeom>
          </p:spPr>
        </p:pic>
      </p:grpSp>
      <p:pic>
        <p:nvPicPr>
          <p:cNvPr id="18" name="object 18"/>
          <p:cNvPicPr/>
          <p:nvPr/>
        </p:nvPicPr>
        <p:blipFill>
          <a:blip r:embed="rId9" cstate="print"/>
          <a:stretch>
            <a:fillRect/>
          </a:stretch>
        </p:blipFill>
        <p:spPr>
          <a:xfrm>
            <a:off x="10319853" y="1031916"/>
            <a:ext cx="1180084" cy="367792"/>
          </a:xfrm>
          <a:prstGeom prst="rect">
            <a:avLst/>
          </a:prstGeom>
        </p:spPr>
      </p:pic>
      <p:grpSp>
        <p:nvGrpSpPr>
          <p:cNvPr id="19" name="object 19"/>
          <p:cNvGrpSpPr/>
          <p:nvPr/>
        </p:nvGrpSpPr>
        <p:grpSpPr>
          <a:xfrm>
            <a:off x="1854201" y="1031242"/>
            <a:ext cx="9917855" cy="2805855"/>
            <a:chOff x="1390650" y="773430"/>
            <a:chExt cx="7438390" cy="2104390"/>
          </a:xfrm>
        </p:grpSpPr>
        <p:sp>
          <p:nvSpPr>
            <p:cNvPr id="20" name="object 20"/>
            <p:cNvSpPr/>
            <p:nvPr/>
          </p:nvSpPr>
          <p:spPr>
            <a:xfrm>
              <a:off x="1390650" y="1095374"/>
              <a:ext cx="5562600" cy="1782445"/>
            </a:xfrm>
            <a:custGeom>
              <a:avLst/>
              <a:gdLst/>
              <a:ahLst/>
              <a:cxnLst/>
              <a:rect l="l" t="t" r="r" b="b"/>
              <a:pathLst>
                <a:path w="5562600" h="1782445">
                  <a:moveTo>
                    <a:pt x="5562600" y="1600200"/>
                  </a:moveTo>
                  <a:lnTo>
                    <a:pt x="5539714" y="1581150"/>
                  </a:lnTo>
                  <a:lnTo>
                    <a:pt x="5430647" y="1490345"/>
                  </a:lnTo>
                  <a:lnTo>
                    <a:pt x="5424030" y="1486750"/>
                  </a:lnTo>
                  <a:lnTo>
                    <a:pt x="5399532" y="1506689"/>
                  </a:lnTo>
                  <a:lnTo>
                    <a:pt x="5401564" y="1513674"/>
                  </a:lnTo>
                  <a:lnTo>
                    <a:pt x="5406263" y="1519555"/>
                  </a:lnTo>
                  <a:lnTo>
                    <a:pt x="5480177" y="1581150"/>
                  </a:lnTo>
                  <a:lnTo>
                    <a:pt x="171450" y="1581150"/>
                  </a:lnTo>
                  <a:lnTo>
                    <a:pt x="171450" y="82296"/>
                  </a:lnTo>
                  <a:lnTo>
                    <a:pt x="233045" y="156210"/>
                  </a:lnTo>
                  <a:lnTo>
                    <a:pt x="238925" y="160972"/>
                  </a:lnTo>
                  <a:lnTo>
                    <a:pt x="245910" y="162991"/>
                  </a:lnTo>
                  <a:lnTo>
                    <a:pt x="253161" y="162229"/>
                  </a:lnTo>
                  <a:lnTo>
                    <a:pt x="259842" y="158623"/>
                  </a:lnTo>
                  <a:lnTo>
                    <a:pt x="264591" y="152742"/>
                  </a:lnTo>
                  <a:lnTo>
                    <a:pt x="266611" y="145757"/>
                  </a:lnTo>
                  <a:lnTo>
                    <a:pt x="265849" y="138506"/>
                  </a:lnTo>
                  <a:lnTo>
                    <a:pt x="262255" y="131826"/>
                  </a:lnTo>
                  <a:lnTo>
                    <a:pt x="177152" y="29718"/>
                  </a:lnTo>
                  <a:lnTo>
                    <a:pt x="152400" y="0"/>
                  </a:lnTo>
                  <a:lnTo>
                    <a:pt x="42545" y="131826"/>
                  </a:lnTo>
                  <a:lnTo>
                    <a:pt x="38938" y="138506"/>
                  </a:lnTo>
                  <a:lnTo>
                    <a:pt x="38176" y="145757"/>
                  </a:lnTo>
                  <a:lnTo>
                    <a:pt x="40195" y="152742"/>
                  </a:lnTo>
                  <a:lnTo>
                    <a:pt x="44958" y="158623"/>
                  </a:lnTo>
                  <a:lnTo>
                    <a:pt x="51625" y="162229"/>
                  </a:lnTo>
                  <a:lnTo>
                    <a:pt x="58877" y="162991"/>
                  </a:lnTo>
                  <a:lnTo>
                    <a:pt x="65862" y="160972"/>
                  </a:lnTo>
                  <a:lnTo>
                    <a:pt x="71755" y="156210"/>
                  </a:lnTo>
                  <a:lnTo>
                    <a:pt x="133350" y="82296"/>
                  </a:lnTo>
                  <a:lnTo>
                    <a:pt x="133350" y="1581150"/>
                  </a:lnTo>
                  <a:lnTo>
                    <a:pt x="0" y="1581150"/>
                  </a:lnTo>
                  <a:lnTo>
                    <a:pt x="0" y="1619250"/>
                  </a:lnTo>
                  <a:lnTo>
                    <a:pt x="133350" y="1619250"/>
                  </a:lnTo>
                  <a:lnTo>
                    <a:pt x="133350" y="1782318"/>
                  </a:lnTo>
                  <a:lnTo>
                    <a:pt x="171450" y="1782318"/>
                  </a:lnTo>
                  <a:lnTo>
                    <a:pt x="171450" y="1619250"/>
                  </a:lnTo>
                  <a:lnTo>
                    <a:pt x="5480177" y="1619250"/>
                  </a:lnTo>
                  <a:lnTo>
                    <a:pt x="5406263" y="1680845"/>
                  </a:lnTo>
                  <a:lnTo>
                    <a:pt x="5401551" y="1686737"/>
                  </a:lnTo>
                  <a:lnTo>
                    <a:pt x="5399532" y="1693722"/>
                  </a:lnTo>
                  <a:lnTo>
                    <a:pt x="5400256" y="1700974"/>
                  </a:lnTo>
                  <a:lnTo>
                    <a:pt x="5403850" y="1707642"/>
                  </a:lnTo>
                  <a:lnTo>
                    <a:pt x="5409743" y="1712404"/>
                  </a:lnTo>
                  <a:lnTo>
                    <a:pt x="5416766" y="1714423"/>
                  </a:lnTo>
                  <a:lnTo>
                    <a:pt x="5424030" y="1713661"/>
                  </a:lnTo>
                  <a:lnTo>
                    <a:pt x="5430647" y="1710055"/>
                  </a:lnTo>
                  <a:lnTo>
                    <a:pt x="5539714" y="1619250"/>
                  </a:lnTo>
                  <a:lnTo>
                    <a:pt x="5562600" y="1600200"/>
                  </a:lnTo>
                  <a:close/>
                </a:path>
              </a:pathLst>
            </a:custGeom>
            <a:solidFill>
              <a:srgbClr val="000000"/>
            </a:solidFill>
          </p:spPr>
          <p:txBody>
            <a:bodyPr wrap="square" lIns="0" tIns="0" rIns="0" bIns="0" rtlCol="0"/>
            <a:lstStyle/>
            <a:p>
              <a:endParaRPr sz="2400"/>
            </a:p>
          </p:txBody>
        </p:sp>
        <p:pic>
          <p:nvPicPr>
            <p:cNvPr id="21" name="object 21"/>
            <p:cNvPicPr/>
            <p:nvPr/>
          </p:nvPicPr>
          <p:blipFill>
            <a:blip r:embed="rId10" cstate="print"/>
            <a:stretch>
              <a:fillRect/>
            </a:stretch>
          </p:blipFill>
          <p:spPr>
            <a:xfrm>
              <a:off x="6203950" y="773430"/>
              <a:ext cx="1243710" cy="280797"/>
            </a:xfrm>
            <a:prstGeom prst="rect">
              <a:avLst/>
            </a:prstGeom>
          </p:spPr>
        </p:pic>
        <p:pic>
          <p:nvPicPr>
            <p:cNvPr id="22" name="object 22"/>
            <p:cNvPicPr/>
            <p:nvPr/>
          </p:nvPicPr>
          <p:blipFill>
            <a:blip r:embed="rId11" cstate="print"/>
            <a:stretch>
              <a:fillRect/>
            </a:stretch>
          </p:blipFill>
          <p:spPr>
            <a:xfrm>
              <a:off x="1855038" y="2637409"/>
              <a:ext cx="78184" cy="110998"/>
            </a:xfrm>
            <a:prstGeom prst="rect">
              <a:avLst/>
            </a:prstGeom>
          </p:spPr>
        </p:pic>
        <p:pic>
          <p:nvPicPr>
            <p:cNvPr id="23" name="object 23"/>
            <p:cNvPicPr/>
            <p:nvPr/>
          </p:nvPicPr>
          <p:blipFill>
            <a:blip r:embed="rId12" cstate="print"/>
            <a:stretch>
              <a:fillRect/>
            </a:stretch>
          </p:blipFill>
          <p:spPr>
            <a:xfrm>
              <a:off x="2180415" y="2635250"/>
              <a:ext cx="70623" cy="112649"/>
            </a:xfrm>
            <a:prstGeom prst="rect">
              <a:avLst/>
            </a:prstGeom>
          </p:spPr>
        </p:pic>
        <p:pic>
          <p:nvPicPr>
            <p:cNvPr id="24" name="object 24"/>
            <p:cNvPicPr/>
            <p:nvPr/>
          </p:nvPicPr>
          <p:blipFill>
            <a:blip r:embed="rId13" cstate="print"/>
            <a:stretch>
              <a:fillRect/>
            </a:stretch>
          </p:blipFill>
          <p:spPr>
            <a:xfrm>
              <a:off x="7988003" y="1309751"/>
              <a:ext cx="840909" cy="178562"/>
            </a:xfrm>
            <a:prstGeom prst="rect">
              <a:avLst/>
            </a:prstGeom>
          </p:spPr>
        </p:pic>
        <p:pic>
          <p:nvPicPr>
            <p:cNvPr id="25" name="object 25"/>
            <p:cNvPicPr/>
            <p:nvPr/>
          </p:nvPicPr>
          <p:blipFill>
            <a:blip r:embed="rId14" cstate="print"/>
            <a:stretch>
              <a:fillRect/>
            </a:stretch>
          </p:blipFill>
          <p:spPr>
            <a:xfrm>
              <a:off x="8120678" y="2082800"/>
              <a:ext cx="135190" cy="133476"/>
            </a:xfrm>
            <a:prstGeom prst="rect">
              <a:avLst/>
            </a:prstGeom>
          </p:spPr>
        </p:pic>
        <p:pic>
          <p:nvPicPr>
            <p:cNvPr id="26" name="object 26"/>
            <p:cNvPicPr/>
            <p:nvPr/>
          </p:nvPicPr>
          <p:blipFill>
            <a:blip r:embed="rId15" cstate="print"/>
            <a:stretch>
              <a:fillRect/>
            </a:stretch>
          </p:blipFill>
          <p:spPr>
            <a:xfrm>
              <a:off x="8185451" y="1879600"/>
              <a:ext cx="29652" cy="126873"/>
            </a:xfrm>
            <a:prstGeom prst="rect">
              <a:avLst/>
            </a:prstGeom>
          </p:spPr>
        </p:pic>
        <p:pic>
          <p:nvPicPr>
            <p:cNvPr id="27" name="object 27"/>
            <p:cNvPicPr/>
            <p:nvPr/>
          </p:nvPicPr>
          <p:blipFill>
            <a:blip r:embed="rId16" cstate="print"/>
            <a:stretch>
              <a:fillRect/>
            </a:stretch>
          </p:blipFill>
          <p:spPr>
            <a:xfrm>
              <a:off x="8180958" y="2294890"/>
              <a:ext cx="39681" cy="143256"/>
            </a:xfrm>
            <a:prstGeom prst="rect">
              <a:avLst/>
            </a:prstGeom>
          </p:spPr>
        </p:pic>
        <p:pic>
          <p:nvPicPr>
            <p:cNvPr id="28" name="object 28"/>
            <p:cNvPicPr/>
            <p:nvPr/>
          </p:nvPicPr>
          <p:blipFill>
            <a:blip r:embed="rId17" cstate="print"/>
            <a:stretch>
              <a:fillRect/>
            </a:stretch>
          </p:blipFill>
          <p:spPr>
            <a:xfrm>
              <a:off x="7357236" y="1335659"/>
              <a:ext cx="1313434" cy="1463929"/>
            </a:xfrm>
            <a:prstGeom prst="rect">
              <a:avLst/>
            </a:prstGeom>
          </p:spPr>
        </p:pic>
        <p:pic>
          <p:nvPicPr>
            <p:cNvPr id="29" name="object 29"/>
            <p:cNvPicPr/>
            <p:nvPr/>
          </p:nvPicPr>
          <p:blipFill>
            <a:blip r:embed="rId18" cstate="print"/>
            <a:stretch>
              <a:fillRect/>
            </a:stretch>
          </p:blipFill>
          <p:spPr>
            <a:xfrm>
              <a:off x="2500417" y="2644775"/>
              <a:ext cx="80196" cy="111125"/>
            </a:xfrm>
            <a:prstGeom prst="rect">
              <a:avLst/>
            </a:prstGeom>
          </p:spPr>
        </p:pic>
        <p:pic>
          <p:nvPicPr>
            <p:cNvPr id="30" name="object 30"/>
            <p:cNvPicPr/>
            <p:nvPr/>
          </p:nvPicPr>
          <p:blipFill>
            <a:blip r:embed="rId19" cstate="print"/>
            <a:stretch>
              <a:fillRect/>
            </a:stretch>
          </p:blipFill>
          <p:spPr>
            <a:xfrm>
              <a:off x="2874282" y="2666619"/>
              <a:ext cx="91040" cy="91820"/>
            </a:xfrm>
            <a:prstGeom prst="rect">
              <a:avLst/>
            </a:prstGeom>
          </p:spPr>
        </p:pic>
        <p:pic>
          <p:nvPicPr>
            <p:cNvPr id="31" name="object 31"/>
            <p:cNvPicPr/>
            <p:nvPr/>
          </p:nvPicPr>
          <p:blipFill>
            <a:blip r:embed="rId20" cstate="print"/>
            <a:stretch>
              <a:fillRect/>
            </a:stretch>
          </p:blipFill>
          <p:spPr>
            <a:xfrm>
              <a:off x="4006777" y="2651125"/>
              <a:ext cx="75587" cy="83185"/>
            </a:xfrm>
            <a:prstGeom prst="rect">
              <a:avLst/>
            </a:prstGeom>
          </p:spPr>
        </p:pic>
        <p:pic>
          <p:nvPicPr>
            <p:cNvPr id="32" name="object 32"/>
            <p:cNvPicPr/>
            <p:nvPr/>
          </p:nvPicPr>
          <p:blipFill>
            <a:blip r:embed="rId21" cstate="print"/>
            <a:stretch>
              <a:fillRect/>
            </a:stretch>
          </p:blipFill>
          <p:spPr>
            <a:xfrm>
              <a:off x="4814696" y="2644140"/>
              <a:ext cx="96138" cy="106299"/>
            </a:xfrm>
            <a:prstGeom prst="rect">
              <a:avLst/>
            </a:prstGeom>
          </p:spPr>
        </p:pic>
        <p:pic>
          <p:nvPicPr>
            <p:cNvPr id="33" name="object 33"/>
            <p:cNvPicPr/>
            <p:nvPr/>
          </p:nvPicPr>
          <p:blipFill>
            <a:blip r:embed="rId22" cstate="print"/>
            <a:stretch>
              <a:fillRect/>
            </a:stretch>
          </p:blipFill>
          <p:spPr>
            <a:xfrm>
              <a:off x="3425063" y="1395856"/>
              <a:ext cx="104082" cy="135889"/>
            </a:xfrm>
            <a:prstGeom prst="rect">
              <a:avLst/>
            </a:prstGeom>
          </p:spPr>
        </p:pic>
        <p:pic>
          <p:nvPicPr>
            <p:cNvPr id="34" name="object 34"/>
            <p:cNvPicPr/>
            <p:nvPr/>
          </p:nvPicPr>
          <p:blipFill>
            <a:blip r:embed="rId23" cstate="print"/>
            <a:stretch>
              <a:fillRect/>
            </a:stretch>
          </p:blipFill>
          <p:spPr>
            <a:xfrm>
              <a:off x="4398951" y="1438402"/>
              <a:ext cx="118153" cy="122174"/>
            </a:xfrm>
            <a:prstGeom prst="rect">
              <a:avLst/>
            </a:prstGeom>
          </p:spPr>
        </p:pic>
        <p:pic>
          <p:nvPicPr>
            <p:cNvPr id="35" name="object 35"/>
            <p:cNvPicPr/>
            <p:nvPr/>
          </p:nvPicPr>
          <p:blipFill>
            <a:blip r:embed="rId24" cstate="print"/>
            <a:stretch>
              <a:fillRect/>
            </a:stretch>
          </p:blipFill>
          <p:spPr>
            <a:xfrm>
              <a:off x="5458455" y="1438656"/>
              <a:ext cx="116703" cy="113537"/>
            </a:xfrm>
            <a:prstGeom prst="rect">
              <a:avLst/>
            </a:prstGeom>
          </p:spPr>
        </p:pic>
        <p:pic>
          <p:nvPicPr>
            <p:cNvPr id="36" name="object 36"/>
            <p:cNvPicPr/>
            <p:nvPr/>
          </p:nvPicPr>
          <p:blipFill>
            <a:blip r:embed="rId25" cstate="print"/>
            <a:stretch>
              <a:fillRect/>
            </a:stretch>
          </p:blipFill>
          <p:spPr>
            <a:xfrm>
              <a:off x="5808879" y="1443228"/>
              <a:ext cx="109991" cy="110871"/>
            </a:xfrm>
            <a:prstGeom prst="rect">
              <a:avLst/>
            </a:prstGeom>
          </p:spPr>
        </p:pic>
        <p:pic>
          <p:nvPicPr>
            <p:cNvPr id="37" name="object 37"/>
            <p:cNvPicPr/>
            <p:nvPr/>
          </p:nvPicPr>
          <p:blipFill>
            <a:blip r:embed="rId26" cstate="print"/>
            <a:stretch>
              <a:fillRect/>
            </a:stretch>
          </p:blipFill>
          <p:spPr>
            <a:xfrm>
              <a:off x="6198397" y="1436243"/>
              <a:ext cx="117058" cy="137160"/>
            </a:xfrm>
            <a:prstGeom prst="rect">
              <a:avLst/>
            </a:prstGeom>
          </p:spPr>
        </p:pic>
      </p:grpSp>
      <p:pic>
        <p:nvPicPr>
          <p:cNvPr id="38" name="object 38"/>
          <p:cNvPicPr/>
          <p:nvPr/>
        </p:nvPicPr>
        <p:blipFill>
          <a:blip r:embed="rId27" cstate="print"/>
          <a:stretch>
            <a:fillRect/>
          </a:stretch>
        </p:blipFill>
        <p:spPr>
          <a:xfrm>
            <a:off x="9801182" y="392684"/>
            <a:ext cx="532724" cy="436880"/>
          </a:xfrm>
          <a:prstGeom prst="rect">
            <a:avLst/>
          </a:prstGeom>
        </p:spPr>
      </p:pic>
      <p:sp>
        <p:nvSpPr>
          <p:cNvPr id="41" name="Slide Number Placeholder 40">
            <a:extLst>
              <a:ext uri="{FF2B5EF4-FFF2-40B4-BE49-F238E27FC236}">
                <a16:creationId xmlns:a16="http://schemas.microsoft.com/office/drawing/2014/main" id="{737B5106-6808-05AF-3FC0-E679ED0C7666}"/>
              </a:ext>
            </a:extLst>
          </p:cNvPr>
          <p:cNvSpPr>
            <a:spLocks noGrp="1"/>
          </p:cNvSpPr>
          <p:nvPr>
            <p:ph type="sldNum" sz="quarter" idx="12"/>
          </p:nvPr>
        </p:nvSpPr>
        <p:spPr/>
        <p:txBody>
          <a:bodyPr/>
          <a:lstStyle/>
          <a:p>
            <a:fld id="{EB17D4FA-7C84-BF4C-87EB-41A15D920012}" type="slidenum">
              <a:rPr lang="en-PS" smtClean="0"/>
              <a:t>6</a:t>
            </a:fld>
            <a:endParaRPr lang="en-P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124" y="373659"/>
            <a:ext cx="8763845" cy="516616"/>
          </a:xfrm>
          <a:prstGeom prst="rect">
            <a:avLst/>
          </a:prstGeom>
        </p:spPr>
        <p:txBody>
          <a:bodyPr vert="horz" wrap="square" lIns="0" tIns="17780" rIns="0" bIns="0" rtlCol="0" anchor="ctr">
            <a:spAutoFit/>
          </a:bodyPr>
          <a:lstStyle/>
          <a:p>
            <a:pPr marL="16933">
              <a:spcBef>
                <a:spcPts val="140"/>
              </a:spcBef>
            </a:pPr>
            <a:r>
              <a:rPr sz="3600" spc="-15" dirty="0"/>
              <a:t>Classification:</a:t>
            </a:r>
            <a:r>
              <a:rPr sz="3600" spc="-127" dirty="0"/>
              <a:t> </a:t>
            </a:r>
            <a:r>
              <a:rPr sz="5401" baseline="1028" dirty="0"/>
              <a:t>Breast</a:t>
            </a:r>
            <a:r>
              <a:rPr sz="5401" spc="-9" baseline="1028" dirty="0"/>
              <a:t> </a:t>
            </a:r>
            <a:r>
              <a:rPr sz="5401" spc="9" baseline="1028" dirty="0"/>
              <a:t>cancer</a:t>
            </a:r>
            <a:r>
              <a:rPr sz="5401" spc="-191" baseline="1028" dirty="0"/>
              <a:t> </a:t>
            </a:r>
            <a:r>
              <a:rPr sz="5401" spc="-41" baseline="1028" dirty="0"/>
              <a:t>detection</a:t>
            </a:r>
            <a:endParaRPr sz="5401" baseline="1028"/>
          </a:p>
        </p:txBody>
      </p:sp>
      <p:sp>
        <p:nvSpPr>
          <p:cNvPr id="3" name="object 3"/>
          <p:cNvSpPr txBox="1"/>
          <p:nvPr/>
        </p:nvSpPr>
        <p:spPr>
          <a:xfrm>
            <a:off x="1333501" y="3957575"/>
            <a:ext cx="5724313" cy="1589175"/>
          </a:xfrm>
          <a:prstGeom prst="rect">
            <a:avLst/>
          </a:prstGeom>
        </p:spPr>
        <p:txBody>
          <a:bodyPr vert="horz" wrap="square" lIns="0" tIns="16087" rIns="0" bIns="0" rtlCol="0">
            <a:spAutoFit/>
          </a:bodyPr>
          <a:lstStyle/>
          <a:p>
            <a:pPr marL="16933" marR="2642314">
              <a:lnSpc>
                <a:spcPct val="126299"/>
              </a:lnSpc>
              <a:spcBef>
                <a:spcPts val="127"/>
              </a:spcBef>
            </a:pPr>
            <a:r>
              <a:rPr sz="2667" dirty="0">
                <a:solidFill>
                  <a:srgbClr val="7030A0"/>
                </a:solidFill>
                <a:latin typeface="Verdana"/>
                <a:cs typeface="Verdana"/>
              </a:rPr>
              <a:t>Classification </a:t>
            </a:r>
            <a:r>
              <a:rPr sz="2667" spc="7" dirty="0">
                <a:solidFill>
                  <a:srgbClr val="7030A0"/>
                </a:solidFill>
                <a:latin typeface="Verdana"/>
                <a:cs typeface="Verdana"/>
              </a:rPr>
              <a:t> </a:t>
            </a:r>
            <a:r>
              <a:rPr sz="2667" spc="33" dirty="0">
                <a:latin typeface="Verdana"/>
                <a:cs typeface="Verdana"/>
              </a:rPr>
              <a:t>p</a:t>
            </a:r>
            <a:r>
              <a:rPr sz="2667" spc="60" dirty="0">
                <a:latin typeface="Verdana"/>
                <a:cs typeface="Verdana"/>
              </a:rPr>
              <a:t>r</a:t>
            </a:r>
            <a:r>
              <a:rPr sz="2667" spc="20" dirty="0">
                <a:latin typeface="Verdana"/>
                <a:cs typeface="Verdana"/>
              </a:rPr>
              <a:t>e</a:t>
            </a:r>
            <a:r>
              <a:rPr sz="2667" spc="27" dirty="0">
                <a:latin typeface="Verdana"/>
                <a:cs typeface="Verdana"/>
              </a:rPr>
              <a:t>d</a:t>
            </a:r>
            <a:r>
              <a:rPr sz="2667" spc="-41" dirty="0">
                <a:latin typeface="Verdana"/>
                <a:cs typeface="Verdana"/>
              </a:rPr>
              <a:t>i</a:t>
            </a:r>
            <a:r>
              <a:rPr sz="2667" spc="15" dirty="0">
                <a:latin typeface="Verdana"/>
                <a:cs typeface="Verdana"/>
              </a:rPr>
              <a:t>ct</a:t>
            </a:r>
            <a:r>
              <a:rPr sz="2667" spc="-207" dirty="0">
                <a:latin typeface="Verdana"/>
                <a:cs typeface="Verdana"/>
              </a:rPr>
              <a:t> </a:t>
            </a:r>
            <a:r>
              <a:rPr sz="2667" spc="15" dirty="0">
                <a:solidFill>
                  <a:srgbClr val="7030A0"/>
                </a:solidFill>
                <a:latin typeface="Verdana"/>
                <a:cs typeface="Verdana"/>
              </a:rPr>
              <a:t>c</a:t>
            </a:r>
            <a:r>
              <a:rPr sz="2667" spc="-15" dirty="0">
                <a:solidFill>
                  <a:srgbClr val="7030A0"/>
                </a:solidFill>
                <a:latin typeface="Verdana"/>
                <a:cs typeface="Verdana"/>
              </a:rPr>
              <a:t>a</a:t>
            </a:r>
            <a:r>
              <a:rPr sz="2667" spc="47" dirty="0">
                <a:solidFill>
                  <a:srgbClr val="7030A0"/>
                </a:solidFill>
                <a:latin typeface="Verdana"/>
                <a:cs typeface="Verdana"/>
              </a:rPr>
              <a:t>t</a:t>
            </a:r>
            <a:r>
              <a:rPr sz="2667" spc="20" dirty="0">
                <a:solidFill>
                  <a:srgbClr val="7030A0"/>
                </a:solidFill>
                <a:latin typeface="Verdana"/>
                <a:cs typeface="Verdana"/>
              </a:rPr>
              <a:t>e</a:t>
            </a:r>
            <a:r>
              <a:rPr sz="2667" spc="27" dirty="0">
                <a:solidFill>
                  <a:srgbClr val="7030A0"/>
                </a:solidFill>
                <a:latin typeface="Verdana"/>
                <a:cs typeface="Verdana"/>
              </a:rPr>
              <a:t>g</a:t>
            </a:r>
            <a:r>
              <a:rPr sz="2667" spc="-20" dirty="0">
                <a:solidFill>
                  <a:srgbClr val="7030A0"/>
                </a:solidFill>
                <a:latin typeface="Verdana"/>
                <a:cs typeface="Verdana"/>
              </a:rPr>
              <a:t>o</a:t>
            </a:r>
            <a:r>
              <a:rPr sz="2667" spc="60" dirty="0">
                <a:solidFill>
                  <a:srgbClr val="7030A0"/>
                </a:solidFill>
                <a:latin typeface="Verdana"/>
                <a:cs typeface="Verdana"/>
              </a:rPr>
              <a:t>r</a:t>
            </a:r>
            <a:r>
              <a:rPr sz="2667" spc="-41" dirty="0">
                <a:solidFill>
                  <a:srgbClr val="7030A0"/>
                </a:solidFill>
                <a:latin typeface="Verdana"/>
                <a:cs typeface="Verdana"/>
              </a:rPr>
              <a:t>i</a:t>
            </a:r>
            <a:r>
              <a:rPr sz="2667" spc="20" dirty="0">
                <a:solidFill>
                  <a:srgbClr val="7030A0"/>
                </a:solidFill>
                <a:latin typeface="Verdana"/>
                <a:cs typeface="Verdana"/>
              </a:rPr>
              <a:t>es</a:t>
            </a:r>
            <a:endParaRPr sz="2667">
              <a:latin typeface="Verdana"/>
              <a:cs typeface="Verdana"/>
            </a:endParaRPr>
          </a:p>
          <a:p>
            <a:pPr marL="28786">
              <a:spcBef>
                <a:spcPts val="967"/>
              </a:spcBef>
            </a:pPr>
            <a:r>
              <a:rPr sz="2667" spc="-7" dirty="0">
                <a:solidFill>
                  <a:srgbClr val="7030A0"/>
                </a:solidFill>
                <a:latin typeface="Verdana"/>
                <a:cs typeface="Verdana"/>
              </a:rPr>
              <a:t>small</a:t>
            </a:r>
            <a:r>
              <a:rPr sz="2667" dirty="0">
                <a:solidFill>
                  <a:srgbClr val="7030A0"/>
                </a:solidFill>
                <a:latin typeface="Verdana"/>
                <a:cs typeface="Verdana"/>
              </a:rPr>
              <a:t> </a:t>
            </a:r>
            <a:r>
              <a:rPr sz="2667" spc="15" dirty="0">
                <a:solidFill>
                  <a:srgbClr val="7030A0"/>
                </a:solidFill>
                <a:latin typeface="Verdana"/>
                <a:cs typeface="Verdana"/>
              </a:rPr>
              <a:t>number</a:t>
            </a:r>
            <a:r>
              <a:rPr sz="2667" spc="-87" dirty="0">
                <a:solidFill>
                  <a:srgbClr val="7030A0"/>
                </a:solidFill>
                <a:latin typeface="Verdana"/>
                <a:cs typeface="Verdana"/>
              </a:rPr>
              <a:t> </a:t>
            </a:r>
            <a:r>
              <a:rPr sz="2667" spc="-7" dirty="0">
                <a:latin typeface="Verdana"/>
                <a:cs typeface="Verdana"/>
              </a:rPr>
              <a:t>of</a:t>
            </a:r>
            <a:r>
              <a:rPr sz="2667" spc="-100" dirty="0">
                <a:latin typeface="Verdana"/>
                <a:cs typeface="Verdana"/>
              </a:rPr>
              <a:t> </a:t>
            </a:r>
            <a:r>
              <a:rPr sz="2667" dirty="0">
                <a:latin typeface="Verdana"/>
                <a:cs typeface="Verdana"/>
              </a:rPr>
              <a:t>possible</a:t>
            </a:r>
            <a:r>
              <a:rPr sz="2667" spc="-68" dirty="0">
                <a:latin typeface="Verdana"/>
                <a:cs typeface="Verdana"/>
              </a:rPr>
              <a:t> </a:t>
            </a:r>
            <a:r>
              <a:rPr sz="2667" spc="15" dirty="0">
                <a:latin typeface="Verdana"/>
                <a:cs typeface="Verdana"/>
              </a:rPr>
              <a:t>outputs</a:t>
            </a:r>
            <a:endParaRPr sz="2667">
              <a:latin typeface="Verdana"/>
              <a:cs typeface="Verdana"/>
            </a:endParaRPr>
          </a:p>
        </p:txBody>
      </p:sp>
      <p:grpSp>
        <p:nvGrpSpPr>
          <p:cNvPr id="4" name="object 4"/>
          <p:cNvGrpSpPr/>
          <p:nvPr/>
        </p:nvGrpSpPr>
        <p:grpSpPr>
          <a:xfrm>
            <a:off x="5346702" y="1549402"/>
            <a:ext cx="6296660" cy="489375"/>
            <a:chOff x="4010025" y="1162050"/>
            <a:chExt cx="4722495" cy="367030"/>
          </a:xfrm>
        </p:grpSpPr>
        <p:pic>
          <p:nvPicPr>
            <p:cNvPr id="5" name="object 5"/>
            <p:cNvPicPr/>
            <p:nvPr/>
          </p:nvPicPr>
          <p:blipFill>
            <a:blip r:embed="rId3" cstate="print"/>
            <a:stretch>
              <a:fillRect/>
            </a:stretch>
          </p:blipFill>
          <p:spPr>
            <a:xfrm>
              <a:off x="8211946" y="1221993"/>
              <a:ext cx="221614" cy="221614"/>
            </a:xfrm>
            <a:prstGeom prst="rect">
              <a:avLst/>
            </a:prstGeom>
          </p:spPr>
        </p:pic>
        <p:pic>
          <p:nvPicPr>
            <p:cNvPr id="6" name="object 6"/>
            <p:cNvPicPr/>
            <p:nvPr/>
          </p:nvPicPr>
          <p:blipFill>
            <a:blip r:embed="rId4" cstate="print"/>
            <a:stretch>
              <a:fillRect/>
            </a:stretch>
          </p:blipFill>
          <p:spPr>
            <a:xfrm>
              <a:off x="7838313" y="1221993"/>
              <a:ext cx="221741" cy="221614"/>
            </a:xfrm>
            <a:prstGeom prst="rect">
              <a:avLst/>
            </a:prstGeom>
          </p:spPr>
        </p:pic>
        <p:pic>
          <p:nvPicPr>
            <p:cNvPr id="7" name="object 7"/>
            <p:cNvPicPr/>
            <p:nvPr/>
          </p:nvPicPr>
          <p:blipFill>
            <a:blip r:embed="rId5" cstate="print"/>
            <a:stretch>
              <a:fillRect/>
            </a:stretch>
          </p:blipFill>
          <p:spPr>
            <a:xfrm>
              <a:off x="7480808" y="1221993"/>
              <a:ext cx="221615" cy="221614"/>
            </a:xfrm>
            <a:prstGeom prst="rect">
              <a:avLst/>
            </a:prstGeom>
          </p:spPr>
        </p:pic>
        <p:pic>
          <p:nvPicPr>
            <p:cNvPr id="8" name="object 8"/>
            <p:cNvPicPr/>
            <p:nvPr/>
          </p:nvPicPr>
          <p:blipFill>
            <a:blip r:embed="rId3" cstate="print"/>
            <a:stretch>
              <a:fillRect/>
            </a:stretch>
          </p:blipFill>
          <p:spPr>
            <a:xfrm>
              <a:off x="6903085" y="1221993"/>
              <a:ext cx="221615" cy="221614"/>
            </a:xfrm>
            <a:prstGeom prst="rect">
              <a:avLst/>
            </a:prstGeom>
          </p:spPr>
        </p:pic>
        <p:sp>
          <p:nvSpPr>
            <p:cNvPr id="9" name="object 9"/>
            <p:cNvSpPr/>
            <p:nvPr/>
          </p:nvSpPr>
          <p:spPr>
            <a:xfrm>
              <a:off x="6605651" y="1204976"/>
              <a:ext cx="266700" cy="228600"/>
            </a:xfrm>
            <a:custGeom>
              <a:avLst/>
              <a:gdLst/>
              <a:ahLst/>
              <a:cxnLst/>
              <a:rect l="l" t="t" r="r" b="b"/>
              <a:pathLst>
                <a:path w="266700" h="228600">
                  <a:moveTo>
                    <a:pt x="0" y="228600"/>
                  </a:moveTo>
                  <a:lnTo>
                    <a:pt x="133350" y="0"/>
                  </a:lnTo>
                  <a:lnTo>
                    <a:pt x="266700" y="228600"/>
                  </a:lnTo>
                  <a:lnTo>
                    <a:pt x="0" y="228600"/>
                  </a:lnTo>
                  <a:close/>
                </a:path>
              </a:pathLst>
            </a:custGeom>
            <a:ln w="25400">
              <a:solidFill>
                <a:srgbClr val="FF9300"/>
              </a:solidFill>
            </a:ln>
          </p:spPr>
          <p:txBody>
            <a:bodyPr wrap="square" lIns="0" tIns="0" rIns="0" bIns="0" rtlCol="0"/>
            <a:lstStyle/>
            <a:p>
              <a:endParaRPr sz="2400"/>
            </a:p>
          </p:txBody>
        </p:sp>
        <p:sp>
          <p:nvSpPr>
            <p:cNvPr id="10" name="object 10"/>
            <p:cNvSpPr/>
            <p:nvPr/>
          </p:nvSpPr>
          <p:spPr>
            <a:xfrm>
              <a:off x="7124700" y="1209675"/>
              <a:ext cx="219075" cy="219075"/>
            </a:xfrm>
            <a:custGeom>
              <a:avLst/>
              <a:gdLst/>
              <a:ahLst/>
              <a:cxnLst/>
              <a:rect l="l" t="t" r="r" b="b"/>
              <a:pathLst>
                <a:path w="219075" h="219075">
                  <a:moveTo>
                    <a:pt x="0" y="109474"/>
                  </a:moveTo>
                  <a:lnTo>
                    <a:pt x="8606" y="66865"/>
                  </a:lnTo>
                  <a:lnTo>
                    <a:pt x="32083" y="32067"/>
                  </a:lnTo>
                  <a:lnTo>
                    <a:pt x="66919" y="8604"/>
                  </a:lnTo>
                  <a:lnTo>
                    <a:pt x="109600" y="0"/>
                  </a:lnTo>
                  <a:lnTo>
                    <a:pt x="152209" y="8604"/>
                  </a:lnTo>
                  <a:lnTo>
                    <a:pt x="187007" y="32067"/>
                  </a:lnTo>
                  <a:lnTo>
                    <a:pt x="210470" y="66865"/>
                  </a:lnTo>
                  <a:lnTo>
                    <a:pt x="219075" y="109474"/>
                  </a:lnTo>
                  <a:lnTo>
                    <a:pt x="210470" y="152155"/>
                  </a:lnTo>
                  <a:lnTo>
                    <a:pt x="187007" y="186991"/>
                  </a:lnTo>
                  <a:lnTo>
                    <a:pt x="152209" y="210468"/>
                  </a:lnTo>
                  <a:lnTo>
                    <a:pt x="109600" y="219075"/>
                  </a:lnTo>
                  <a:lnTo>
                    <a:pt x="66919" y="210468"/>
                  </a:lnTo>
                  <a:lnTo>
                    <a:pt x="32083" y="186991"/>
                  </a:lnTo>
                  <a:lnTo>
                    <a:pt x="8606" y="152155"/>
                  </a:lnTo>
                  <a:lnTo>
                    <a:pt x="0" y="109474"/>
                  </a:lnTo>
                  <a:close/>
                </a:path>
              </a:pathLst>
            </a:custGeom>
            <a:ln w="41275">
              <a:solidFill>
                <a:srgbClr val="4285F4"/>
              </a:solidFill>
            </a:ln>
          </p:spPr>
          <p:txBody>
            <a:bodyPr wrap="square" lIns="0" tIns="0" rIns="0" bIns="0" rtlCol="0"/>
            <a:lstStyle/>
            <a:p>
              <a:endParaRPr sz="2400"/>
            </a:p>
          </p:txBody>
        </p:sp>
        <p:sp>
          <p:nvSpPr>
            <p:cNvPr id="11" name="object 11"/>
            <p:cNvSpPr/>
            <p:nvPr/>
          </p:nvSpPr>
          <p:spPr>
            <a:xfrm>
              <a:off x="6062726" y="1204976"/>
              <a:ext cx="266700" cy="228600"/>
            </a:xfrm>
            <a:custGeom>
              <a:avLst/>
              <a:gdLst/>
              <a:ahLst/>
              <a:cxnLst/>
              <a:rect l="l" t="t" r="r" b="b"/>
              <a:pathLst>
                <a:path w="266700" h="228600">
                  <a:moveTo>
                    <a:pt x="0" y="228600"/>
                  </a:moveTo>
                  <a:lnTo>
                    <a:pt x="133350" y="0"/>
                  </a:lnTo>
                  <a:lnTo>
                    <a:pt x="266700" y="228600"/>
                  </a:lnTo>
                  <a:lnTo>
                    <a:pt x="0" y="228600"/>
                  </a:lnTo>
                  <a:close/>
                </a:path>
              </a:pathLst>
            </a:custGeom>
            <a:ln w="25400">
              <a:solidFill>
                <a:srgbClr val="FF9300"/>
              </a:solidFill>
            </a:ln>
          </p:spPr>
          <p:txBody>
            <a:bodyPr wrap="square" lIns="0" tIns="0" rIns="0" bIns="0" rtlCol="0"/>
            <a:lstStyle/>
            <a:p>
              <a:endParaRPr sz="2400"/>
            </a:p>
          </p:txBody>
        </p:sp>
        <p:sp>
          <p:nvSpPr>
            <p:cNvPr id="12" name="object 12"/>
            <p:cNvSpPr/>
            <p:nvPr/>
          </p:nvSpPr>
          <p:spPr>
            <a:xfrm>
              <a:off x="6372225" y="1209675"/>
              <a:ext cx="219075" cy="219075"/>
            </a:xfrm>
            <a:custGeom>
              <a:avLst/>
              <a:gdLst/>
              <a:ahLst/>
              <a:cxnLst/>
              <a:rect l="l" t="t" r="r" b="b"/>
              <a:pathLst>
                <a:path w="219075" h="219075">
                  <a:moveTo>
                    <a:pt x="0" y="109474"/>
                  </a:moveTo>
                  <a:lnTo>
                    <a:pt x="8606" y="66865"/>
                  </a:lnTo>
                  <a:lnTo>
                    <a:pt x="32083" y="32067"/>
                  </a:lnTo>
                  <a:lnTo>
                    <a:pt x="66919" y="8604"/>
                  </a:lnTo>
                  <a:lnTo>
                    <a:pt x="109600" y="0"/>
                  </a:lnTo>
                  <a:lnTo>
                    <a:pt x="152209" y="8604"/>
                  </a:lnTo>
                  <a:lnTo>
                    <a:pt x="187007" y="32067"/>
                  </a:lnTo>
                  <a:lnTo>
                    <a:pt x="210470" y="66865"/>
                  </a:lnTo>
                  <a:lnTo>
                    <a:pt x="219075" y="109474"/>
                  </a:lnTo>
                  <a:lnTo>
                    <a:pt x="210470" y="152155"/>
                  </a:lnTo>
                  <a:lnTo>
                    <a:pt x="187007" y="186991"/>
                  </a:lnTo>
                  <a:lnTo>
                    <a:pt x="152209" y="210468"/>
                  </a:lnTo>
                  <a:lnTo>
                    <a:pt x="109600" y="219075"/>
                  </a:lnTo>
                  <a:lnTo>
                    <a:pt x="66919" y="210468"/>
                  </a:lnTo>
                  <a:lnTo>
                    <a:pt x="32083" y="186991"/>
                  </a:lnTo>
                  <a:lnTo>
                    <a:pt x="8606" y="152155"/>
                  </a:lnTo>
                  <a:lnTo>
                    <a:pt x="0" y="109474"/>
                  </a:lnTo>
                  <a:close/>
                </a:path>
              </a:pathLst>
            </a:custGeom>
            <a:ln w="41275">
              <a:solidFill>
                <a:srgbClr val="4285F4"/>
              </a:solidFill>
            </a:ln>
          </p:spPr>
          <p:txBody>
            <a:bodyPr wrap="square" lIns="0" tIns="0" rIns="0" bIns="0" rtlCol="0"/>
            <a:lstStyle/>
            <a:p>
              <a:endParaRPr sz="2400"/>
            </a:p>
          </p:txBody>
        </p:sp>
        <p:sp>
          <p:nvSpPr>
            <p:cNvPr id="13" name="object 13"/>
            <p:cNvSpPr/>
            <p:nvPr/>
          </p:nvSpPr>
          <p:spPr>
            <a:xfrm>
              <a:off x="5729351" y="1204976"/>
              <a:ext cx="257175" cy="228600"/>
            </a:xfrm>
            <a:custGeom>
              <a:avLst/>
              <a:gdLst/>
              <a:ahLst/>
              <a:cxnLst/>
              <a:rect l="l" t="t" r="r" b="b"/>
              <a:pathLst>
                <a:path w="257175" h="228600">
                  <a:moveTo>
                    <a:pt x="0" y="228600"/>
                  </a:moveTo>
                  <a:lnTo>
                    <a:pt x="128524" y="0"/>
                  </a:lnTo>
                  <a:lnTo>
                    <a:pt x="257175" y="228600"/>
                  </a:lnTo>
                  <a:lnTo>
                    <a:pt x="0" y="228600"/>
                  </a:lnTo>
                  <a:close/>
                </a:path>
              </a:pathLst>
            </a:custGeom>
            <a:ln w="25400">
              <a:solidFill>
                <a:srgbClr val="FF9300"/>
              </a:solidFill>
            </a:ln>
          </p:spPr>
          <p:txBody>
            <a:bodyPr wrap="square" lIns="0" tIns="0" rIns="0" bIns="0" rtlCol="0"/>
            <a:lstStyle/>
            <a:p>
              <a:endParaRPr sz="2400"/>
            </a:p>
          </p:txBody>
        </p:sp>
        <p:sp>
          <p:nvSpPr>
            <p:cNvPr id="14" name="object 14"/>
            <p:cNvSpPr/>
            <p:nvPr/>
          </p:nvSpPr>
          <p:spPr>
            <a:xfrm>
              <a:off x="4352925" y="1209675"/>
              <a:ext cx="1171575" cy="219075"/>
            </a:xfrm>
            <a:custGeom>
              <a:avLst/>
              <a:gdLst/>
              <a:ahLst/>
              <a:cxnLst/>
              <a:rect l="l" t="t" r="r" b="b"/>
              <a:pathLst>
                <a:path w="1171575" h="219075">
                  <a:moveTo>
                    <a:pt x="952500" y="109474"/>
                  </a:moveTo>
                  <a:lnTo>
                    <a:pt x="961106" y="66865"/>
                  </a:lnTo>
                  <a:lnTo>
                    <a:pt x="984583" y="32067"/>
                  </a:lnTo>
                  <a:lnTo>
                    <a:pt x="1019419" y="8604"/>
                  </a:lnTo>
                  <a:lnTo>
                    <a:pt x="1062101" y="0"/>
                  </a:lnTo>
                  <a:lnTo>
                    <a:pt x="1104709" y="8604"/>
                  </a:lnTo>
                  <a:lnTo>
                    <a:pt x="1139507" y="32067"/>
                  </a:lnTo>
                  <a:lnTo>
                    <a:pt x="1162970" y="66865"/>
                  </a:lnTo>
                  <a:lnTo>
                    <a:pt x="1171575" y="109474"/>
                  </a:lnTo>
                  <a:lnTo>
                    <a:pt x="1162970" y="152155"/>
                  </a:lnTo>
                  <a:lnTo>
                    <a:pt x="1139507" y="186991"/>
                  </a:lnTo>
                  <a:lnTo>
                    <a:pt x="1104709" y="210468"/>
                  </a:lnTo>
                  <a:lnTo>
                    <a:pt x="1062101" y="219075"/>
                  </a:lnTo>
                  <a:lnTo>
                    <a:pt x="1019419" y="210468"/>
                  </a:lnTo>
                  <a:lnTo>
                    <a:pt x="984583" y="186991"/>
                  </a:lnTo>
                  <a:lnTo>
                    <a:pt x="961106" y="152155"/>
                  </a:lnTo>
                  <a:lnTo>
                    <a:pt x="952500" y="109474"/>
                  </a:lnTo>
                  <a:close/>
                </a:path>
                <a:path w="1171575" h="219075">
                  <a:moveTo>
                    <a:pt x="476250" y="109474"/>
                  </a:moveTo>
                  <a:lnTo>
                    <a:pt x="484856" y="66865"/>
                  </a:lnTo>
                  <a:lnTo>
                    <a:pt x="508333" y="32067"/>
                  </a:lnTo>
                  <a:lnTo>
                    <a:pt x="543169" y="8604"/>
                  </a:lnTo>
                  <a:lnTo>
                    <a:pt x="585851" y="0"/>
                  </a:lnTo>
                  <a:lnTo>
                    <a:pt x="628459" y="8604"/>
                  </a:lnTo>
                  <a:lnTo>
                    <a:pt x="663257" y="32067"/>
                  </a:lnTo>
                  <a:lnTo>
                    <a:pt x="686720" y="66865"/>
                  </a:lnTo>
                  <a:lnTo>
                    <a:pt x="695325" y="109474"/>
                  </a:lnTo>
                  <a:lnTo>
                    <a:pt x="686720" y="152155"/>
                  </a:lnTo>
                  <a:lnTo>
                    <a:pt x="663257" y="186991"/>
                  </a:lnTo>
                  <a:lnTo>
                    <a:pt x="628459" y="210468"/>
                  </a:lnTo>
                  <a:lnTo>
                    <a:pt x="585851" y="219075"/>
                  </a:lnTo>
                  <a:lnTo>
                    <a:pt x="543169" y="210468"/>
                  </a:lnTo>
                  <a:lnTo>
                    <a:pt x="508333" y="186991"/>
                  </a:lnTo>
                  <a:lnTo>
                    <a:pt x="484856" y="152155"/>
                  </a:lnTo>
                  <a:lnTo>
                    <a:pt x="476250" y="109474"/>
                  </a:lnTo>
                  <a:close/>
                </a:path>
                <a:path w="1171575" h="219075">
                  <a:moveTo>
                    <a:pt x="0" y="109474"/>
                  </a:moveTo>
                  <a:lnTo>
                    <a:pt x="8606" y="66865"/>
                  </a:lnTo>
                  <a:lnTo>
                    <a:pt x="32083" y="32067"/>
                  </a:lnTo>
                  <a:lnTo>
                    <a:pt x="66919" y="8604"/>
                  </a:lnTo>
                  <a:lnTo>
                    <a:pt x="109600" y="0"/>
                  </a:lnTo>
                  <a:lnTo>
                    <a:pt x="152209" y="8604"/>
                  </a:lnTo>
                  <a:lnTo>
                    <a:pt x="187007" y="32067"/>
                  </a:lnTo>
                  <a:lnTo>
                    <a:pt x="210470" y="66865"/>
                  </a:lnTo>
                  <a:lnTo>
                    <a:pt x="219075" y="109474"/>
                  </a:lnTo>
                  <a:lnTo>
                    <a:pt x="210470" y="152155"/>
                  </a:lnTo>
                  <a:lnTo>
                    <a:pt x="187007" y="186991"/>
                  </a:lnTo>
                  <a:lnTo>
                    <a:pt x="152209" y="210468"/>
                  </a:lnTo>
                  <a:lnTo>
                    <a:pt x="109600" y="219075"/>
                  </a:lnTo>
                  <a:lnTo>
                    <a:pt x="66919" y="210468"/>
                  </a:lnTo>
                  <a:lnTo>
                    <a:pt x="32083" y="186991"/>
                  </a:lnTo>
                  <a:lnTo>
                    <a:pt x="8606" y="152155"/>
                  </a:lnTo>
                  <a:lnTo>
                    <a:pt x="0" y="109474"/>
                  </a:lnTo>
                  <a:close/>
                </a:path>
              </a:pathLst>
            </a:custGeom>
            <a:ln w="41275">
              <a:solidFill>
                <a:srgbClr val="4285F4"/>
              </a:solidFill>
            </a:ln>
          </p:spPr>
          <p:txBody>
            <a:bodyPr wrap="square" lIns="0" tIns="0" rIns="0" bIns="0" rtlCol="0"/>
            <a:lstStyle/>
            <a:p>
              <a:endParaRPr sz="2400"/>
            </a:p>
          </p:txBody>
        </p:sp>
        <p:sp>
          <p:nvSpPr>
            <p:cNvPr id="15" name="object 15"/>
            <p:cNvSpPr/>
            <p:nvPr/>
          </p:nvSpPr>
          <p:spPr>
            <a:xfrm>
              <a:off x="4029075" y="1228804"/>
              <a:ext cx="4703445" cy="228600"/>
            </a:xfrm>
            <a:custGeom>
              <a:avLst/>
              <a:gdLst/>
              <a:ahLst/>
              <a:cxnLst/>
              <a:rect l="l" t="t" r="r" b="b"/>
              <a:pathLst>
                <a:path w="4703445" h="228600">
                  <a:moveTo>
                    <a:pt x="4643882" y="114220"/>
                  </a:moveTo>
                  <a:lnTo>
                    <a:pt x="4547108" y="194865"/>
                  </a:lnTo>
                  <a:lnTo>
                    <a:pt x="4542355" y="200749"/>
                  </a:lnTo>
                  <a:lnTo>
                    <a:pt x="4540329" y="207740"/>
                  </a:lnTo>
                  <a:lnTo>
                    <a:pt x="4541089" y="214993"/>
                  </a:lnTo>
                  <a:lnTo>
                    <a:pt x="4544695" y="221662"/>
                  </a:lnTo>
                  <a:lnTo>
                    <a:pt x="4550578" y="226415"/>
                  </a:lnTo>
                  <a:lnTo>
                    <a:pt x="4557569" y="228441"/>
                  </a:lnTo>
                  <a:lnTo>
                    <a:pt x="4564822" y="227681"/>
                  </a:lnTo>
                  <a:lnTo>
                    <a:pt x="4571492" y="224075"/>
                  </a:lnTo>
                  <a:lnTo>
                    <a:pt x="4680458" y="133270"/>
                  </a:lnTo>
                  <a:lnTo>
                    <a:pt x="4673600" y="133270"/>
                  </a:lnTo>
                  <a:lnTo>
                    <a:pt x="4673600" y="128825"/>
                  </a:lnTo>
                  <a:lnTo>
                    <a:pt x="4661408" y="128825"/>
                  </a:lnTo>
                  <a:lnTo>
                    <a:pt x="4643882" y="114220"/>
                  </a:lnTo>
                  <a:close/>
                </a:path>
                <a:path w="4703445" h="228600">
                  <a:moveTo>
                    <a:pt x="4621022" y="95170"/>
                  </a:moveTo>
                  <a:lnTo>
                    <a:pt x="0" y="95170"/>
                  </a:lnTo>
                  <a:lnTo>
                    <a:pt x="0" y="133270"/>
                  </a:lnTo>
                  <a:lnTo>
                    <a:pt x="4621022" y="133270"/>
                  </a:lnTo>
                  <a:lnTo>
                    <a:pt x="4643882" y="114220"/>
                  </a:lnTo>
                  <a:lnTo>
                    <a:pt x="4621022" y="95170"/>
                  </a:lnTo>
                  <a:close/>
                </a:path>
                <a:path w="4703445" h="228600">
                  <a:moveTo>
                    <a:pt x="4680458" y="95170"/>
                  </a:moveTo>
                  <a:lnTo>
                    <a:pt x="4673600" y="95170"/>
                  </a:lnTo>
                  <a:lnTo>
                    <a:pt x="4673600" y="133270"/>
                  </a:lnTo>
                  <a:lnTo>
                    <a:pt x="4680458" y="133270"/>
                  </a:lnTo>
                  <a:lnTo>
                    <a:pt x="4703318" y="114220"/>
                  </a:lnTo>
                  <a:lnTo>
                    <a:pt x="4680458" y="95170"/>
                  </a:lnTo>
                  <a:close/>
                </a:path>
                <a:path w="4703445" h="228600">
                  <a:moveTo>
                    <a:pt x="4661408" y="99615"/>
                  </a:moveTo>
                  <a:lnTo>
                    <a:pt x="4643882" y="114220"/>
                  </a:lnTo>
                  <a:lnTo>
                    <a:pt x="4661408" y="128825"/>
                  </a:lnTo>
                  <a:lnTo>
                    <a:pt x="4661408" y="99615"/>
                  </a:lnTo>
                  <a:close/>
                </a:path>
                <a:path w="4703445" h="228600">
                  <a:moveTo>
                    <a:pt x="4673600" y="99615"/>
                  </a:moveTo>
                  <a:lnTo>
                    <a:pt x="4661408" y="99615"/>
                  </a:lnTo>
                  <a:lnTo>
                    <a:pt x="4661408" y="128825"/>
                  </a:lnTo>
                  <a:lnTo>
                    <a:pt x="4673600" y="128825"/>
                  </a:lnTo>
                  <a:lnTo>
                    <a:pt x="4673600" y="99615"/>
                  </a:lnTo>
                  <a:close/>
                </a:path>
                <a:path w="4703445" h="228600">
                  <a:moveTo>
                    <a:pt x="4557569" y="0"/>
                  </a:moveTo>
                  <a:lnTo>
                    <a:pt x="4550578" y="2026"/>
                  </a:lnTo>
                  <a:lnTo>
                    <a:pt x="4544695" y="6778"/>
                  </a:lnTo>
                  <a:lnTo>
                    <a:pt x="4541089" y="13448"/>
                  </a:lnTo>
                  <a:lnTo>
                    <a:pt x="4540329" y="20700"/>
                  </a:lnTo>
                  <a:lnTo>
                    <a:pt x="4542355" y="27691"/>
                  </a:lnTo>
                  <a:lnTo>
                    <a:pt x="4547108" y="33575"/>
                  </a:lnTo>
                  <a:lnTo>
                    <a:pt x="4643882" y="114220"/>
                  </a:lnTo>
                  <a:lnTo>
                    <a:pt x="4661408" y="99615"/>
                  </a:lnTo>
                  <a:lnTo>
                    <a:pt x="4673600" y="99615"/>
                  </a:lnTo>
                  <a:lnTo>
                    <a:pt x="4673600" y="95170"/>
                  </a:lnTo>
                  <a:lnTo>
                    <a:pt x="4680458" y="95170"/>
                  </a:lnTo>
                  <a:lnTo>
                    <a:pt x="4571492" y="4365"/>
                  </a:lnTo>
                  <a:lnTo>
                    <a:pt x="4564822" y="760"/>
                  </a:lnTo>
                  <a:lnTo>
                    <a:pt x="4557569" y="0"/>
                  </a:lnTo>
                  <a:close/>
                </a:path>
              </a:pathLst>
            </a:custGeom>
            <a:solidFill>
              <a:srgbClr val="000000"/>
            </a:solidFill>
          </p:spPr>
          <p:txBody>
            <a:bodyPr wrap="square" lIns="0" tIns="0" rIns="0" bIns="0" rtlCol="0"/>
            <a:lstStyle/>
            <a:p>
              <a:endParaRPr sz="2400"/>
            </a:p>
          </p:txBody>
        </p:sp>
        <p:sp>
          <p:nvSpPr>
            <p:cNvPr id="16" name="object 16"/>
            <p:cNvSpPr/>
            <p:nvPr/>
          </p:nvSpPr>
          <p:spPr>
            <a:xfrm>
              <a:off x="4029075" y="1162050"/>
              <a:ext cx="0" cy="367030"/>
            </a:xfrm>
            <a:custGeom>
              <a:avLst/>
              <a:gdLst/>
              <a:ahLst/>
              <a:cxnLst/>
              <a:rect l="l" t="t" r="r" b="b"/>
              <a:pathLst>
                <a:path h="367030">
                  <a:moveTo>
                    <a:pt x="0" y="0"/>
                  </a:moveTo>
                  <a:lnTo>
                    <a:pt x="0" y="366649"/>
                  </a:lnTo>
                </a:path>
              </a:pathLst>
            </a:custGeom>
            <a:ln w="38100">
              <a:solidFill>
                <a:srgbClr val="000000"/>
              </a:solidFill>
            </a:ln>
          </p:spPr>
          <p:txBody>
            <a:bodyPr wrap="square" lIns="0" tIns="0" rIns="0" bIns="0" rtlCol="0"/>
            <a:lstStyle/>
            <a:p>
              <a:endParaRPr sz="2400"/>
            </a:p>
          </p:txBody>
        </p:sp>
      </p:grpSp>
      <p:sp>
        <p:nvSpPr>
          <p:cNvPr id="17" name="object 17"/>
          <p:cNvSpPr/>
          <p:nvPr/>
        </p:nvSpPr>
        <p:spPr>
          <a:xfrm>
            <a:off x="615951" y="2482935"/>
            <a:ext cx="355600" cy="304800"/>
          </a:xfrm>
          <a:custGeom>
            <a:avLst/>
            <a:gdLst/>
            <a:ahLst/>
            <a:cxnLst/>
            <a:rect l="l" t="t" r="r" b="b"/>
            <a:pathLst>
              <a:path w="266700" h="228600">
                <a:moveTo>
                  <a:pt x="0" y="228600"/>
                </a:moveTo>
                <a:lnTo>
                  <a:pt x="133350" y="0"/>
                </a:lnTo>
                <a:lnTo>
                  <a:pt x="266700" y="228600"/>
                </a:lnTo>
                <a:lnTo>
                  <a:pt x="0" y="228600"/>
                </a:lnTo>
                <a:close/>
              </a:path>
            </a:pathLst>
          </a:custGeom>
          <a:ln w="25400">
            <a:solidFill>
              <a:srgbClr val="FF9300"/>
            </a:solidFill>
          </a:ln>
        </p:spPr>
        <p:txBody>
          <a:bodyPr wrap="square" lIns="0" tIns="0" rIns="0" bIns="0" rtlCol="0"/>
          <a:lstStyle/>
          <a:p>
            <a:endParaRPr sz="2400"/>
          </a:p>
        </p:txBody>
      </p:sp>
      <p:pic>
        <p:nvPicPr>
          <p:cNvPr id="18" name="object 18"/>
          <p:cNvPicPr/>
          <p:nvPr/>
        </p:nvPicPr>
        <p:blipFill>
          <a:blip r:embed="rId6" cstate="print"/>
          <a:stretch>
            <a:fillRect/>
          </a:stretch>
        </p:blipFill>
        <p:spPr>
          <a:xfrm>
            <a:off x="3152986" y="1853015"/>
            <a:ext cx="1033273" cy="403013"/>
          </a:xfrm>
          <a:prstGeom prst="rect">
            <a:avLst/>
          </a:prstGeom>
        </p:spPr>
      </p:pic>
      <p:sp>
        <p:nvSpPr>
          <p:cNvPr id="19" name="object 19"/>
          <p:cNvSpPr txBox="1"/>
          <p:nvPr/>
        </p:nvSpPr>
        <p:spPr>
          <a:xfrm>
            <a:off x="1323341" y="1110993"/>
            <a:ext cx="2936240" cy="1747680"/>
          </a:xfrm>
          <a:prstGeom prst="rect">
            <a:avLst/>
          </a:prstGeom>
        </p:spPr>
        <p:txBody>
          <a:bodyPr vert="horz" wrap="square" lIns="0" tIns="155787" rIns="0" bIns="0" rtlCol="0">
            <a:spAutoFit/>
          </a:bodyPr>
          <a:lstStyle/>
          <a:p>
            <a:pPr marL="26246">
              <a:spcBef>
                <a:spcPts val="1227"/>
              </a:spcBef>
            </a:pPr>
            <a:r>
              <a:rPr sz="2667" spc="15" dirty="0">
                <a:latin typeface="Verdana"/>
                <a:cs typeface="Verdana"/>
              </a:rPr>
              <a:t>benign</a:t>
            </a:r>
            <a:endParaRPr sz="2667">
              <a:latin typeface="Verdana"/>
              <a:cs typeface="Verdana"/>
            </a:endParaRPr>
          </a:p>
          <a:p>
            <a:pPr marL="16933">
              <a:spcBef>
                <a:spcPts val="1100"/>
              </a:spcBef>
            </a:pPr>
            <a:r>
              <a:rPr sz="2667" dirty="0">
                <a:latin typeface="Verdana"/>
                <a:cs typeface="Verdana"/>
              </a:rPr>
              <a:t>malignant</a:t>
            </a:r>
            <a:endParaRPr sz="2667">
              <a:latin typeface="Verdana"/>
              <a:cs typeface="Verdana"/>
            </a:endParaRPr>
          </a:p>
          <a:p>
            <a:pPr marL="16933">
              <a:spcBef>
                <a:spcPts val="1700"/>
              </a:spcBef>
            </a:pPr>
            <a:r>
              <a:rPr sz="2667" dirty="0">
                <a:latin typeface="Verdana"/>
                <a:cs typeface="Verdana"/>
              </a:rPr>
              <a:t>malignant</a:t>
            </a:r>
            <a:r>
              <a:rPr sz="2667" spc="-60" dirty="0">
                <a:latin typeface="Verdana"/>
                <a:cs typeface="Verdana"/>
              </a:rPr>
              <a:t> </a:t>
            </a:r>
            <a:r>
              <a:rPr sz="2667" spc="27" dirty="0">
                <a:latin typeface="Verdana"/>
                <a:cs typeface="Verdana"/>
              </a:rPr>
              <a:t>type</a:t>
            </a:r>
            <a:r>
              <a:rPr sz="2667" spc="-187" dirty="0">
                <a:latin typeface="Verdana"/>
                <a:cs typeface="Verdana"/>
              </a:rPr>
              <a:t> </a:t>
            </a:r>
            <a:r>
              <a:rPr sz="2667" spc="20" dirty="0">
                <a:latin typeface="Verdana"/>
                <a:cs typeface="Verdana"/>
              </a:rPr>
              <a:t>2</a:t>
            </a:r>
            <a:endParaRPr sz="2667">
              <a:latin typeface="Verdana"/>
              <a:cs typeface="Verdana"/>
            </a:endParaRPr>
          </a:p>
        </p:txBody>
      </p:sp>
      <p:pic>
        <p:nvPicPr>
          <p:cNvPr id="20" name="object 20"/>
          <p:cNvPicPr/>
          <p:nvPr/>
        </p:nvPicPr>
        <p:blipFill>
          <a:blip r:embed="rId7" cstate="print"/>
          <a:stretch>
            <a:fillRect/>
          </a:stretch>
        </p:blipFill>
        <p:spPr>
          <a:xfrm>
            <a:off x="633325" y="1914483"/>
            <a:ext cx="295553" cy="295655"/>
          </a:xfrm>
          <a:prstGeom prst="rect">
            <a:avLst/>
          </a:prstGeom>
        </p:spPr>
      </p:pic>
      <p:sp>
        <p:nvSpPr>
          <p:cNvPr id="21" name="object 21"/>
          <p:cNvSpPr/>
          <p:nvPr/>
        </p:nvSpPr>
        <p:spPr>
          <a:xfrm>
            <a:off x="660402" y="1333502"/>
            <a:ext cx="292100" cy="292100"/>
          </a:xfrm>
          <a:custGeom>
            <a:avLst/>
            <a:gdLst/>
            <a:ahLst/>
            <a:cxnLst/>
            <a:rect l="l" t="t" r="r" b="b"/>
            <a:pathLst>
              <a:path w="219075" h="219075">
                <a:moveTo>
                  <a:pt x="0" y="109474"/>
                </a:moveTo>
                <a:lnTo>
                  <a:pt x="8608" y="66865"/>
                </a:lnTo>
                <a:lnTo>
                  <a:pt x="32084" y="32067"/>
                </a:lnTo>
                <a:lnTo>
                  <a:pt x="66903" y="8604"/>
                </a:lnTo>
                <a:lnTo>
                  <a:pt x="109537" y="0"/>
                </a:lnTo>
                <a:lnTo>
                  <a:pt x="152171" y="8604"/>
                </a:lnTo>
                <a:lnTo>
                  <a:pt x="186990" y="32067"/>
                </a:lnTo>
                <a:lnTo>
                  <a:pt x="210466" y="66865"/>
                </a:lnTo>
                <a:lnTo>
                  <a:pt x="219075" y="109474"/>
                </a:lnTo>
                <a:lnTo>
                  <a:pt x="210466" y="152155"/>
                </a:lnTo>
                <a:lnTo>
                  <a:pt x="186990" y="186991"/>
                </a:lnTo>
                <a:lnTo>
                  <a:pt x="152171" y="210468"/>
                </a:lnTo>
                <a:lnTo>
                  <a:pt x="109537" y="219075"/>
                </a:lnTo>
                <a:lnTo>
                  <a:pt x="66903" y="210468"/>
                </a:lnTo>
                <a:lnTo>
                  <a:pt x="32084" y="186991"/>
                </a:lnTo>
                <a:lnTo>
                  <a:pt x="8608" y="152155"/>
                </a:lnTo>
                <a:lnTo>
                  <a:pt x="0" y="109474"/>
                </a:lnTo>
                <a:close/>
              </a:path>
            </a:pathLst>
          </a:custGeom>
          <a:ln w="41275">
            <a:solidFill>
              <a:srgbClr val="4285F4"/>
            </a:solidFill>
          </a:ln>
        </p:spPr>
        <p:txBody>
          <a:bodyPr wrap="square" lIns="0" tIns="0" rIns="0" bIns="0" rtlCol="0"/>
          <a:lstStyle/>
          <a:p>
            <a:endParaRPr sz="2400"/>
          </a:p>
        </p:txBody>
      </p:sp>
      <p:sp>
        <p:nvSpPr>
          <p:cNvPr id="22" name="object 22"/>
          <p:cNvSpPr txBox="1"/>
          <p:nvPr/>
        </p:nvSpPr>
        <p:spPr>
          <a:xfrm>
            <a:off x="5304370" y="2256451"/>
            <a:ext cx="598593" cy="339602"/>
          </a:xfrm>
          <a:prstGeom prst="rect">
            <a:avLst/>
          </a:prstGeom>
        </p:spPr>
        <p:txBody>
          <a:bodyPr vert="horz" wrap="square" lIns="0" tIns="21167" rIns="0" bIns="0" rtlCol="0">
            <a:spAutoFit/>
          </a:bodyPr>
          <a:lstStyle/>
          <a:p>
            <a:pPr marL="16933">
              <a:spcBef>
                <a:spcPts val="167"/>
              </a:spcBef>
            </a:pPr>
            <a:r>
              <a:rPr sz="2068" spc="-20" dirty="0">
                <a:latin typeface="Verdana"/>
                <a:cs typeface="Verdana"/>
              </a:rPr>
              <a:t>0</a:t>
            </a:r>
            <a:r>
              <a:rPr sz="2068" spc="27" dirty="0">
                <a:latin typeface="Verdana"/>
                <a:cs typeface="Verdana"/>
              </a:rPr>
              <a:t>cm</a:t>
            </a:r>
            <a:endParaRPr sz="2068">
              <a:latin typeface="Verdana"/>
              <a:cs typeface="Verdana"/>
            </a:endParaRPr>
          </a:p>
        </p:txBody>
      </p:sp>
      <p:sp>
        <p:nvSpPr>
          <p:cNvPr id="23" name="object 23"/>
          <p:cNvSpPr txBox="1"/>
          <p:nvPr/>
        </p:nvSpPr>
        <p:spPr>
          <a:xfrm>
            <a:off x="7481655" y="2257636"/>
            <a:ext cx="2103120" cy="386430"/>
          </a:xfrm>
          <a:prstGeom prst="rect">
            <a:avLst/>
          </a:prstGeom>
        </p:spPr>
        <p:txBody>
          <a:bodyPr vert="horz" wrap="square" lIns="0" tIns="16933" rIns="0" bIns="0" rtlCol="0">
            <a:spAutoFit/>
          </a:bodyPr>
          <a:lstStyle/>
          <a:p>
            <a:pPr marL="16933">
              <a:spcBef>
                <a:spcPts val="133"/>
              </a:spcBef>
            </a:pPr>
            <a:r>
              <a:rPr sz="2400" spc="-27" dirty="0">
                <a:latin typeface="Verdana"/>
                <a:cs typeface="Verdana"/>
              </a:rPr>
              <a:t>diameter(cm)</a:t>
            </a:r>
            <a:endParaRPr sz="2400">
              <a:latin typeface="Verdana"/>
              <a:cs typeface="Verdana"/>
            </a:endParaRPr>
          </a:p>
        </p:txBody>
      </p:sp>
      <p:sp>
        <p:nvSpPr>
          <p:cNvPr id="24" name="object 24"/>
          <p:cNvSpPr txBox="1"/>
          <p:nvPr/>
        </p:nvSpPr>
        <p:spPr>
          <a:xfrm>
            <a:off x="10872387" y="2256451"/>
            <a:ext cx="764540" cy="339602"/>
          </a:xfrm>
          <a:prstGeom prst="rect">
            <a:avLst/>
          </a:prstGeom>
        </p:spPr>
        <p:txBody>
          <a:bodyPr vert="horz" wrap="square" lIns="0" tIns="21167" rIns="0" bIns="0" rtlCol="0">
            <a:spAutoFit/>
          </a:bodyPr>
          <a:lstStyle/>
          <a:p>
            <a:pPr marL="16933">
              <a:spcBef>
                <a:spcPts val="167"/>
              </a:spcBef>
            </a:pPr>
            <a:r>
              <a:rPr sz="2068" spc="-15" dirty="0">
                <a:latin typeface="Verdana"/>
                <a:cs typeface="Verdana"/>
              </a:rPr>
              <a:t>10</a:t>
            </a:r>
            <a:r>
              <a:rPr sz="2068" spc="27" dirty="0">
                <a:latin typeface="Verdana"/>
                <a:cs typeface="Verdana"/>
              </a:rPr>
              <a:t>cm</a:t>
            </a:r>
            <a:endParaRPr sz="2068">
              <a:latin typeface="Verdana"/>
              <a:cs typeface="Verdana"/>
            </a:endParaRPr>
          </a:p>
        </p:txBody>
      </p:sp>
      <p:pic>
        <p:nvPicPr>
          <p:cNvPr id="25" name="object 25"/>
          <p:cNvPicPr/>
          <p:nvPr/>
        </p:nvPicPr>
        <p:blipFill>
          <a:blip r:embed="rId8" cstate="print"/>
          <a:stretch>
            <a:fillRect/>
          </a:stretch>
        </p:blipFill>
        <p:spPr>
          <a:xfrm>
            <a:off x="4763629" y="4638719"/>
            <a:ext cx="459289" cy="220133"/>
          </a:xfrm>
          <a:prstGeom prst="rect">
            <a:avLst/>
          </a:prstGeom>
        </p:spPr>
      </p:pic>
      <p:pic>
        <p:nvPicPr>
          <p:cNvPr id="26" name="object 26"/>
          <p:cNvPicPr/>
          <p:nvPr/>
        </p:nvPicPr>
        <p:blipFill>
          <a:blip r:embed="rId9" cstate="print"/>
          <a:stretch>
            <a:fillRect/>
          </a:stretch>
        </p:blipFill>
        <p:spPr>
          <a:xfrm>
            <a:off x="5495033" y="4639735"/>
            <a:ext cx="432820" cy="298196"/>
          </a:xfrm>
          <a:prstGeom prst="rect">
            <a:avLst/>
          </a:prstGeom>
        </p:spPr>
      </p:pic>
      <p:pic>
        <p:nvPicPr>
          <p:cNvPr id="27" name="object 27"/>
          <p:cNvPicPr/>
          <p:nvPr/>
        </p:nvPicPr>
        <p:blipFill>
          <a:blip r:embed="rId10" cstate="print"/>
          <a:stretch>
            <a:fillRect/>
          </a:stretch>
        </p:blipFill>
        <p:spPr>
          <a:xfrm>
            <a:off x="6436530" y="4580470"/>
            <a:ext cx="815849" cy="318516"/>
          </a:xfrm>
          <a:prstGeom prst="rect">
            <a:avLst/>
          </a:prstGeom>
        </p:spPr>
      </p:pic>
      <p:pic>
        <p:nvPicPr>
          <p:cNvPr id="28" name="object 28"/>
          <p:cNvPicPr/>
          <p:nvPr/>
        </p:nvPicPr>
        <p:blipFill>
          <a:blip r:embed="rId11" cstate="print"/>
          <a:stretch>
            <a:fillRect/>
          </a:stretch>
        </p:blipFill>
        <p:spPr>
          <a:xfrm>
            <a:off x="7413238" y="4539996"/>
            <a:ext cx="1316236" cy="360171"/>
          </a:xfrm>
          <a:prstGeom prst="rect">
            <a:avLst/>
          </a:prstGeom>
        </p:spPr>
      </p:pic>
      <p:pic>
        <p:nvPicPr>
          <p:cNvPr id="29" name="object 29"/>
          <p:cNvPicPr/>
          <p:nvPr/>
        </p:nvPicPr>
        <p:blipFill>
          <a:blip r:embed="rId12" cstate="print"/>
          <a:stretch>
            <a:fillRect/>
          </a:stretch>
        </p:blipFill>
        <p:spPr>
          <a:xfrm>
            <a:off x="9062248" y="4603495"/>
            <a:ext cx="286137" cy="210820"/>
          </a:xfrm>
          <a:prstGeom prst="rect">
            <a:avLst/>
          </a:prstGeom>
        </p:spPr>
      </p:pic>
      <p:sp>
        <p:nvSpPr>
          <p:cNvPr id="30" name="object 30"/>
          <p:cNvSpPr/>
          <p:nvPr/>
        </p:nvSpPr>
        <p:spPr>
          <a:xfrm>
            <a:off x="9473184" y="4586561"/>
            <a:ext cx="149013" cy="284480"/>
          </a:xfrm>
          <a:custGeom>
            <a:avLst/>
            <a:gdLst/>
            <a:ahLst/>
            <a:cxnLst/>
            <a:rect l="l" t="t" r="r" b="b"/>
            <a:pathLst>
              <a:path w="111759" h="213360">
                <a:moveTo>
                  <a:pt x="19177" y="117221"/>
                </a:moveTo>
                <a:lnTo>
                  <a:pt x="19050" y="116459"/>
                </a:lnTo>
                <a:lnTo>
                  <a:pt x="18859" y="114046"/>
                </a:lnTo>
                <a:lnTo>
                  <a:pt x="18796" y="113157"/>
                </a:lnTo>
                <a:lnTo>
                  <a:pt x="18796" y="107950"/>
                </a:lnTo>
                <a:lnTo>
                  <a:pt x="18796" y="107442"/>
                </a:lnTo>
                <a:lnTo>
                  <a:pt x="18618" y="104775"/>
                </a:lnTo>
                <a:lnTo>
                  <a:pt x="17907" y="104775"/>
                </a:lnTo>
                <a:lnTo>
                  <a:pt x="3429" y="104775"/>
                </a:lnTo>
                <a:lnTo>
                  <a:pt x="3060" y="104775"/>
                </a:lnTo>
                <a:lnTo>
                  <a:pt x="3302" y="108458"/>
                </a:lnTo>
                <a:lnTo>
                  <a:pt x="3302" y="114935"/>
                </a:lnTo>
                <a:lnTo>
                  <a:pt x="3683" y="118110"/>
                </a:lnTo>
                <a:lnTo>
                  <a:pt x="3683" y="122301"/>
                </a:lnTo>
                <a:lnTo>
                  <a:pt x="7112" y="125730"/>
                </a:lnTo>
                <a:lnTo>
                  <a:pt x="15621" y="125730"/>
                </a:lnTo>
                <a:lnTo>
                  <a:pt x="19177" y="122301"/>
                </a:lnTo>
                <a:lnTo>
                  <a:pt x="19177" y="117221"/>
                </a:lnTo>
                <a:close/>
              </a:path>
              <a:path w="111759" h="213360">
                <a:moveTo>
                  <a:pt x="34163" y="6858"/>
                </a:moveTo>
                <a:lnTo>
                  <a:pt x="30226" y="1651"/>
                </a:lnTo>
                <a:lnTo>
                  <a:pt x="24511" y="889"/>
                </a:lnTo>
                <a:lnTo>
                  <a:pt x="18923" y="0"/>
                </a:lnTo>
                <a:lnTo>
                  <a:pt x="13589" y="3683"/>
                </a:lnTo>
                <a:lnTo>
                  <a:pt x="12446" y="9271"/>
                </a:lnTo>
                <a:lnTo>
                  <a:pt x="7747" y="31496"/>
                </a:lnTo>
                <a:lnTo>
                  <a:pt x="7747" y="31623"/>
                </a:lnTo>
                <a:lnTo>
                  <a:pt x="5969" y="40259"/>
                </a:lnTo>
                <a:lnTo>
                  <a:pt x="5842" y="40386"/>
                </a:lnTo>
                <a:lnTo>
                  <a:pt x="889" y="66306"/>
                </a:lnTo>
                <a:lnTo>
                  <a:pt x="762" y="67183"/>
                </a:lnTo>
                <a:lnTo>
                  <a:pt x="0" y="73660"/>
                </a:lnTo>
                <a:lnTo>
                  <a:pt x="127" y="92202"/>
                </a:lnTo>
                <a:lnTo>
                  <a:pt x="635" y="96520"/>
                </a:lnTo>
                <a:lnTo>
                  <a:pt x="1143" y="98806"/>
                </a:lnTo>
                <a:lnTo>
                  <a:pt x="2984" y="103632"/>
                </a:lnTo>
                <a:lnTo>
                  <a:pt x="3149" y="103632"/>
                </a:lnTo>
                <a:lnTo>
                  <a:pt x="18084" y="103632"/>
                </a:lnTo>
                <a:lnTo>
                  <a:pt x="18262" y="102616"/>
                </a:lnTo>
                <a:lnTo>
                  <a:pt x="18097" y="103632"/>
                </a:lnTo>
                <a:lnTo>
                  <a:pt x="18338" y="103632"/>
                </a:lnTo>
                <a:lnTo>
                  <a:pt x="18529" y="103632"/>
                </a:lnTo>
                <a:lnTo>
                  <a:pt x="18503" y="103200"/>
                </a:lnTo>
                <a:lnTo>
                  <a:pt x="19062" y="101727"/>
                </a:lnTo>
                <a:lnTo>
                  <a:pt x="20193" y="98806"/>
                </a:lnTo>
                <a:lnTo>
                  <a:pt x="20701" y="96520"/>
                </a:lnTo>
                <a:lnTo>
                  <a:pt x="21209" y="92202"/>
                </a:lnTo>
                <a:lnTo>
                  <a:pt x="21336" y="74803"/>
                </a:lnTo>
                <a:lnTo>
                  <a:pt x="21336" y="75946"/>
                </a:lnTo>
                <a:lnTo>
                  <a:pt x="21463" y="74803"/>
                </a:lnTo>
                <a:lnTo>
                  <a:pt x="21983" y="70358"/>
                </a:lnTo>
                <a:lnTo>
                  <a:pt x="22021" y="70065"/>
                </a:lnTo>
                <a:lnTo>
                  <a:pt x="21971" y="70358"/>
                </a:lnTo>
                <a:lnTo>
                  <a:pt x="22098" y="69481"/>
                </a:lnTo>
                <a:lnTo>
                  <a:pt x="22021" y="70065"/>
                </a:lnTo>
                <a:lnTo>
                  <a:pt x="22136" y="69481"/>
                </a:lnTo>
                <a:lnTo>
                  <a:pt x="26898" y="44577"/>
                </a:lnTo>
                <a:lnTo>
                  <a:pt x="29629" y="31496"/>
                </a:lnTo>
                <a:lnTo>
                  <a:pt x="31610" y="22098"/>
                </a:lnTo>
                <a:lnTo>
                  <a:pt x="32639" y="17170"/>
                </a:lnTo>
                <a:lnTo>
                  <a:pt x="33147" y="16256"/>
                </a:lnTo>
                <a:lnTo>
                  <a:pt x="33502" y="13589"/>
                </a:lnTo>
                <a:lnTo>
                  <a:pt x="33528" y="12573"/>
                </a:lnTo>
                <a:lnTo>
                  <a:pt x="34163" y="6858"/>
                </a:lnTo>
                <a:close/>
              </a:path>
              <a:path w="111759" h="213360">
                <a:moveTo>
                  <a:pt x="88074" y="168338"/>
                </a:moveTo>
                <a:lnTo>
                  <a:pt x="87985" y="168529"/>
                </a:lnTo>
                <a:lnTo>
                  <a:pt x="88074" y="168338"/>
                </a:lnTo>
                <a:close/>
              </a:path>
              <a:path w="111759" h="213360">
                <a:moveTo>
                  <a:pt x="111760" y="145288"/>
                </a:moveTo>
                <a:lnTo>
                  <a:pt x="111506" y="143002"/>
                </a:lnTo>
                <a:lnTo>
                  <a:pt x="110070" y="137160"/>
                </a:lnTo>
                <a:lnTo>
                  <a:pt x="109956" y="136652"/>
                </a:lnTo>
                <a:lnTo>
                  <a:pt x="109461" y="134658"/>
                </a:lnTo>
                <a:lnTo>
                  <a:pt x="109855" y="132588"/>
                </a:lnTo>
                <a:lnTo>
                  <a:pt x="109982" y="128778"/>
                </a:lnTo>
                <a:lnTo>
                  <a:pt x="106807" y="119761"/>
                </a:lnTo>
                <a:lnTo>
                  <a:pt x="104775" y="114300"/>
                </a:lnTo>
                <a:lnTo>
                  <a:pt x="98679" y="111379"/>
                </a:lnTo>
                <a:lnTo>
                  <a:pt x="87630" y="115189"/>
                </a:lnTo>
                <a:lnTo>
                  <a:pt x="84709" y="121285"/>
                </a:lnTo>
                <a:lnTo>
                  <a:pt x="86614" y="126873"/>
                </a:lnTo>
                <a:lnTo>
                  <a:pt x="89027" y="134112"/>
                </a:lnTo>
                <a:lnTo>
                  <a:pt x="89154" y="134239"/>
                </a:lnTo>
                <a:lnTo>
                  <a:pt x="90487" y="138036"/>
                </a:lnTo>
                <a:lnTo>
                  <a:pt x="90525" y="138176"/>
                </a:lnTo>
                <a:lnTo>
                  <a:pt x="92456" y="146481"/>
                </a:lnTo>
                <a:lnTo>
                  <a:pt x="92456" y="150075"/>
                </a:lnTo>
                <a:lnTo>
                  <a:pt x="92583" y="149352"/>
                </a:lnTo>
                <a:lnTo>
                  <a:pt x="92456" y="151130"/>
                </a:lnTo>
                <a:lnTo>
                  <a:pt x="92456" y="150075"/>
                </a:lnTo>
                <a:lnTo>
                  <a:pt x="91567" y="155067"/>
                </a:lnTo>
                <a:lnTo>
                  <a:pt x="91567" y="154940"/>
                </a:lnTo>
                <a:lnTo>
                  <a:pt x="91528" y="155067"/>
                </a:lnTo>
                <a:lnTo>
                  <a:pt x="89992" y="162585"/>
                </a:lnTo>
                <a:lnTo>
                  <a:pt x="89662" y="163576"/>
                </a:lnTo>
                <a:lnTo>
                  <a:pt x="88074" y="168338"/>
                </a:lnTo>
                <a:lnTo>
                  <a:pt x="88265" y="167894"/>
                </a:lnTo>
                <a:lnTo>
                  <a:pt x="88011" y="168529"/>
                </a:lnTo>
                <a:lnTo>
                  <a:pt x="87884" y="168783"/>
                </a:lnTo>
                <a:lnTo>
                  <a:pt x="83312" y="179451"/>
                </a:lnTo>
                <a:lnTo>
                  <a:pt x="83058" y="180086"/>
                </a:lnTo>
                <a:lnTo>
                  <a:pt x="81216" y="185585"/>
                </a:lnTo>
                <a:lnTo>
                  <a:pt x="81127" y="185801"/>
                </a:lnTo>
                <a:lnTo>
                  <a:pt x="77508" y="194106"/>
                </a:lnTo>
                <a:lnTo>
                  <a:pt x="75819" y="195961"/>
                </a:lnTo>
                <a:lnTo>
                  <a:pt x="73558" y="198488"/>
                </a:lnTo>
                <a:lnTo>
                  <a:pt x="69723" y="200406"/>
                </a:lnTo>
                <a:lnTo>
                  <a:pt x="68326" y="204724"/>
                </a:lnTo>
                <a:lnTo>
                  <a:pt x="70104" y="208280"/>
                </a:lnTo>
                <a:lnTo>
                  <a:pt x="71882" y="211963"/>
                </a:lnTo>
                <a:lnTo>
                  <a:pt x="76200" y="213360"/>
                </a:lnTo>
                <a:lnTo>
                  <a:pt x="81280" y="210820"/>
                </a:lnTo>
                <a:lnTo>
                  <a:pt x="83312" y="209169"/>
                </a:lnTo>
                <a:lnTo>
                  <a:pt x="86614" y="205613"/>
                </a:lnTo>
                <a:lnTo>
                  <a:pt x="86614" y="205486"/>
                </a:lnTo>
                <a:lnTo>
                  <a:pt x="89154" y="202692"/>
                </a:lnTo>
                <a:lnTo>
                  <a:pt x="91528" y="199517"/>
                </a:lnTo>
                <a:lnTo>
                  <a:pt x="92773" y="197866"/>
                </a:lnTo>
                <a:lnTo>
                  <a:pt x="94869" y="195072"/>
                </a:lnTo>
                <a:lnTo>
                  <a:pt x="95910" y="193675"/>
                </a:lnTo>
                <a:lnTo>
                  <a:pt x="96012" y="193548"/>
                </a:lnTo>
                <a:lnTo>
                  <a:pt x="95885" y="193675"/>
                </a:lnTo>
                <a:lnTo>
                  <a:pt x="96278" y="193167"/>
                </a:lnTo>
                <a:lnTo>
                  <a:pt x="99568" y="188976"/>
                </a:lnTo>
                <a:lnTo>
                  <a:pt x="100711" y="187071"/>
                </a:lnTo>
                <a:lnTo>
                  <a:pt x="101536" y="185166"/>
                </a:lnTo>
                <a:lnTo>
                  <a:pt x="105791" y="175514"/>
                </a:lnTo>
                <a:lnTo>
                  <a:pt x="106045" y="174879"/>
                </a:lnTo>
                <a:lnTo>
                  <a:pt x="108331" y="168783"/>
                </a:lnTo>
                <a:lnTo>
                  <a:pt x="108597" y="167894"/>
                </a:lnTo>
                <a:lnTo>
                  <a:pt x="108712" y="167513"/>
                </a:lnTo>
                <a:lnTo>
                  <a:pt x="109753" y="162433"/>
                </a:lnTo>
                <a:lnTo>
                  <a:pt x="110490" y="158877"/>
                </a:lnTo>
                <a:lnTo>
                  <a:pt x="110490" y="158623"/>
                </a:lnTo>
                <a:lnTo>
                  <a:pt x="111633" y="152908"/>
                </a:lnTo>
                <a:lnTo>
                  <a:pt x="111760" y="151130"/>
                </a:lnTo>
                <a:lnTo>
                  <a:pt x="111760" y="149352"/>
                </a:lnTo>
                <a:lnTo>
                  <a:pt x="111760" y="147574"/>
                </a:lnTo>
                <a:lnTo>
                  <a:pt x="111760" y="145288"/>
                </a:lnTo>
                <a:close/>
              </a:path>
            </a:pathLst>
          </a:custGeom>
          <a:solidFill>
            <a:srgbClr val="000000"/>
          </a:solidFill>
        </p:spPr>
        <p:txBody>
          <a:bodyPr wrap="square" lIns="0" tIns="0" rIns="0" bIns="0" rtlCol="0"/>
          <a:lstStyle/>
          <a:p>
            <a:endParaRPr sz="2400"/>
          </a:p>
        </p:txBody>
      </p:sp>
      <p:pic>
        <p:nvPicPr>
          <p:cNvPr id="31" name="object 31"/>
          <p:cNvPicPr/>
          <p:nvPr/>
        </p:nvPicPr>
        <p:blipFill>
          <a:blip r:embed="rId13" cstate="print"/>
          <a:stretch>
            <a:fillRect/>
          </a:stretch>
        </p:blipFill>
        <p:spPr>
          <a:xfrm>
            <a:off x="9739885" y="4586223"/>
            <a:ext cx="208804" cy="178645"/>
          </a:xfrm>
          <a:prstGeom prst="rect">
            <a:avLst/>
          </a:prstGeom>
        </p:spPr>
      </p:pic>
      <p:pic>
        <p:nvPicPr>
          <p:cNvPr id="32" name="object 32"/>
          <p:cNvPicPr/>
          <p:nvPr/>
        </p:nvPicPr>
        <p:blipFill>
          <a:blip r:embed="rId14" cstate="print"/>
          <a:stretch>
            <a:fillRect/>
          </a:stretch>
        </p:blipFill>
        <p:spPr>
          <a:xfrm>
            <a:off x="3966466" y="3717036"/>
            <a:ext cx="334263" cy="316315"/>
          </a:xfrm>
          <a:prstGeom prst="rect">
            <a:avLst/>
          </a:prstGeom>
        </p:spPr>
      </p:pic>
      <p:pic>
        <p:nvPicPr>
          <p:cNvPr id="33" name="object 33"/>
          <p:cNvPicPr/>
          <p:nvPr/>
        </p:nvPicPr>
        <p:blipFill>
          <a:blip r:embed="rId15" cstate="print"/>
          <a:stretch>
            <a:fillRect/>
          </a:stretch>
        </p:blipFill>
        <p:spPr>
          <a:xfrm>
            <a:off x="4391319" y="3818127"/>
            <a:ext cx="507663" cy="153077"/>
          </a:xfrm>
          <a:prstGeom prst="rect">
            <a:avLst/>
          </a:prstGeom>
        </p:spPr>
      </p:pic>
      <p:pic>
        <p:nvPicPr>
          <p:cNvPr id="34" name="object 34"/>
          <p:cNvPicPr/>
          <p:nvPr/>
        </p:nvPicPr>
        <p:blipFill>
          <a:blip r:embed="rId16" cstate="print"/>
          <a:stretch>
            <a:fillRect/>
          </a:stretch>
        </p:blipFill>
        <p:spPr>
          <a:xfrm>
            <a:off x="5338058" y="3751074"/>
            <a:ext cx="1304213" cy="294469"/>
          </a:xfrm>
          <a:prstGeom prst="rect">
            <a:avLst/>
          </a:prstGeom>
        </p:spPr>
      </p:pic>
      <p:sp>
        <p:nvSpPr>
          <p:cNvPr id="36" name="Slide Number Placeholder 35">
            <a:extLst>
              <a:ext uri="{FF2B5EF4-FFF2-40B4-BE49-F238E27FC236}">
                <a16:creationId xmlns:a16="http://schemas.microsoft.com/office/drawing/2014/main" id="{F40CC7E7-8279-919A-A76D-83FBDD45A26B}"/>
              </a:ext>
            </a:extLst>
          </p:cNvPr>
          <p:cNvSpPr>
            <a:spLocks noGrp="1"/>
          </p:cNvSpPr>
          <p:nvPr>
            <p:ph type="sldNum" sz="quarter" idx="12"/>
          </p:nvPr>
        </p:nvSpPr>
        <p:spPr/>
        <p:txBody>
          <a:bodyPr/>
          <a:lstStyle/>
          <a:p>
            <a:fld id="{EB17D4FA-7C84-BF4C-87EB-41A15D920012}" type="slidenum">
              <a:rPr lang="en-PS" smtClean="0"/>
              <a:t>7</a:t>
            </a:fld>
            <a:endParaRPr lang="en-P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F1BB83A5-3892-A59A-51C8-9835964769BD}"/>
              </a:ext>
            </a:extLst>
          </p:cNvPr>
          <p:cNvGrpSpPr/>
          <p:nvPr/>
        </p:nvGrpSpPr>
        <p:grpSpPr>
          <a:xfrm>
            <a:off x="4671670" y="1555052"/>
            <a:ext cx="6524133" cy="4366164"/>
            <a:chOff x="2610272" y="1018987"/>
            <a:chExt cx="6524133" cy="4366164"/>
          </a:xfrm>
        </p:grpSpPr>
        <p:grpSp>
          <p:nvGrpSpPr>
            <p:cNvPr id="2" name="object 2"/>
            <p:cNvGrpSpPr/>
            <p:nvPr/>
          </p:nvGrpSpPr>
          <p:grpSpPr>
            <a:xfrm>
              <a:off x="3416017" y="1018987"/>
              <a:ext cx="5718388" cy="3852335"/>
              <a:chOff x="2503551" y="828675"/>
              <a:chExt cx="4288790" cy="2889250"/>
            </a:xfrm>
          </p:grpSpPr>
          <p:sp>
            <p:nvSpPr>
              <p:cNvPr id="3" name="object 3"/>
              <p:cNvSpPr/>
              <p:nvPr/>
            </p:nvSpPr>
            <p:spPr>
              <a:xfrm>
                <a:off x="2676525" y="828674"/>
                <a:ext cx="3446145" cy="2726055"/>
              </a:xfrm>
              <a:custGeom>
                <a:avLst/>
                <a:gdLst/>
                <a:ahLst/>
                <a:cxnLst/>
                <a:rect l="l" t="t" r="r" b="b"/>
                <a:pathLst>
                  <a:path w="3446145" h="2726054">
                    <a:moveTo>
                      <a:pt x="3445891" y="2571750"/>
                    </a:moveTo>
                    <a:lnTo>
                      <a:pt x="3423005" y="2552700"/>
                    </a:lnTo>
                    <a:lnTo>
                      <a:pt x="3313938" y="2461895"/>
                    </a:lnTo>
                    <a:lnTo>
                      <a:pt x="3307321" y="2458301"/>
                    </a:lnTo>
                    <a:lnTo>
                      <a:pt x="3282823" y="2478240"/>
                    </a:lnTo>
                    <a:lnTo>
                      <a:pt x="3284855" y="2485225"/>
                    </a:lnTo>
                    <a:lnTo>
                      <a:pt x="3289554" y="2491105"/>
                    </a:lnTo>
                    <a:lnTo>
                      <a:pt x="3363468" y="2552700"/>
                    </a:lnTo>
                    <a:lnTo>
                      <a:pt x="180975" y="2552700"/>
                    </a:lnTo>
                    <a:lnTo>
                      <a:pt x="180975" y="82296"/>
                    </a:lnTo>
                    <a:lnTo>
                      <a:pt x="242570" y="156210"/>
                    </a:lnTo>
                    <a:lnTo>
                      <a:pt x="248450" y="160972"/>
                    </a:lnTo>
                    <a:lnTo>
                      <a:pt x="255435" y="162991"/>
                    </a:lnTo>
                    <a:lnTo>
                      <a:pt x="262686" y="162229"/>
                    </a:lnTo>
                    <a:lnTo>
                      <a:pt x="269367" y="158623"/>
                    </a:lnTo>
                    <a:lnTo>
                      <a:pt x="274116" y="152742"/>
                    </a:lnTo>
                    <a:lnTo>
                      <a:pt x="276136" y="145757"/>
                    </a:lnTo>
                    <a:lnTo>
                      <a:pt x="275374" y="138506"/>
                    </a:lnTo>
                    <a:lnTo>
                      <a:pt x="271780" y="131826"/>
                    </a:lnTo>
                    <a:lnTo>
                      <a:pt x="186690" y="29718"/>
                    </a:lnTo>
                    <a:lnTo>
                      <a:pt x="161925" y="0"/>
                    </a:lnTo>
                    <a:lnTo>
                      <a:pt x="52070" y="131826"/>
                    </a:lnTo>
                    <a:lnTo>
                      <a:pt x="48463" y="138506"/>
                    </a:lnTo>
                    <a:lnTo>
                      <a:pt x="47701" y="145757"/>
                    </a:lnTo>
                    <a:lnTo>
                      <a:pt x="49720" y="152742"/>
                    </a:lnTo>
                    <a:lnTo>
                      <a:pt x="54483" y="158623"/>
                    </a:lnTo>
                    <a:lnTo>
                      <a:pt x="61150" y="162229"/>
                    </a:lnTo>
                    <a:lnTo>
                      <a:pt x="68402" y="162991"/>
                    </a:lnTo>
                    <a:lnTo>
                      <a:pt x="75387" y="160972"/>
                    </a:lnTo>
                    <a:lnTo>
                      <a:pt x="81280" y="156210"/>
                    </a:lnTo>
                    <a:lnTo>
                      <a:pt x="142875" y="82296"/>
                    </a:lnTo>
                    <a:lnTo>
                      <a:pt x="142875" y="2552700"/>
                    </a:lnTo>
                    <a:lnTo>
                      <a:pt x="0" y="2552700"/>
                    </a:lnTo>
                    <a:lnTo>
                      <a:pt x="0" y="2590800"/>
                    </a:lnTo>
                    <a:lnTo>
                      <a:pt x="142875" y="2590800"/>
                    </a:lnTo>
                    <a:lnTo>
                      <a:pt x="142875" y="2725559"/>
                    </a:lnTo>
                    <a:lnTo>
                      <a:pt x="180975" y="2725547"/>
                    </a:lnTo>
                    <a:lnTo>
                      <a:pt x="180975" y="2590800"/>
                    </a:lnTo>
                    <a:lnTo>
                      <a:pt x="3363468" y="2590800"/>
                    </a:lnTo>
                    <a:lnTo>
                      <a:pt x="3289554" y="2652395"/>
                    </a:lnTo>
                    <a:lnTo>
                      <a:pt x="3284855" y="2658287"/>
                    </a:lnTo>
                    <a:lnTo>
                      <a:pt x="3282823" y="2665272"/>
                    </a:lnTo>
                    <a:lnTo>
                      <a:pt x="3283547" y="2672524"/>
                    </a:lnTo>
                    <a:lnTo>
                      <a:pt x="3287141" y="2679204"/>
                    </a:lnTo>
                    <a:lnTo>
                      <a:pt x="3293033" y="2683954"/>
                    </a:lnTo>
                    <a:lnTo>
                      <a:pt x="3300057" y="2685973"/>
                    </a:lnTo>
                    <a:lnTo>
                      <a:pt x="3307321" y="2685211"/>
                    </a:lnTo>
                    <a:lnTo>
                      <a:pt x="3313938" y="2681605"/>
                    </a:lnTo>
                    <a:lnTo>
                      <a:pt x="3423005" y="2590800"/>
                    </a:lnTo>
                    <a:lnTo>
                      <a:pt x="3445891" y="2571750"/>
                    </a:lnTo>
                    <a:close/>
                  </a:path>
                </a:pathLst>
              </a:custGeom>
              <a:solidFill>
                <a:srgbClr val="000000"/>
              </a:solidFill>
            </p:spPr>
            <p:txBody>
              <a:bodyPr wrap="square" lIns="0" tIns="0" rIns="0" bIns="0" rtlCol="0"/>
              <a:lstStyle/>
              <a:p>
                <a:endParaRPr sz="2400"/>
              </a:p>
            </p:txBody>
          </p:sp>
          <p:pic>
            <p:nvPicPr>
              <p:cNvPr id="4" name="object 4"/>
              <p:cNvPicPr/>
              <p:nvPr/>
            </p:nvPicPr>
            <p:blipFill>
              <a:blip r:embed="rId3" cstate="print"/>
              <a:stretch>
                <a:fillRect/>
              </a:stretch>
            </p:blipFill>
            <p:spPr>
              <a:xfrm>
                <a:off x="3113087" y="2865437"/>
                <a:ext cx="250825" cy="250825"/>
              </a:xfrm>
              <a:prstGeom prst="rect">
                <a:avLst/>
              </a:prstGeom>
            </p:spPr>
          </p:pic>
          <p:pic>
            <p:nvPicPr>
              <p:cNvPr id="5" name="object 5"/>
              <p:cNvPicPr/>
              <p:nvPr/>
            </p:nvPicPr>
            <p:blipFill>
              <a:blip r:embed="rId3" cstate="print"/>
              <a:stretch>
                <a:fillRect/>
              </a:stretch>
            </p:blipFill>
            <p:spPr>
              <a:xfrm>
                <a:off x="3636962" y="2827337"/>
                <a:ext cx="250825" cy="250825"/>
              </a:xfrm>
              <a:prstGeom prst="rect">
                <a:avLst/>
              </a:prstGeom>
            </p:spPr>
          </p:pic>
          <p:sp>
            <p:nvSpPr>
              <p:cNvPr id="6" name="object 6"/>
              <p:cNvSpPr/>
              <p:nvPr/>
            </p:nvSpPr>
            <p:spPr>
              <a:xfrm>
                <a:off x="3429000" y="2076450"/>
                <a:ext cx="1390650" cy="1181100"/>
              </a:xfrm>
              <a:custGeom>
                <a:avLst/>
                <a:gdLst/>
                <a:ahLst/>
                <a:cxnLst/>
                <a:rect l="l" t="t" r="r" b="b"/>
                <a:pathLst>
                  <a:path w="1390650" h="1181100">
                    <a:moveTo>
                      <a:pt x="0" y="495300"/>
                    </a:moveTo>
                    <a:lnTo>
                      <a:pt x="8606" y="454497"/>
                    </a:lnTo>
                    <a:lnTo>
                      <a:pt x="32083" y="421195"/>
                    </a:lnTo>
                    <a:lnTo>
                      <a:pt x="66919" y="398752"/>
                    </a:lnTo>
                    <a:lnTo>
                      <a:pt x="109600" y="390525"/>
                    </a:lnTo>
                    <a:lnTo>
                      <a:pt x="152209" y="398752"/>
                    </a:lnTo>
                    <a:lnTo>
                      <a:pt x="187007" y="421195"/>
                    </a:lnTo>
                    <a:lnTo>
                      <a:pt x="210470" y="454497"/>
                    </a:lnTo>
                    <a:lnTo>
                      <a:pt x="219075" y="495300"/>
                    </a:lnTo>
                    <a:lnTo>
                      <a:pt x="210470" y="536102"/>
                    </a:lnTo>
                    <a:lnTo>
                      <a:pt x="187007" y="569404"/>
                    </a:lnTo>
                    <a:lnTo>
                      <a:pt x="152209" y="591847"/>
                    </a:lnTo>
                    <a:lnTo>
                      <a:pt x="109600" y="600075"/>
                    </a:lnTo>
                    <a:lnTo>
                      <a:pt x="66919" y="591847"/>
                    </a:lnTo>
                    <a:lnTo>
                      <a:pt x="32083" y="569404"/>
                    </a:lnTo>
                    <a:lnTo>
                      <a:pt x="8606" y="536102"/>
                    </a:lnTo>
                    <a:lnTo>
                      <a:pt x="0" y="495300"/>
                    </a:lnTo>
                    <a:close/>
                  </a:path>
                  <a:path w="1390650" h="1181100">
                    <a:moveTo>
                      <a:pt x="0" y="109474"/>
                    </a:moveTo>
                    <a:lnTo>
                      <a:pt x="8606" y="66865"/>
                    </a:lnTo>
                    <a:lnTo>
                      <a:pt x="32083" y="32067"/>
                    </a:lnTo>
                    <a:lnTo>
                      <a:pt x="66919" y="8604"/>
                    </a:lnTo>
                    <a:lnTo>
                      <a:pt x="109600" y="0"/>
                    </a:lnTo>
                    <a:lnTo>
                      <a:pt x="152209" y="8604"/>
                    </a:lnTo>
                    <a:lnTo>
                      <a:pt x="187007" y="32067"/>
                    </a:lnTo>
                    <a:lnTo>
                      <a:pt x="210470" y="66865"/>
                    </a:lnTo>
                    <a:lnTo>
                      <a:pt x="219075" y="109474"/>
                    </a:lnTo>
                    <a:lnTo>
                      <a:pt x="210470" y="152155"/>
                    </a:lnTo>
                    <a:lnTo>
                      <a:pt x="187007" y="186991"/>
                    </a:lnTo>
                    <a:lnTo>
                      <a:pt x="152209" y="210468"/>
                    </a:lnTo>
                    <a:lnTo>
                      <a:pt x="109600" y="219075"/>
                    </a:lnTo>
                    <a:lnTo>
                      <a:pt x="66919" y="210468"/>
                    </a:lnTo>
                    <a:lnTo>
                      <a:pt x="32083" y="186991"/>
                    </a:lnTo>
                    <a:lnTo>
                      <a:pt x="8606" y="152155"/>
                    </a:lnTo>
                    <a:lnTo>
                      <a:pt x="0" y="109474"/>
                    </a:lnTo>
                    <a:close/>
                  </a:path>
                  <a:path w="1390650" h="1181100">
                    <a:moveTo>
                      <a:pt x="466725" y="709549"/>
                    </a:moveTo>
                    <a:lnTo>
                      <a:pt x="475331" y="666940"/>
                    </a:lnTo>
                    <a:lnTo>
                      <a:pt x="498808" y="632142"/>
                    </a:lnTo>
                    <a:lnTo>
                      <a:pt x="533644" y="608679"/>
                    </a:lnTo>
                    <a:lnTo>
                      <a:pt x="576326" y="600075"/>
                    </a:lnTo>
                    <a:lnTo>
                      <a:pt x="618934" y="608679"/>
                    </a:lnTo>
                    <a:lnTo>
                      <a:pt x="653732" y="632142"/>
                    </a:lnTo>
                    <a:lnTo>
                      <a:pt x="677195" y="666940"/>
                    </a:lnTo>
                    <a:lnTo>
                      <a:pt x="685800" y="709549"/>
                    </a:lnTo>
                    <a:lnTo>
                      <a:pt x="677195" y="752230"/>
                    </a:lnTo>
                    <a:lnTo>
                      <a:pt x="653732" y="787066"/>
                    </a:lnTo>
                    <a:lnTo>
                      <a:pt x="618934" y="810543"/>
                    </a:lnTo>
                    <a:lnTo>
                      <a:pt x="576326" y="819150"/>
                    </a:lnTo>
                    <a:lnTo>
                      <a:pt x="533644" y="810543"/>
                    </a:lnTo>
                    <a:lnTo>
                      <a:pt x="498808" y="787066"/>
                    </a:lnTo>
                    <a:lnTo>
                      <a:pt x="475331" y="752230"/>
                    </a:lnTo>
                    <a:lnTo>
                      <a:pt x="466725" y="709549"/>
                    </a:lnTo>
                    <a:close/>
                  </a:path>
                  <a:path w="1390650" h="1181100">
                    <a:moveTo>
                      <a:pt x="752475" y="1076325"/>
                    </a:moveTo>
                    <a:lnTo>
                      <a:pt x="761081" y="1035522"/>
                    </a:lnTo>
                    <a:lnTo>
                      <a:pt x="784558" y="1002220"/>
                    </a:lnTo>
                    <a:lnTo>
                      <a:pt x="819394" y="979777"/>
                    </a:lnTo>
                    <a:lnTo>
                      <a:pt x="862076" y="971550"/>
                    </a:lnTo>
                    <a:lnTo>
                      <a:pt x="904684" y="979777"/>
                    </a:lnTo>
                    <a:lnTo>
                      <a:pt x="939482" y="1002220"/>
                    </a:lnTo>
                    <a:lnTo>
                      <a:pt x="962945" y="1035522"/>
                    </a:lnTo>
                    <a:lnTo>
                      <a:pt x="971550" y="1076325"/>
                    </a:lnTo>
                    <a:lnTo>
                      <a:pt x="962945" y="1117127"/>
                    </a:lnTo>
                    <a:lnTo>
                      <a:pt x="939482" y="1150429"/>
                    </a:lnTo>
                    <a:lnTo>
                      <a:pt x="904684" y="1172872"/>
                    </a:lnTo>
                    <a:lnTo>
                      <a:pt x="862076" y="1181100"/>
                    </a:lnTo>
                    <a:lnTo>
                      <a:pt x="819394" y="1172872"/>
                    </a:lnTo>
                    <a:lnTo>
                      <a:pt x="784558" y="1150429"/>
                    </a:lnTo>
                    <a:lnTo>
                      <a:pt x="761081" y="1117127"/>
                    </a:lnTo>
                    <a:lnTo>
                      <a:pt x="752475" y="1076325"/>
                    </a:lnTo>
                    <a:close/>
                  </a:path>
                  <a:path w="1390650" h="1181100">
                    <a:moveTo>
                      <a:pt x="1171575" y="966724"/>
                    </a:moveTo>
                    <a:lnTo>
                      <a:pt x="1180181" y="924115"/>
                    </a:lnTo>
                    <a:lnTo>
                      <a:pt x="1203658" y="889317"/>
                    </a:lnTo>
                    <a:lnTo>
                      <a:pt x="1238494" y="865854"/>
                    </a:lnTo>
                    <a:lnTo>
                      <a:pt x="1281176" y="857250"/>
                    </a:lnTo>
                    <a:lnTo>
                      <a:pt x="1323784" y="865854"/>
                    </a:lnTo>
                    <a:lnTo>
                      <a:pt x="1358582" y="889317"/>
                    </a:lnTo>
                    <a:lnTo>
                      <a:pt x="1382045" y="924115"/>
                    </a:lnTo>
                    <a:lnTo>
                      <a:pt x="1390650" y="966724"/>
                    </a:lnTo>
                    <a:lnTo>
                      <a:pt x="1382045" y="1009405"/>
                    </a:lnTo>
                    <a:lnTo>
                      <a:pt x="1358582" y="1044241"/>
                    </a:lnTo>
                    <a:lnTo>
                      <a:pt x="1323784" y="1067718"/>
                    </a:lnTo>
                    <a:lnTo>
                      <a:pt x="1281176" y="1076325"/>
                    </a:lnTo>
                    <a:lnTo>
                      <a:pt x="1238494" y="1067718"/>
                    </a:lnTo>
                    <a:lnTo>
                      <a:pt x="1203658" y="1044241"/>
                    </a:lnTo>
                    <a:lnTo>
                      <a:pt x="1180181" y="1009405"/>
                    </a:lnTo>
                    <a:lnTo>
                      <a:pt x="1171575" y="966724"/>
                    </a:lnTo>
                    <a:close/>
                  </a:path>
                  <a:path w="1390650" h="1181100">
                    <a:moveTo>
                      <a:pt x="447675" y="357124"/>
                    </a:moveTo>
                    <a:lnTo>
                      <a:pt x="455902" y="314515"/>
                    </a:lnTo>
                    <a:lnTo>
                      <a:pt x="478345" y="279717"/>
                    </a:lnTo>
                    <a:lnTo>
                      <a:pt x="511647" y="256254"/>
                    </a:lnTo>
                    <a:lnTo>
                      <a:pt x="552450" y="247650"/>
                    </a:lnTo>
                    <a:lnTo>
                      <a:pt x="593252" y="256254"/>
                    </a:lnTo>
                    <a:lnTo>
                      <a:pt x="626554" y="279717"/>
                    </a:lnTo>
                    <a:lnTo>
                      <a:pt x="648997" y="314515"/>
                    </a:lnTo>
                    <a:lnTo>
                      <a:pt x="657225" y="357124"/>
                    </a:lnTo>
                    <a:lnTo>
                      <a:pt x="648997" y="399805"/>
                    </a:lnTo>
                    <a:lnTo>
                      <a:pt x="626554" y="434641"/>
                    </a:lnTo>
                    <a:lnTo>
                      <a:pt x="593252" y="458118"/>
                    </a:lnTo>
                    <a:lnTo>
                      <a:pt x="552450" y="466725"/>
                    </a:lnTo>
                    <a:lnTo>
                      <a:pt x="511647" y="458118"/>
                    </a:lnTo>
                    <a:lnTo>
                      <a:pt x="478345" y="434641"/>
                    </a:lnTo>
                    <a:lnTo>
                      <a:pt x="455902" y="399805"/>
                    </a:lnTo>
                    <a:lnTo>
                      <a:pt x="447675" y="357124"/>
                    </a:lnTo>
                    <a:close/>
                  </a:path>
                  <a:path w="1390650" h="1181100">
                    <a:moveTo>
                      <a:pt x="1114425" y="499999"/>
                    </a:moveTo>
                    <a:lnTo>
                      <a:pt x="1122652" y="457390"/>
                    </a:lnTo>
                    <a:lnTo>
                      <a:pt x="1145095" y="422592"/>
                    </a:lnTo>
                    <a:lnTo>
                      <a:pt x="1178397" y="399129"/>
                    </a:lnTo>
                    <a:lnTo>
                      <a:pt x="1219200" y="390525"/>
                    </a:lnTo>
                    <a:lnTo>
                      <a:pt x="1260002" y="399129"/>
                    </a:lnTo>
                    <a:lnTo>
                      <a:pt x="1293304" y="422592"/>
                    </a:lnTo>
                    <a:lnTo>
                      <a:pt x="1315747" y="457390"/>
                    </a:lnTo>
                    <a:lnTo>
                      <a:pt x="1323975" y="499999"/>
                    </a:lnTo>
                    <a:lnTo>
                      <a:pt x="1315747" y="542680"/>
                    </a:lnTo>
                    <a:lnTo>
                      <a:pt x="1293304" y="577516"/>
                    </a:lnTo>
                    <a:lnTo>
                      <a:pt x="1260002" y="600993"/>
                    </a:lnTo>
                    <a:lnTo>
                      <a:pt x="1219200" y="609600"/>
                    </a:lnTo>
                    <a:lnTo>
                      <a:pt x="1178397" y="600993"/>
                    </a:lnTo>
                    <a:lnTo>
                      <a:pt x="1145095" y="577516"/>
                    </a:lnTo>
                    <a:lnTo>
                      <a:pt x="1122652" y="542680"/>
                    </a:lnTo>
                    <a:lnTo>
                      <a:pt x="1114425" y="499999"/>
                    </a:lnTo>
                    <a:close/>
                  </a:path>
                </a:pathLst>
              </a:custGeom>
              <a:ln w="41275">
                <a:solidFill>
                  <a:srgbClr val="4285F4"/>
                </a:solidFill>
              </a:ln>
            </p:spPr>
            <p:txBody>
              <a:bodyPr wrap="square" lIns="0" tIns="0" rIns="0" bIns="0" rtlCol="0"/>
              <a:lstStyle/>
              <a:p>
                <a:endParaRPr sz="2400"/>
              </a:p>
            </p:txBody>
          </p:sp>
          <p:pic>
            <p:nvPicPr>
              <p:cNvPr id="7" name="object 7"/>
              <p:cNvPicPr/>
              <p:nvPr/>
            </p:nvPicPr>
            <p:blipFill>
              <a:blip r:embed="rId3" cstate="print"/>
              <a:stretch>
                <a:fillRect/>
              </a:stretch>
            </p:blipFill>
            <p:spPr>
              <a:xfrm>
                <a:off x="3789362" y="1912937"/>
                <a:ext cx="250825" cy="250825"/>
              </a:xfrm>
              <a:prstGeom prst="rect">
                <a:avLst/>
              </a:prstGeom>
            </p:spPr>
          </p:pic>
          <p:sp>
            <p:nvSpPr>
              <p:cNvPr id="8" name="object 8"/>
              <p:cNvSpPr/>
              <p:nvPr/>
            </p:nvSpPr>
            <p:spPr>
              <a:xfrm>
                <a:off x="4200525" y="1857375"/>
                <a:ext cx="952500" cy="590550"/>
              </a:xfrm>
              <a:custGeom>
                <a:avLst/>
                <a:gdLst/>
                <a:ahLst/>
                <a:cxnLst/>
                <a:rect l="l" t="t" r="r" b="b"/>
                <a:pathLst>
                  <a:path w="952500" h="590550">
                    <a:moveTo>
                      <a:pt x="0" y="480949"/>
                    </a:moveTo>
                    <a:lnTo>
                      <a:pt x="8606" y="438340"/>
                    </a:lnTo>
                    <a:lnTo>
                      <a:pt x="32083" y="403542"/>
                    </a:lnTo>
                    <a:lnTo>
                      <a:pt x="66919" y="380079"/>
                    </a:lnTo>
                    <a:lnTo>
                      <a:pt x="109600" y="371475"/>
                    </a:lnTo>
                    <a:lnTo>
                      <a:pt x="152209" y="380079"/>
                    </a:lnTo>
                    <a:lnTo>
                      <a:pt x="187007" y="403542"/>
                    </a:lnTo>
                    <a:lnTo>
                      <a:pt x="210470" y="438340"/>
                    </a:lnTo>
                    <a:lnTo>
                      <a:pt x="219075" y="480949"/>
                    </a:lnTo>
                    <a:lnTo>
                      <a:pt x="210470" y="523630"/>
                    </a:lnTo>
                    <a:lnTo>
                      <a:pt x="187007" y="558466"/>
                    </a:lnTo>
                    <a:lnTo>
                      <a:pt x="152209" y="581943"/>
                    </a:lnTo>
                    <a:lnTo>
                      <a:pt x="109600" y="590550"/>
                    </a:lnTo>
                    <a:lnTo>
                      <a:pt x="66919" y="581943"/>
                    </a:lnTo>
                    <a:lnTo>
                      <a:pt x="32083" y="558466"/>
                    </a:lnTo>
                    <a:lnTo>
                      <a:pt x="8606" y="523630"/>
                    </a:lnTo>
                    <a:lnTo>
                      <a:pt x="0" y="480949"/>
                    </a:lnTo>
                    <a:close/>
                  </a:path>
                  <a:path w="952500" h="590550">
                    <a:moveTo>
                      <a:pt x="742950" y="109474"/>
                    </a:moveTo>
                    <a:lnTo>
                      <a:pt x="751177" y="66865"/>
                    </a:lnTo>
                    <a:lnTo>
                      <a:pt x="773620" y="32067"/>
                    </a:lnTo>
                    <a:lnTo>
                      <a:pt x="806922" y="8604"/>
                    </a:lnTo>
                    <a:lnTo>
                      <a:pt x="847725" y="0"/>
                    </a:lnTo>
                    <a:lnTo>
                      <a:pt x="888527" y="8604"/>
                    </a:lnTo>
                    <a:lnTo>
                      <a:pt x="921829" y="32067"/>
                    </a:lnTo>
                    <a:lnTo>
                      <a:pt x="944272" y="66865"/>
                    </a:lnTo>
                    <a:lnTo>
                      <a:pt x="952500" y="109474"/>
                    </a:lnTo>
                    <a:lnTo>
                      <a:pt x="944272" y="152155"/>
                    </a:lnTo>
                    <a:lnTo>
                      <a:pt x="921829" y="186991"/>
                    </a:lnTo>
                    <a:lnTo>
                      <a:pt x="888527" y="210468"/>
                    </a:lnTo>
                    <a:lnTo>
                      <a:pt x="847725" y="219075"/>
                    </a:lnTo>
                    <a:lnTo>
                      <a:pt x="806922" y="210468"/>
                    </a:lnTo>
                    <a:lnTo>
                      <a:pt x="773620" y="186991"/>
                    </a:lnTo>
                    <a:lnTo>
                      <a:pt x="751177" y="152155"/>
                    </a:lnTo>
                    <a:lnTo>
                      <a:pt x="742950" y="109474"/>
                    </a:lnTo>
                    <a:close/>
                  </a:path>
                </a:pathLst>
              </a:custGeom>
              <a:ln w="41275">
                <a:solidFill>
                  <a:srgbClr val="4285F4"/>
                </a:solidFill>
              </a:ln>
            </p:spPr>
            <p:txBody>
              <a:bodyPr wrap="square" lIns="0" tIns="0" rIns="0" bIns="0" rtlCol="0"/>
              <a:lstStyle/>
              <a:p>
                <a:endParaRPr sz="2400"/>
              </a:p>
            </p:txBody>
          </p:sp>
          <p:pic>
            <p:nvPicPr>
              <p:cNvPr id="9" name="object 9"/>
              <p:cNvPicPr/>
              <p:nvPr/>
            </p:nvPicPr>
            <p:blipFill>
              <a:blip r:embed="rId4" cstate="print"/>
              <a:stretch>
                <a:fillRect/>
              </a:stretch>
            </p:blipFill>
            <p:spPr>
              <a:xfrm>
                <a:off x="4159630" y="2556255"/>
                <a:ext cx="221615" cy="221614"/>
              </a:xfrm>
              <a:prstGeom prst="rect">
                <a:avLst/>
              </a:prstGeom>
            </p:spPr>
          </p:pic>
          <p:pic>
            <p:nvPicPr>
              <p:cNvPr id="10" name="object 10"/>
              <p:cNvPicPr/>
              <p:nvPr/>
            </p:nvPicPr>
            <p:blipFill>
              <a:blip r:embed="rId5" cstate="print"/>
              <a:stretch>
                <a:fillRect/>
              </a:stretch>
            </p:blipFill>
            <p:spPr>
              <a:xfrm>
                <a:off x="4124706" y="1547622"/>
                <a:ext cx="221615" cy="221614"/>
              </a:xfrm>
              <a:prstGeom prst="rect">
                <a:avLst/>
              </a:prstGeom>
            </p:spPr>
          </p:pic>
          <p:pic>
            <p:nvPicPr>
              <p:cNvPr id="11" name="object 11"/>
              <p:cNvPicPr/>
              <p:nvPr/>
            </p:nvPicPr>
            <p:blipFill>
              <a:blip r:embed="rId6" cstate="print"/>
              <a:stretch>
                <a:fillRect/>
              </a:stretch>
            </p:blipFill>
            <p:spPr>
              <a:xfrm>
                <a:off x="4439539" y="1689735"/>
                <a:ext cx="365378" cy="445642"/>
              </a:xfrm>
              <a:prstGeom prst="rect">
                <a:avLst/>
              </a:prstGeom>
            </p:spPr>
          </p:pic>
          <p:pic>
            <p:nvPicPr>
              <p:cNvPr id="12" name="object 12"/>
              <p:cNvPicPr/>
              <p:nvPr/>
            </p:nvPicPr>
            <p:blipFill>
              <a:blip r:embed="rId7" cstate="print"/>
              <a:stretch>
                <a:fillRect/>
              </a:stretch>
            </p:blipFill>
            <p:spPr>
              <a:xfrm>
                <a:off x="4859655" y="2117471"/>
                <a:ext cx="221615" cy="221742"/>
              </a:xfrm>
              <a:prstGeom prst="rect">
                <a:avLst/>
              </a:prstGeom>
            </p:spPr>
          </p:pic>
          <p:pic>
            <p:nvPicPr>
              <p:cNvPr id="13" name="object 13"/>
              <p:cNvPicPr/>
              <p:nvPr/>
            </p:nvPicPr>
            <p:blipFill>
              <a:blip r:embed="rId8" cstate="print"/>
              <a:stretch>
                <a:fillRect/>
              </a:stretch>
            </p:blipFill>
            <p:spPr>
              <a:xfrm>
                <a:off x="4596638" y="1435226"/>
                <a:ext cx="221614" cy="221614"/>
              </a:xfrm>
              <a:prstGeom prst="rect">
                <a:avLst/>
              </a:prstGeom>
            </p:spPr>
          </p:pic>
          <p:pic>
            <p:nvPicPr>
              <p:cNvPr id="14" name="object 14"/>
              <p:cNvPicPr/>
              <p:nvPr/>
            </p:nvPicPr>
            <p:blipFill>
              <a:blip r:embed="rId9" cstate="print"/>
              <a:stretch>
                <a:fillRect/>
              </a:stretch>
            </p:blipFill>
            <p:spPr>
              <a:xfrm>
                <a:off x="5370830" y="2419096"/>
                <a:ext cx="221615" cy="221742"/>
              </a:xfrm>
              <a:prstGeom prst="rect">
                <a:avLst/>
              </a:prstGeom>
            </p:spPr>
          </p:pic>
          <p:pic>
            <p:nvPicPr>
              <p:cNvPr id="15" name="object 15"/>
              <p:cNvPicPr/>
              <p:nvPr/>
            </p:nvPicPr>
            <p:blipFill>
              <a:blip r:embed="rId10" cstate="print"/>
              <a:stretch>
                <a:fillRect/>
              </a:stretch>
            </p:blipFill>
            <p:spPr>
              <a:xfrm>
                <a:off x="5108194" y="2151380"/>
                <a:ext cx="221614" cy="221742"/>
              </a:xfrm>
              <a:prstGeom prst="rect">
                <a:avLst/>
              </a:prstGeom>
            </p:spPr>
          </p:pic>
          <p:sp>
            <p:nvSpPr>
              <p:cNvPr id="16" name="object 16"/>
              <p:cNvSpPr/>
              <p:nvPr/>
            </p:nvSpPr>
            <p:spPr>
              <a:xfrm>
                <a:off x="5349367" y="1914397"/>
                <a:ext cx="196850" cy="196215"/>
              </a:xfrm>
              <a:custGeom>
                <a:avLst/>
                <a:gdLst/>
                <a:ahLst/>
                <a:cxnLst/>
                <a:rect l="l" t="t" r="r" b="b"/>
                <a:pathLst>
                  <a:path w="196850" h="196214">
                    <a:moveTo>
                      <a:pt x="14350" y="0"/>
                    </a:moveTo>
                    <a:lnTo>
                      <a:pt x="1778" y="12318"/>
                    </a:lnTo>
                    <a:lnTo>
                      <a:pt x="85725" y="98043"/>
                    </a:lnTo>
                    <a:lnTo>
                      <a:pt x="0" y="181990"/>
                    </a:lnTo>
                    <a:lnTo>
                      <a:pt x="12319" y="194563"/>
                    </a:lnTo>
                    <a:lnTo>
                      <a:pt x="98044" y="110616"/>
                    </a:lnTo>
                    <a:lnTo>
                      <a:pt x="181991" y="196214"/>
                    </a:lnTo>
                    <a:lnTo>
                      <a:pt x="194563" y="183895"/>
                    </a:lnTo>
                    <a:lnTo>
                      <a:pt x="110617" y="98297"/>
                    </a:lnTo>
                    <a:lnTo>
                      <a:pt x="196342" y="14224"/>
                    </a:lnTo>
                    <a:lnTo>
                      <a:pt x="183896" y="1650"/>
                    </a:lnTo>
                    <a:lnTo>
                      <a:pt x="98298" y="85597"/>
                    </a:lnTo>
                    <a:lnTo>
                      <a:pt x="14350" y="0"/>
                    </a:lnTo>
                    <a:close/>
                  </a:path>
                </a:pathLst>
              </a:custGeom>
              <a:solidFill>
                <a:srgbClr val="000000"/>
              </a:solidFill>
            </p:spPr>
            <p:txBody>
              <a:bodyPr wrap="square" lIns="0" tIns="0" rIns="0" bIns="0" rtlCol="0"/>
              <a:lstStyle/>
              <a:p>
                <a:endParaRPr sz="2400"/>
              </a:p>
            </p:txBody>
          </p:sp>
          <p:sp>
            <p:nvSpPr>
              <p:cNvPr id="17" name="object 17"/>
              <p:cNvSpPr/>
              <p:nvPr/>
            </p:nvSpPr>
            <p:spPr>
              <a:xfrm>
                <a:off x="5349367" y="1914397"/>
                <a:ext cx="196850" cy="196215"/>
              </a:xfrm>
              <a:custGeom>
                <a:avLst/>
                <a:gdLst/>
                <a:ahLst/>
                <a:cxnLst/>
                <a:rect l="l" t="t" r="r" b="b"/>
                <a:pathLst>
                  <a:path w="196850" h="196214">
                    <a:moveTo>
                      <a:pt x="14350" y="0"/>
                    </a:moveTo>
                    <a:lnTo>
                      <a:pt x="98298" y="85597"/>
                    </a:lnTo>
                    <a:lnTo>
                      <a:pt x="183896" y="1650"/>
                    </a:lnTo>
                    <a:lnTo>
                      <a:pt x="196342" y="14224"/>
                    </a:lnTo>
                    <a:lnTo>
                      <a:pt x="110617" y="98297"/>
                    </a:lnTo>
                    <a:lnTo>
                      <a:pt x="194563" y="183895"/>
                    </a:lnTo>
                    <a:lnTo>
                      <a:pt x="181991" y="196214"/>
                    </a:lnTo>
                    <a:lnTo>
                      <a:pt x="98044" y="110616"/>
                    </a:lnTo>
                    <a:lnTo>
                      <a:pt x="12319" y="194563"/>
                    </a:lnTo>
                    <a:lnTo>
                      <a:pt x="0" y="181990"/>
                    </a:lnTo>
                    <a:lnTo>
                      <a:pt x="85725" y="98043"/>
                    </a:lnTo>
                    <a:lnTo>
                      <a:pt x="1778" y="12318"/>
                    </a:lnTo>
                    <a:lnTo>
                      <a:pt x="14350" y="0"/>
                    </a:lnTo>
                    <a:close/>
                  </a:path>
                </a:pathLst>
              </a:custGeom>
              <a:ln w="25400">
                <a:solidFill>
                  <a:srgbClr val="C00000"/>
                </a:solidFill>
              </a:ln>
            </p:spPr>
            <p:txBody>
              <a:bodyPr wrap="square" lIns="0" tIns="0" rIns="0" bIns="0" rtlCol="0"/>
              <a:lstStyle/>
              <a:p>
                <a:endParaRPr sz="2400"/>
              </a:p>
            </p:txBody>
          </p:sp>
          <p:pic>
            <p:nvPicPr>
              <p:cNvPr id="18" name="object 18"/>
              <p:cNvPicPr/>
              <p:nvPr/>
            </p:nvPicPr>
            <p:blipFill>
              <a:blip r:embed="rId11" cstate="print"/>
              <a:stretch>
                <a:fillRect/>
              </a:stretch>
            </p:blipFill>
            <p:spPr>
              <a:xfrm>
                <a:off x="5020945" y="1608836"/>
                <a:ext cx="221614" cy="221741"/>
              </a:xfrm>
              <a:prstGeom prst="rect">
                <a:avLst/>
              </a:prstGeom>
            </p:spPr>
          </p:pic>
          <p:pic>
            <p:nvPicPr>
              <p:cNvPr id="19" name="object 19"/>
              <p:cNvPicPr/>
              <p:nvPr/>
            </p:nvPicPr>
            <p:blipFill>
              <a:blip r:embed="rId12" cstate="print"/>
              <a:stretch>
                <a:fillRect/>
              </a:stretch>
            </p:blipFill>
            <p:spPr>
              <a:xfrm>
                <a:off x="5006594" y="1187450"/>
                <a:ext cx="221614" cy="221614"/>
              </a:xfrm>
              <a:prstGeom prst="rect">
                <a:avLst/>
              </a:prstGeom>
            </p:spPr>
          </p:pic>
          <p:pic>
            <p:nvPicPr>
              <p:cNvPr id="20" name="object 20"/>
              <p:cNvPicPr/>
              <p:nvPr/>
            </p:nvPicPr>
            <p:blipFill>
              <a:blip r:embed="rId13" cstate="print"/>
              <a:stretch>
                <a:fillRect/>
              </a:stretch>
            </p:blipFill>
            <p:spPr>
              <a:xfrm>
                <a:off x="5323967" y="1406270"/>
                <a:ext cx="221742" cy="221614"/>
              </a:xfrm>
              <a:prstGeom prst="rect">
                <a:avLst/>
              </a:prstGeom>
            </p:spPr>
          </p:pic>
          <p:sp>
            <p:nvSpPr>
              <p:cNvPr id="21" name="object 21"/>
              <p:cNvSpPr/>
              <p:nvPr/>
            </p:nvSpPr>
            <p:spPr>
              <a:xfrm>
                <a:off x="5464048" y="1696211"/>
                <a:ext cx="196215" cy="196215"/>
              </a:xfrm>
              <a:custGeom>
                <a:avLst/>
                <a:gdLst/>
                <a:ahLst/>
                <a:cxnLst/>
                <a:rect l="l" t="t" r="r" b="b"/>
                <a:pathLst>
                  <a:path w="196214" h="196214">
                    <a:moveTo>
                      <a:pt x="14224" y="0"/>
                    </a:moveTo>
                    <a:lnTo>
                      <a:pt x="1650" y="12318"/>
                    </a:lnTo>
                    <a:lnTo>
                      <a:pt x="85598" y="97916"/>
                    </a:lnTo>
                    <a:lnTo>
                      <a:pt x="0" y="181990"/>
                    </a:lnTo>
                    <a:lnTo>
                      <a:pt x="12318" y="194563"/>
                    </a:lnTo>
                    <a:lnTo>
                      <a:pt x="97916" y="110616"/>
                    </a:lnTo>
                    <a:lnTo>
                      <a:pt x="181990" y="196214"/>
                    </a:lnTo>
                    <a:lnTo>
                      <a:pt x="194563" y="183896"/>
                    </a:lnTo>
                    <a:lnTo>
                      <a:pt x="110489" y="98171"/>
                    </a:lnTo>
                    <a:lnTo>
                      <a:pt x="196214" y="14224"/>
                    </a:lnTo>
                    <a:lnTo>
                      <a:pt x="183896" y="1650"/>
                    </a:lnTo>
                    <a:lnTo>
                      <a:pt x="98171" y="85598"/>
                    </a:lnTo>
                    <a:lnTo>
                      <a:pt x="14224" y="0"/>
                    </a:lnTo>
                    <a:close/>
                  </a:path>
                </a:pathLst>
              </a:custGeom>
              <a:solidFill>
                <a:srgbClr val="000000"/>
              </a:solidFill>
            </p:spPr>
            <p:txBody>
              <a:bodyPr wrap="square" lIns="0" tIns="0" rIns="0" bIns="0" rtlCol="0"/>
              <a:lstStyle/>
              <a:p>
                <a:endParaRPr sz="2400"/>
              </a:p>
            </p:txBody>
          </p:sp>
          <p:sp>
            <p:nvSpPr>
              <p:cNvPr id="22" name="object 22"/>
              <p:cNvSpPr/>
              <p:nvPr/>
            </p:nvSpPr>
            <p:spPr>
              <a:xfrm>
                <a:off x="5464048" y="1696211"/>
                <a:ext cx="196215" cy="196215"/>
              </a:xfrm>
              <a:custGeom>
                <a:avLst/>
                <a:gdLst/>
                <a:ahLst/>
                <a:cxnLst/>
                <a:rect l="l" t="t" r="r" b="b"/>
                <a:pathLst>
                  <a:path w="196214" h="196214">
                    <a:moveTo>
                      <a:pt x="14224" y="0"/>
                    </a:moveTo>
                    <a:lnTo>
                      <a:pt x="98171" y="85598"/>
                    </a:lnTo>
                    <a:lnTo>
                      <a:pt x="183896" y="1650"/>
                    </a:lnTo>
                    <a:lnTo>
                      <a:pt x="196214" y="14224"/>
                    </a:lnTo>
                    <a:lnTo>
                      <a:pt x="110489" y="98171"/>
                    </a:lnTo>
                    <a:lnTo>
                      <a:pt x="194563" y="183896"/>
                    </a:lnTo>
                    <a:lnTo>
                      <a:pt x="181990" y="196214"/>
                    </a:lnTo>
                    <a:lnTo>
                      <a:pt x="97916" y="110616"/>
                    </a:lnTo>
                    <a:lnTo>
                      <a:pt x="12318" y="194563"/>
                    </a:lnTo>
                    <a:lnTo>
                      <a:pt x="0" y="181990"/>
                    </a:lnTo>
                    <a:lnTo>
                      <a:pt x="85598" y="97916"/>
                    </a:lnTo>
                    <a:lnTo>
                      <a:pt x="1650" y="12318"/>
                    </a:lnTo>
                    <a:lnTo>
                      <a:pt x="14224" y="0"/>
                    </a:lnTo>
                    <a:close/>
                  </a:path>
                </a:pathLst>
              </a:custGeom>
              <a:ln w="25400">
                <a:solidFill>
                  <a:srgbClr val="C00000"/>
                </a:solidFill>
              </a:ln>
            </p:spPr>
            <p:txBody>
              <a:bodyPr wrap="square" lIns="0" tIns="0" rIns="0" bIns="0" rtlCol="0"/>
              <a:lstStyle/>
              <a:p>
                <a:endParaRPr sz="2400"/>
              </a:p>
            </p:txBody>
          </p:sp>
          <p:sp>
            <p:nvSpPr>
              <p:cNvPr id="23" name="object 23"/>
              <p:cNvSpPr/>
              <p:nvPr/>
            </p:nvSpPr>
            <p:spPr>
              <a:xfrm>
                <a:off x="2978023" y="1260601"/>
                <a:ext cx="2534920" cy="2159000"/>
              </a:xfrm>
              <a:custGeom>
                <a:avLst/>
                <a:gdLst/>
                <a:ahLst/>
                <a:cxnLst/>
                <a:rect l="l" t="t" r="r" b="b"/>
                <a:pathLst>
                  <a:path w="2534920" h="2159000">
                    <a:moveTo>
                      <a:pt x="2507253" y="2152014"/>
                    </a:moveTo>
                    <a:lnTo>
                      <a:pt x="2507741" y="2159000"/>
                    </a:lnTo>
                    <a:lnTo>
                      <a:pt x="2508377" y="2159000"/>
                    </a:lnTo>
                    <a:lnTo>
                      <a:pt x="2508250" y="2155825"/>
                    </a:lnTo>
                    <a:lnTo>
                      <a:pt x="2508203" y="2155536"/>
                    </a:lnTo>
                    <a:lnTo>
                      <a:pt x="2507253" y="2152014"/>
                    </a:lnTo>
                    <a:close/>
                  </a:path>
                  <a:path w="2534920" h="2159000">
                    <a:moveTo>
                      <a:pt x="2508250" y="2155825"/>
                    </a:moveTo>
                    <a:lnTo>
                      <a:pt x="2508377" y="2159000"/>
                    </a:lnTo>
                    <a:lnTo>
                      <a:pt x="2508757" y="2159000"/>
                    </a:lnTo>
                    <a:lnTo>
                      <a:pt x="2508250" y="2155825"/>
                    </a:lnTo>
                    <a:close/>
                  </a:path>
                  <a:path w="2534920" h="2159000">
                    <a:moveTo>
                      <a:pt x="2508244" y="2155686"/>
                    </a:moveTo>
                    <a:lnTo>
                      <a:pt x="2508263" y="2155910"/>
                    </a:lnTo>
                    <a:lnTo>
                      <a:pt x="2508757" y="2159000"/>
                    </a:lnTo>
                    <a:lnTo>
                      <a:pt x="2509012" y="2159000"/>
                    </a:lnTo>
                    <a:lnTo>
                      <a:pt x="2509012" y="2158529"/>
                    </a:lnTo>
                    <a:lnTo>
                      <a:pt x="2508244" y="2155686"/>
                    </a:lnTo>
                    <a:close/>
                  </a:path>
                  <a:path w="2534920" h="2159000">
                    <a:moveTo>
                      <a:pt x="2509012" y="2158529"/>
                    </a:moveTo>
                    <a:lnTo>
                      <a:pt x="2509012" y="2159000"/>
                    </a:lnTo>
                    <a:lnTo>
                      <a:pt x="2509012" y="2158529"/>
                    </a:lnTo>
                    <a:close/>
                  </a:path>
                  <a:path w="2534920" h="2159000">
                    <a:moveTo>
                      <a:pt x="2509046" y="2155910"/>
                    </a:moveTo>
                    <a:lnTo>
                      <a:pt x="2509139" y="2159000"/>
                    </a:lnTo>
                    <a:lnTo>
                      <a:pt x="2510281" y="2159000"/>
                    </a:lnTo>
                    <a:lnTo>
                      <a:pt x="2509046" y="2155910"/>
                    </a:lnTo>
                    <a:close/>
                  </a:path>
                  <a:path w="2534920" h="2159000">
                    <a:moveTo>
                      <a:pt x="2509012" y="2152315"/>
                    </a:moveTo>
                    <a:lnTo>
                      <a:pt x="2509046" y="2155910"/>
                    </a:lnTo>
                    <a:lnTo>
                      <a:pt x="2510281" y="2159000"/>
                    </a:lnTo>
                    <a:lnTo>
                      <a:pt x="2509012" y="2152315"/>
                    </a:lnTo>
                    <a:close/>
                  </a:path>
                  <a:path w="2534920" h="2159000">
                    <a:moveTo>
                      <a:pt x="2509012" y="2149666"/>
                    </a:moveTo>
                    <a:lnTo>
                      <a:pt x="2509075" y="2152650"/>
                    </a:lnTo>
                    <a:lnTo>
                      <a:pt x="2510281" y="2159000"/>
                    </a:lnTo>
                    <a:lnTo>
                      <a:pt x="2510663" y="2159000"/>
                    </a:lnTo>
                    <a:lnTo>
                      <a:pt x="2509426" y="2150165"/>
                    </a:lnTo>
                    <a:lnTo>
                      <a:pt x="2509012" y="2149666"/>
                    </a:lnTo>
                    <a:close/>
                  </a:path>
                  <a:path w="2534920" h="2159000">
                    <a:moveTo>
                      <a:pt x="2509426" y="2150165"/>
                    </a:moveTo>
                    <a:lnTo>
                      <a:pt x="2510663" y="2159000"/>
                    </a:lnTo>
                    <a:lnTo>
                      <a:pt x="2516759" y="2159000"/>
                    </a:lnTo>
                    <a:lnTo>
                      <a:pt x="2509426" y="2150165"/>
                    </a:lnTo>
                    <a:close/>
                  </a:path>
                  <a:path w="2534920" h="2159000">
                    <a:moveTo>
                      <a:pt x="2534412" y="2146300"/>
                    </a:moveTo>
                    <a:lnTo>
                      <a:pt x="2509012" y="2146300"/>
                    </a:lnTo>
                    <a:lnTo>
                      <a:pt x="2509082" y="2147711"/>
                    </a:lnTo>
                    <a:lnTo>
                      <a:pt x="2509356" y="2149666"/>
                    </a:lnTo>
                    <a:lnTo>
                      <a:pt x="2509461" y="2150207"/>
                    </a:lnTo>
                    <a:lnTo>
                      <a:pt x="2516759" y="2159000"/>
                    </a:lnTo>
                    <a:lnTo>
                      <a:pt x="2534412" y="2159000"/>
                    </a:lnTo>
                    <a:lnTo>
                      <a:pt x="2534412" y="2146300"/>
                    </a:lnTo>
                    <a:close/>
                  </a:path>
                  <a:path w="2534920" h="2159000">
                    <a:moveTo>
                      <a:pt x="2508165" y="2153708"/>
                    </a:moveTo>
                    <a:lnTo>
                      <a:pt x="2508207" y="2154766"/>
                    </a:lnTo>
                    <a:lnTo>
                      <a:pt x="2508304" y="2155910"/>
                    </a:lnTo>
                    <a:lnTo>
                      <a:pt x="2509012" y="2158529"/>
                    </a:lnTo>
                    <a:lnTo>
                      <a:pt x="2508896" y="2155536"/>
                    </a:lnTo>
                    <a:lnTo>
                      <a:pt x="2508165" y="2153708"/>
                    </a:lnTo>
                    <a:close/>
                  </a:path>
                  <a:path w="2534920" h="2159000">
                    <a:moveTo>
                      <a:pt x="2507952" y="2148389"/>
                    </a:moveTo>
                    <a:lnTo>
                      <a:pt x="2508165" y="2153708"/>
                    </a:lnTo>
                    <a:lnTo>
                      <a:pt x="2509012" y="2155825"/>
                    </a:lnTo>
                    <a:lnTo>
                      <a:pt x="2508924" y="2151856"/>
                    </a:lnTo>
                    <a:lnTo>
                      <a:pt x="2508359" y="2148879"/>
                    </a:lnTo>
                    <a:lnTo>
                      <a:pt x="2507952" y="2148389"/>
                    </a:lnTo>
                    <a:close/>
                  </a:path>
                  <a:path w="2534920" h="2159000">
                    <a:moveTo>
                      <a:pt x="2506911" y="2147135"/>
                    </a:moveTo>
                    <a:lnTo>
                      <a:pt x="2506951" y="2147711"/>
                    </a:lnTo>
                    <a:lnTo>
                      <a:pt x="2507741" y="2152650"/>
                    </a:lnTo>
                    <a:lnTo>
                      <a:pt x="2508165" y="2153708"/>
                    </a:lnTo>
                    <a:lnTo>
                      <a:pt x="2507952" y="2148389"/>
                    </a:lnTo>
                    <a:lnTo>
                      <a:pt x="2506911" y="2147135"/>
                    </a:lnTo>
                    <a:close/>
                  </a:path>
                  <a:path w="2534920" h="2159000">
                    <a:moveTo>
                      <a:pt x="2506951" y="2147711"/>
                    </a:moveTo>
                    <a:lnTo>
                      <a:pt x="2507203" y="2151303"/>
                    </a:lnTo>
                    <a:lnTo>
                      <a:pt x="2507741" y="2152650"/>
                    </a:lnTo>
                    <a:lnTo>
                      <a:pt x="2506951" y="2147711"/>
                    </a:lnTo>
                    <a:close/>
                  </a:path>
                  <a:path w="2534920" h="2159000">
                    <a:moveTo>
                      <a:pt x="2508853" y="2149474"/>
                    </a:moveTo>
                    <a:lnTo>
                      <a:pt x="2508908" y="2151303"/>
                    </a:lnTo>
                    <a:lnTo>
                      <a:pt x="2509012" y="2152315"/>
                    </a:lnTo>
                    <a:lnTo>
                      <a:pt x="2509012" y="2149666"/>
                    </a:lnTo>
                    <a:lnTo>
                      <a:pt x="2508853" y="2149474"/>
                    </a:lnTo>
                    <a:close/>
                  </a:path>
                  <a:path w="2534920" h="2159000">
                    <a:moveTo>
                      <a:pt x="2506765" y="2150207"/>
                    </a:moveTo>
                    <a:lnTo>
                      <a:pt x="2507253" y="2152014"/>
                    </a:lnTo>
                    <a:lnTo>
                      <a:pt x="2507203" y="2151303"/>
                    </a:lnTo>
                    <a:lnTo>
                      <a:pt x="2506765" y="2150207"/>
                    </a:lnTo>
                    <a:close/>
                  </a:path>
                  <a:path w="2534920" h="2159000">
                    <a:moveTo>
                      <a:pt x="2508359" y="2148879"/>
                    </a:moveTo>
                    <a:lnTo>
                      <a:pt x="2508924" y="2151856"/>
                    </a:lnTo>
                    <a:lnTo>
                      <a:pt x="2508853" y="2149474"/>
                    </a:lnTo>
                    <a:lnTo>
                      <a:pt x="2508359" y="2148879"/>
                    </a:lnTo>
                    <a:close/>
                  </a:path>
                  <a:path w="2534920" h="2159000">
                    <a:moveTo>
                      <a:pt x="2505710" y="2146300"/>
                    </a:moveTo>
                    <a:lnTo>
                      <a:pt x="2505202" y="2146300"/>
                    </a:lnTo>
                    <a:lnTo>
                      <a:pt x="2506765" y="2150207"/>
                    </a:lnTo>
                    <a:lnTo>
                      <a:pt x="2505710" y="2146300"/>
                    </a:lnTo>
                    <a:close/>
                  </a:path>
                  <a:path w="2534920" h="2159000">
                    <a:moveTo>
                      <a:pt x="2509012" y="2147207"/>
                    </a:moveTo>
                    <a:lnTo>
                      <a:pt x="2509012" y="2149666"/>
                    </a:lnTo>
                    <a:lnTo>
                      <a:pt x="2509426" y="2150165"/>
                    </a:lnTo>
                    <a:lnTo>
                      <a:pt x="2509012" y="2147207"/>
                    </a:lnTo>
                    <a:close/>
                  </a:path>
                  <a:path w="2534920" h="2159000">
                    <a:moveTo>
                      <a:pt x="2508885" y="2146300"/>
                    </a:moveTo>
                    <a:lnTo>
                      <a:pt x="2508757" y="2146300"/>
                    </a:lnTo>
                    <a:lnTo>
                      <a:pt x="2508853" y="2149474"/>
                    </a:lnTo>
                    <a:lnTo>
                      <a:pt x="2509012" y="2149666"/>
                    </a:lnTo>
                    <a:lnTo>
                      <a:pt x="2508885" y="2146300"/>
                    </a:lnTo>
                    <a:close/>
                  </a:path>
                  <a:path w="2534920" h="2159000">
                    <a:moveTo>
                      <a:pt x="2507868" y="2146300"/>
                    </a:moveTo>
                    <a:lnTo>
                      <a:pt x="2507952" y="2148389"/>
                    </a:lnTo>
                    <a:lnTo>
                      <a:pt x="2508359" y="2148879"/>
                    </a:lnTo>
                    <a:lnTo>
                      <a:pt x="2507868" y="2146300"/>
                    </a:lnTo>
                    <a:close/>
                  </a:path>
                  <a:path w="2534920" h="2159000">
                    <a:moveTo>
                      <a:pt x="2506853" y="2146300"/>
                    </a:moveTo>
                    <a:lnTo>
                      <a:pt x="2506847" y="2147058"/>
                    </a:lnTo>
                    <a:lnTo>
                      <a:pt x="2506853" y="2146300"/>
                    </a:lnTo>
                    <a:close/>
                  </a:path>
                  <a:path w="2534920" h="2159000">
                    <a:moveTo>
                      <a:pt x="2506726" y="2146300"/>
                    </a:moveTo>
                    <a:lnTo>
                      <a:pt x="2506217" y="2146300"/>
                    </a:lnTo>
                    <a:lnTo>
                      <a:pt x="2506847" y="2147058"/>
                    </a:lnTo>
                    <a:lnTo>
                      <a:pt x="2506726" y="2146300"/>
                    </a:lnTo>
                    <a:close/>
                  </a:path>
                  <a:path w="2534920" h="2159000">
                    <a:moveTo>
                      <a:pt x="2523363" y="2133600"/>
                    </a:moveTo>
                    <a:lnTo>
                      <a:pt x="2498852" y="2133600"/>
                    </a:lnTo>
                    <a:lnTo>
                      <a:pt x="2500756" y="2146300"/>
                    </a:lnTo>
                    <a:lnTo>
                      <a:pt x="2526791" y="2146300"/>
                    </a:lnTo>
                    <a:lnTo>
                      <a:pt x="2523363" y="2133600"/>
                    </a:lnTo>
                    <a:close/>
                  </a:path>
                  <a:path w="2534920" h="2159000">
                    <a:moveTo>
                      <a:pt x="2524125" y="2133600"/>
                    </a:moveTo>
                    <a:lnTo>
                      <a:pt x="2523363" y="2133600"/>
                    </a:lnTo>
                    <a:lnTo>
                      <a:pt x="2526791" y="2146300"/>
                    </a:lnTo>
                    <a:lnTo>
                      <a:pt x="2526819" y="2143578"/>
                    </a:lnTo>
                    <a:lnTo>
                      <a:pt x="2524125" y="2133600"/>
                    </a:lnTo>
                    <a:close/>
                  </a:path>
                  <a:path w="2534920" h="2159000">
                    <a:moveTo>
                      <a:pt x="2526819" y="2143578"/>
                    </a:moveTo>
                    <a:lnTo>
                      <a:pt x="2526791" y="2146300"/>
                    </a:lnTo>
                    <a:lnTo>
                      <a:pt x="2527554" y="2146300"/>
                    </a:lnTo>
                    <a:lnTo>
                      <a:pt x="2526819" y="2143578"/>
                    </a:lnTo>
                    <a:close/>
                  </a:path>
                  <a:path w="2534920" h="2159000">
                    <a:moveTo>
                      <a:pt x="2527554" y="2133600"/>
                    </a:moveTo>
                    <a:lnTo>
                      <a:pt x="2526918" y="2133600"/>
                    </a:lnTo>
                    <a:lnTo>
                      <a:pt x="2526819" y="2143578"/>
                    </a:lnTo>
                    <a:lnTo>
                      <a:pt x="2527554" y="2146300"/>
                    </a:lnTo>
                    <a:lnTo>
                      <a:pt x="2527554" y="2133600"/>
                    </a:lnTo>
                    <a:close/>
                  </a:path>
                  <a:path w="2534920" h="2159000">
                    <a:moveTo>
                      <a:pt x="2527680" y="2133600"/>
                    </a:moveTo>
                    <a:lnTo>
                      <a:pt x="2527554" y="2146300"/>
                    </a:lnTo>
                    <a:lnTo>
                      <a:pt x="2528442" y="2146300"/>
                    </a:lnTo>
                    <a:lnTo>
                      <a:pt x="2527680" y="2133600"/>
                    </a:lnTo>
                    <a:close/>
                  </a:path>
                  <a:path w="2534920" h="2159000">
                    <a:moveTo>
                      <a:pt x="2528149" y="2136530"/>
                    </a:moveTo>
                    <a:lnTo>
                      <a:pt x="2528442" y="2146300"/>
                    </a:lnTo>
                    <a:lnTo>
                      <a:pt x="2529331" y="2146300"/>
                    </a:lnTo>
                    <a:lnTo>
                      <a:pt x="2528697" y="2139950"/>
                    </a:lnTo>
                    <a:lnTo>
                      <a:pt x="2528149" y="2136530"/>
                    </a:lnTo>
                    <a:close/>
                  </a:path>
                  <a:path w="2534920" h="2159000">
                    <a:moveTo>
                      <a:pt x="2528697" y="2139950"/>
                    </a:moveTo>
                    <a:lnTo>
                      <a:pt x="2529331" y="2146300"/>
                    </a:lnTo>
                    <a:lnTo>
                      <a:pt x="2529713" y="2146300"/>
                    </a:lnTo>
                    <a:lnTo>
                      <a:pt x="2528697" y="2139950"/>
                    </a:lnTo>
                    <a:close/>
                  </a:path>
                  <a:path w="2534920" h="2159000">
                    <a:moveTo>
                      <a:pt x="2526918" y="2133600"/>
                    </a:moveTo>
                    <a:lnTo>
                      <a:pt x="2524125" y="2133600"/>
                    </a:lnTo>
                    <a:lnTo>
                      <a:pt x="2526819" y="2143578"/>
                    </a:lnTo>
                    <a:lnTo>
                      <a:pt x="2526918" y="2133600"/>
                    </a:lnTo>
                    <a:close/>
                  </a:path>
                  <a:path w="2534920" h="2159000">
                    <a:moveTo>
                      <a:pt x="2528062" y="2133600"/>
                    </a:moveTo>
                    <a:lnTo>
                      <a:pt x="2527680" y="2133600"/>
                    </a:lnTo>
                    <a:lnTo>
                      <a:pt x="2528149" y="2136530"/>
                    </a:lnTo>
                    <a:lnTo>
                      <a:pt x="2528062" y="2133600"/>
                    </a:lnTo>
                    <a:close/>
                  </a:path>
                  <a:path w="2534920" h="2159000">
                    <a:moveTo>
                      <a:pt x="2492248" y="2120900"/>
                    </a:moveTo>
                    <a:lnTo>
                      <a:pt x="2493391" y="2133600"/>
                    </a:lnTo>
                    <a:lnTo>
                      <a:pt x="2493644" y="2133600"/>
                    </a:lnTo>
                    <a:lnTo>
                      <a:pt x="2493238" y="2128519"/>
                    </a:lnTo>
                    <a:lnTo>
                      <a:pt x="2492248" y="2120900"/>
                    </a:lnTo>
                    <a:close/>
                  </a:path>
                  <a:path w="2534920" h="2159000">
                    <a:moveTo>
                      <a:pt x="2493238" y="2128519"/>
                    </a:moveTo>
                    <a:lnTo>
                      <a:pt x="2493644" y="2133600"/>
                    </a:lnTo>
                    <a:lnTo>
                      <a:pt x="2493899" y="2133600"/>
                    </a:lnTo>
                    <a:lnTo>
                      <a:pt x="2493238" y="2128519"/>
                    </a:lnTo>
                    <a:close/>
                  </a:path>
                  <a:path w="2534920" h="2159000">
                    <a:moveTo>
                      <a:pt x="2519044" y="2120900"/>
                    </a:moveTo>
                    <a:lnTo>
                      <a:pt x="2492629" y="2120900"/>
                    </a:lnTo>
                    <a:lnTo>
                      <a:pt x="2493238" y="2128519"/>
                    </a:lnTo>
                    <a:lnTo>
                      <a:pt x="2493899" y="2133600"/>
                    </a:lnTo>
                    <a:lnTo>
                      <a:pt x="2521330" y="2133600"/>
                    </a:lnTo>
                    <a:lnTo>
                      <a:pt x="2519044" y="2120900"/>
                    </a:lnTo>
                    <a:close/>
                  </a:path>
                  <a:path w="2534920" h="2159000">
                    <a:moveTo>
                      <a:pt x="2512567" y="2108200"/>
                    </a:moveTo>
                    <a:lnTo>
                      <a:pt x="2483357" y="2108200"/>
                    </a:lnTo>
                    <a:lnTo>
                      <a:pt x="2485516" y="2120900"/>
                    </a:lnTo>
                    <a:lnTo>
                      <a:pt x="2513584" y="2120900"/>
                    </a:lnTo>
                    <a:lnTo>
                      <a:pt x="2512567" y="2108200"/>
                    </a:lnTo>
                    <a:close/>
                  </a:path>
                  <a:path w="2534920" h="2159000">
                    <a:moveTo>
                      <a:pt x="2505582" y="2095500"/>
                    </a:moveTo>
                    <a:lnTo>
                      <a:pt x="2480055" y="2095500"/>
                    </a:lnTo>
                    <a:lnTo>
                      <a:pt x="2482215" y="2108200"/>
                    </a:lnTo>
                    <a:lnTo>
                      <a:pt x="2507741" y="2108200"/>
                    </a:lnTo>
                    <a:lnTo>
                      <a:pt x="2505582" y="2095500"/>
                    </a:lnTo>
                    <a:close/>
                  </a:path>
                  <a:path w="2534920" h="2159000">
                    <a:moveTo>
                      <a:pt x="2474849" y="2082800"/>
                    </a:moveTo>
                    <a:lnTo>
                      <a:pt x="2474087" y="2082800"/>
                    </a:lnTo>
                    <a:lnTo>
                      <a:pt x="2474976" y="2095500"/>
                    </a:lnTo>
                    <a:lnTo>
                      <a:pt x="2475991" y="2095500"/>
                    </a:lnTo>
                    <a:lnTo>
                      <a:pt x="2474849" y="2082800"/>
                    </a:lnTo>
                    <a:close/>
                  </a:path>
                  <a:path w="2534920" h="2159000">
                    <a:moveTo>
                      <a:pt x="2499360" y="2082800"/>
                    </a:moveTo>
                    <a:lnTo>
                      <a:pt x="2474849" y="2082800"/>
                    </a:lnTo>
                    <a:lnTo>
                      <a:pt x="2476627" y="2095500"/>
                    </a:lnTo>
                    <a:lnTo>
                      <a:pt x="2501265" y="2095500"/>
                    </a:lnTo>
                    <a:lnTo>
                      <a:pt x="2499360" y="2082800"/>
                    </a:lnTo>
                    <a:close/>
                  </a:path>
                  <a:path w="2534920" h="2159000">
                    <a:moveTo>
                      <a:pt x="2500756" y="2082800"/>
                    </a:moveTo>
                    <a:lnTo>
                      <a:pt x="2501265" y="2095500"/>
                    </a:lnTo>
                    <a:lnTo>
                      <a:pt x="2501900" y="2095500"/>
                    </a:lnTo>
                    <a:lnTo>
                      <a:pt x="2500756" y="2082800"/>
                    </a:lnTo>
                    <a:close/>
                  </a:path>
                  <a:path w="2534920" h="2159000">
                    <a:moveTo>
                      <a:pt x="2493899" y="2070100"/>
                    </a:moveTo>
                    <a:lnTo>
                      <a:pt x="2467737" y="2070100"/>
                    </a:lnTo>
                    <a:lnTo>
                      <a:pt x="2468499" y="2082800"/>
                    </a:lnTo>
                    <a:lnTo>
                      <a:pt x="2494915" y="2082800"/>
                    </a:lnTo>
                    <a:lnTo>
                      <a:pt x="2493899" y="2070100"/>
                    </a:lnTo>
                    <a:close/>
                  </a:path>
                  <a:path w="2534920" h="2159000">
                    <a:moveTo>
                      <a:pt x="2486025" y="2057400"/>
                    </a:moveTo>
                    <a:lnTo>
                      <a:pt x="2462022" y="2057400"/>
                    </a:lnTo>
                    <a:lnTo>
                      <a:pt x="2464942" y="2070100"/>
                    </a:lnTo>
                    <a:lnTo>
                      <a:pt x="2489707" y="2070100"/>
                    </a:lnTo>
                    <a:lnTo>
                      <a:pt x="2486025" y="2057400"/>
                    </a:lnTo>
                    <a:close/>
                  </a:path>
                  <a:path w="2534920" h="2159000">
                    <a:moveTo>
                      <a:pt x="2482341" y="2044700"/>
                    </a:moveTo>
                    <a:lnTo>
                      <a:pt x="2454021" y="2044700"/>
                    </a:lnTo>
                    <a:lnTo>
                      <a:pt x="2456179" y="2057400"/>
                    </a:lnTo>
                    <a:lnTo>
                      <a:pt x="2483357" y="2057400"/>
                    </a:lnTo>
                    <a:lnTo>
                      <a:pt x="2482341" y="2044700"/>
                    </a:lnTo>
                    <a:close/>
                  </a:path>
                  <a:path w="2534920" h="2159000">
                    <a:moveTo>
                      <a:pt x="2475103" y="2032000"/>
                    </a:moveTo>
                    <a:lnTo>
                      <a:pt x="2447925" y="2032000"/>
                    </a:lnTo>
                    <a:lnTo>
                      <a:pt x="2450338" y="2044700"/>
                    </a:lnTo>
                    <a:lnTo>
                      <a:pt x="2475865" y="2044700"/>
                    </a:lnTo>
                    <a:lnTo>
                      <a:pt x="2475103" y="2032000"/>
                    </a:lnTo>
                    <a:close/>
                  </a:path>
                  <a:path w="2534920" h="2159000">
                    <a:moveTo>
                      <a:pt x="2475229" y="2032000"/>
                    </a:moveTo>
                    <a:lnTo>
                      <a:pt x="2475865" y="2044700"/>
                    </a:lnTo>
                    <a:lnTo>
                      <a:pt x="2477389" y="2044700"/>
                    </a:lnTo>
                    <a:lnTo>
                      <a:pt x="2475229" y="2032000"/>
                    </a:lnTo>
                    <a:close/>
                  </a:path>
                  <a:path w="2534920" h="2159000">
                    <a:moveTo>
                      <a:pt x="2469006" y="2019300"/>
                    </a:moveTo>
                    <a:lnTo>
                      <a:pt x="2442717" y="2019300"/>
                    </a:lnTo>
                    <a:lnTo>
                      <a:pt x="2444496" y="2032000"/>
                    </a:lnTo>
                    <a:lnTo>
                      <a:pt x="2471547" y="2032000"/>
                    </a:lnTo>
                    <a:lnTo>
                      <a:pt x="2469006" y="2019300"/>
                    </a:lnTo>
                    <a:close/>
                  </a:path>
                  <a:path w="2534920" h="2159000">
                    <a:moveTo>
                      <a:pt x="2462911" y="2006600"/>
                    </a:moveTo>
                    <a:lnTo>
                      <a:pt x="2434336" y="2006600"/>
                    </a:lnTo>
                    <a:lnTo>
                      <a:pt x="2436876" y="2019300"/>
                    </a:lnTo>
                    <a:lnTo>
                      <a:pt x="2463673" y="2019300"/>
                    </a:lnTo>
                    <a:lnTo>
                      <a:pt x="2462911" y="2006600"/>
                    </a:lnTo>
                    <a:close/>
                  </a:path>
                  <a:path w="2534920" h="2159000">
                    <a:moveTo>
                      <a:pt x="2463418" y="2006600"/>
                    </a:moveTo>
                    <a:lnTo>
                      <a:pt x="2463673" y="2019300"/>
                    </a:lnTo>
                    <a:lnTo>
                      <a:pt x="2465197" y="2019300"/>
                    </a:lnTo>
                    <a:lnTo>
                      <a:pt x="2463418" y="2006600"/>
                    </a:lnTo>
                    <a:close/>
                  </a:path>
                  <a:path w="2534920" h="2159000">
                    <a:moveTo>
                      <a:pt x="2456815" y="1993900"/>
                    </a:moveTo>
                    <a:lnTo>
                      <a:pt x="2428875" y="1993900"/>
                    </a:lnTo>
                    <a:lnTo>
                      <a:pt x="2429637" y="2006600"/>
                    </a:lnTo>
                    <a:lnTo>
                      <a:pt x="2457196" y="2006600"/>
                    </a:lnTo>
                    <a:lnTo>
                      <a:pt x="2456815" y="1993900"/>
                    </a:lnTo>
                    <a:close/>
                  </a:path>
                  <a:path w="2534920" h="2159000">
                    <a:moveTo>
                      <a:pt x="2448814" y="1981200"/>
                    </a:moveTo>
                    <a:lnTo>
                      <a:pt x="2422779" y="1981200"/>
                    </a:lnTo>
                    <a:lnTo>
                      <a:pt x="2425954" y="1993900"/>
                    </a:lnTo>
                    <a:lnTo>
                      <a:pt x="2451354" y="1993900"/>
                    </a:lnTo>
                    <a:lnTo>
                      <a:pt x="2448814" y="1981200"/>
                    </a:lnTo>
                    <a:close/>
                  </a:path>
                  <a:path w="2534920" h="2159000">
                    <a:moveTo>
                      <a:pt x="2444496" y="1968500"/>
                    </a:moveTo>
                    <a:lnTo>
                      <a:pt x="2417953" y="1968500"/>
                    </a:lnTo>
                    <a:lnTo>
                      <a:pt x="2423032" y="1981200"/>
                    </a:lnTo>
                    <a:lnTo>
                      <a:pt x="2447798" y="1981200"/>
                    </a:lnTo>
                    <a:lnTo>
                      <a:pt x="2444496" y="1968500"/>
                    </a:lnTo>
                    <a:close/>
                  </a:path>
                  <a:path w="2534920" h="2159000">
                    <a:moveTo>
                      <a:pt x="2438018" y="1955800"/>
                    </a:moveTo>
                    <a:lnTo>
                      <a:pt x="2412746" y="1955800"/>
                    </a:lnTo>
                    <a:lnTo>
                      <a:pt x="2416302" y="1968500"/>
                    </a:lnTo>
                    <a:lnTo>
                      <a:pt x="2439416" y="1968500"/>
                    </a:lnTo>
                    <a:lnTo>
                      <a:pt x="2438018" y="1955800"/>
                    </a:lnTo>
                    <a:close/>
                  </a:path>
                  <a:path w="2534920" h="2159000">
                    <a:moveTo>
                      <a:pt x="2432685" y="1943100"/>
                    </a:moveTo>
                    <a:lnTo>
                      <a:pt x="2406396" y="1943100"/>
                    </a:lnTo>
                    <a:lnTo>
                      <a:pt x="2410714" y="1955800"/>
                    </a:lnTo>
                    <a:lnTo>
                      <a:pt x="2434463" y="1955800"/>
                    </a:lnTo>
                    <a:lnTo>
                      <a:pt x="2432685" y="1943100"/>
                    </a:lnTo>
                    <a:close/>
                  </a:path>
                  <a:path w="2534920" h="2159000">
                    <a:moveTo>
                      <a:pt x="2426716" y="1930400"/>
                    </a:moveTo>
                    <a:lnTo>
                      <a:pt x="2400554" y="1930400"/>
                    </a:lnTo>
                    <a:lnTo>
                      <a:pt x="2404491" y="1943100"/>
                    </a:lnTo>
                    <a:lnTo>
                      <a:pt x="2428493" y="1943100"/>
                    </a:lnTo>
                    <a:lnTo>
                      <a:pt x="2426716" y="1930400"/>
                    </a:lnTo>
                    <a:close/>
                  </a:path>
                  <a:path w="2534920" h="2159000">
                    <a:moveTo>
                      <a:pt x="2422905" y="1917700"/>
                    </a:moveTo>
                    <a:lnTo>
                      <a:pt x="2396236" y="1917700"/>
                    </a:lnTo>
                    <a:lnTo>
                      <a:pt x="2399029" y="1930400"/>
                    </a:lnTo>
                    <a:lnTo>
                      <a:pt x="2426842" y="1930400"/>
                    </a:lnTo>
                    <a:lnTo>
                      <a:pt x="2422905" y="1917700"/>
                    </a:lnTo>
                    <a:close/>
                  </a:path>
                  <a:path w="2534920" h="2159000">
                    <a:moveTo>
                      <a:pt x="2418588" y="1905000"/>
                    </a:moveTo>
                    <a:lnTo>
                      <a:pt x="2392299" y="1905000"/>
                    </a:lnTo>
                    <a:lnTo>
                      <a:pt x="2394839" y="1917700"/>
                    </a:lnTo>
                    <a:lnTo>
                      <a:pt x="2421381" y="1917700"/>
                    </a:lnTo>
                    <a:lnTo>
                      <a:pt x="2418588" y="1905000"/>
                    </a:lnTo>
                    <a:close/>
                  </a:path>
                  <a:path w="2534920" h="2159000">
                    <a:moveTo>
                      <a:pt x="2414016" y="1892300"/>
                    </a:moveTo>
                    <a:lnTo>
                      <a:pt x="2388489" y="1892300"/>
                    </a:lnTo>
                    <a:lnTo>
                      <a:pt x="2388489" y="1905000"/>
                    </a:lnTo>
                    <a:lnTo>
                      <a:pt x="2414524" y="1905000"/>
                    </a:lnTo>
                    <a:lnTo>
                      <a:pt x="2414016" y="1892300"/>
                    </a:lnTo>
                    <a:close/>
                  </a:path>
                  <a:path w="2534920" h="2159000">
                    <a:moveTo>
                      <a:pt x="2406015" y="1879600"/>
                    </a:moveTo>
                    <a:lnTo>
                      <a:pt x="2382139" y="1879600"/>
                    </a:lnTo>
                    <a:lnTo>
                      <a:pt x="2383154" y="1892300"/>
                    </a:lnTo>
                    <a:lnTo>
                      <a:pt x="2407666" y="1892300"/>
                    </a:lnTo>
                    <a:lnTo>
                      <a:pt x="2406015" y="1879600"/>
                    </a:lnTo>
                    <a:close/>
                  </a:path>
                  <a:path w="2534920" h="2159000">
                    <a:moveTo>
                      <a:pt x="2407030" y="1879600"/>
                    </a:moveTo>
                    <a:lnTo>
                      <a:pt x="2406015" y="1879600"/>
                    </a:lnTo>
                    <a:lnTo>
                      <a:pt x="2407666" y="1892300"/>
                    </a:lnTo>
                    <a:lnTo>
                      <a:pt x="2407030" y="1879600"/>
                    </a:lnTo>
                    <a:close/>
                  </a:path>
                  <a:path w="2534920" h="2159000">
                    <a:moveTo>
                      <a:pt x="2408047" y="1879600"/>
                    </a:moveTo>
                    <a:lnTo>
                      <a:pt x="2407030" y="1879600"/>
                    </a:lnTo>
                    <a:lnTo>
                      <a:pt x="2407666" y="1892300"/>
                    </a:lnTo>
                    <a:lnTo>
                      <a:pt x="2409571" y="1892300"/>
                    </a:lnTo>
                    <a:lnTo>
                      <a:pt x="2408047" y="1879600"/>
                    </a:lnTo>
                    <a:close/>
                  </a:path>
                  <a:path w="2534920" h="2159000">
                    <a:moveTo>
                      <a:pt x="2377059" y="1866900"/>
                    </a:moveTo>
                    <a:lnTo>
                      <a:pt x="2376678" y="1866900"/>
                    </a:lnTo>
                    <a:lnTo>
                      <a:pt x="2377821" y="1879600"/>
                    </a:lnTo>
                    <a:lnTo>
                      <a:pt x="2377059" y="1866900"/>
                    </a:lnTo>
                    <a:close/>
                  </a:path>
                  <a:path w="2534920" h="2159000">
                    <a:moveTo>
                      <a:pt x="2402840" y="1866900"/>
                    </a:moveTo>
                    <a:lnTo>
                      <a:pt x="2377059" y="1866900"/>
                    </a:lnTo>
                    <a:lnTo>
                      <a:pt x="2378837" y="1879600"/>
                    </a:lnTo>
                    <a:lnTo>
                      <a:pt x="2403982" y="1879600"/>
                    </a:lnTo>
                    <a:lnTo>
                      <a:pt x="2402840" y="1866900"/>
                    </a:lnTo>
                    <a:close/>
                  </a:path>
                  <a:path w="2534920" h="2159000">
                    <a:moveTo>
                      <a:pt x="2395474" y="1854200"/>
                    </a:moveTo>
                    <a:lnTo>
                      <a:pt x="2369439" y="1854200"/>
                    </a:lnTo>
                    <a:lnTo>
                      <a:pt x="2370201" y="1866900"/>
                    </a:lnTo>
                    <a:lnTo>
                      <a:pt x="2397632" y="1866900"/>
                    </a:lnTo>
                    <a:lnTo>
                      <a:pt x="2395474" y="1854200"/>
                    </a:lnTo>
                    <a:close/>
                  </a:path>
                  <a:path w="2534920" h="2159000">
                    <a:moveTo>
                      <a:pt x="2396998" y="1854200"/>
                    </a:moveTo>
                    <a:lnTo>
                      <a:pt x="2397632" y="1866900"/>
                    </a:lnTo>
                    <a:lnTo>
                      <a:pt x="2398014" y="1866900"/>
                    </a:lnTo>
                    <a:lnTo>
                      <a:pt x="2396998" y="1854200"/>
                    </a:lnTo>
                    <a:close/>
                  </a:path>
                  <a:path w="2534920" h="2159000">
                    <a:moveTo>
                      <a:pt x="2390140" y="1841500"/>
                    </a:moveTo>
                    <a:lnTo>
                      <a:pt x="2360676" y="1841500"/>
                    </a:lnTo>
                    <a:lnTo>
                      <a:pt x="2365121" y="1854200"/>
                    </a:lnTo>
                    <a:lnTo>
                      <a:pt x="2391155" y="1854200"/>
                    </a:lnTo>
                    <a:lnTo>
                      <a:pt x="2390140" y="1841500"/>
                    </a:lnTo>
                    <a:close/>
                  </a:path>
                  <a:path w="2534920" h="2159000">
                    <a:moveTo>
                      <a:pt x="2382012" y="1828800"/>
                    </a:moveTo>
                    <a:lnTo>
                      <a:pt x="2355468" y="1828800"/>
                    </a:lnTo>
                    <a:lnTo>
                      <a:pt x="2358643" y="1841500"/>
                    </a:lnTo>
                    <a:lnTo>
                      <a:pt x="2384932" y="1841500"/>
                    </a:lnTo>
                    <a:lnTo>
                      <a:pt x="2382012" y="1828800"/>
                    </a:lnTo>
                    <a:close/>
                  </a:path>
                  <a:path w="2534920" h="2159000">
                    <a:moveTo>
                      <a:pt x="2377186" y="1816100"/>
                    </a:moveTo>
                    <a:lnTo>
                      <a:pt x="2349880" y="1816100"/>
                    </a:lnTo>
                    <a:lnTo>
                      <a:pt x="2354199" y="1828800"/>
                    </a:lnTo>
                    <a:lnTo>
                      <a:pt x="2380361" y="1828800"/>
                    </a:lnTo>
                    <a:lnTo>
                      <a:pt x="2377186" y="1816100"/>
                    </a:lnTo>
                    <a:close/>
                  </a:path>
                  <a:path w="2534920" h="2159000">
                    <a:moveTo>
                      <a:pt x="2370581" y="1803400"/>
                    </a:moveTo>
                    <a:lnTo>
                      <a:pt x="2343657" y="1803400"/>
                    </a:lnTo>
                    <a:lnTo>
                      <a:pt x="2348356" y="1816100"/>
                    </a:lnTo>
                    <a:lnTo>
                      <a:pt x="2374900" y="1816100"/>
                    </a:lnTo>
                    <a:lnTo>
                      <a:pt x="2370581" y="1803400"/>
                    </a:lnTo>
                    <a:close/>
                  </a:path>
                  <a:path w="2534920" h="2159000">
                    <a:moveTo>
                      <a:pt x="2361691" y="1790700"/>
                    </a:moveTo>
                    <a:lnTo>
                      <a:pt x="2334005" y="1790700"/>
                    </a:lnTo>
                    <a:lnTo>
                      <a:pt x="2336418" y="1803400"/>
                    </a:lnTo>
                    <a:lnTo>
                      <a:pt x="2363851" y="1803400"/>
                    </a:lnTo>
                    <a:lnTo>
                      <a:pt x="2361691" y="1790700"/>
                    </a:lnTo>
                    <a:close/>
                  </a:path>
                  <a:path w="2534920" h="2159000">
                    <a:moveTo>
                      <a:pt x="2363724" y="1790700"/>
                    </a:moveTo>
                    <a:lnTo>
                      <a:pt x="2363851" y="1803400"/>
                    </a:lnTo>
                    <a:lnTo>
                      <a:pt x="2368423" y="1803400"/>
                    </a:lnTo>
                    <a:lnTo>
                      <a:pt x="2363724" y="1790700"/>
                    </a:lnTo>
                    <a:close/>
                  </a:path>
                  <a:path w="2534920" h="2159000">
                    <a:moveTo>
                      <a:pt x="2354706" y="1778000"/>
                    </a:moveTo>
                    <a:lnTo>
                      <a:pt x="2328799" y="1778000"/>
                    </a:lnTo>
                    <a:lnTo>
                      <a:pt x="2328799" y="1790700"/>
                    </a:lnTo>
                    <a:lnTo>
                      <a:pt x="2356866" y="1790700"/>
                    </a:lnTo>
                    <a:lnTo>
                      <a:pt x="2354706" y="1778000"/>
                    </a:lnTo>
                    <a:close/>
                  </a:path>
                  <a:path w="2534920" h="2159000">
                    <a:moveTo>
                      <a:pt x="2346579" y="1765300"/>
                    </a:moveTo>
                    <a:lnTo>
                      <a:pt x="2320543" y="1765300"/>
                    </a:lnTo>
                    <a:lnTo>
                      <a:pt x="2325878" y="1778000"/>
                    </a:lnTo>
                    <a:lnTo>
                      <a:pt x="2349118" y="1778000"/>
                    </a:lnTo>
                    <a:lnTo>
                      <a:pt x="2346579" y="1765300"/>
                    </a:lnTo>
                    <a:close/>
                  </a:path>
                  <a:path w="2534920" h="2159000">
                    <a:moveTo>
                      <a:pt x="2341626" y="1752600"/>
                    </a:moveTo>
                    <a:lnTo>
                      <a:pt x="2310891" y="1752600"/>
                    </a:lnTo>
                    <a:lnTo>
                      <a:pt x="2318130" y="1765300"/>
                    </a:lnTo>
                    <a:lnTo>
                      <a:pt x="2346960" y="1765300"/>
                    </a:lnTo>
                    <a:lnTo>
                      <a:pt x="2341626" y="1752600"/>
                    </a:lnTo>
                    <a:close/>
                  </a:path>
                  <a:path w="2534920" h="2159000">
                    <a:moveTo>
                      <a:pt x="2331719" y="1739900"/>
                    </a:moveTo>
                    <a:lnTo>
                      <a:pt x="2307843" y="1739900"/>
                    </a:lnTo>
                    <a:lnTo>
                      <a:pt x="2310765" y="1752600"/>
                    </a:lnTo>
                    <a:lnTo>
                      <a:pt x="2338959" y="1752600"/>
                    </a:lnTo>
                    <a:lnTo>
                      <a:pt x="2331719" y="1739900"/>
                    </a:lnTo>
                    <a:close/>
                  </a:path>
                  <a:path w="2534920" h="2159000">
                    <a:moveTo>
                      <a:pt x="2322194" y="1714500"/>
                    </a:moveTo>
                    <a:lnTo>
                      <a:pt x="2293874" y="1714500"/>
                    </a:lnTo>
                    <a:lnTo>
                      <a:pt x="2299589" y="1727200"/>
                    </a:lnTo>
                    <a:lnTo>
                      <a:pt x="2302510" y="1739900"/>
                    </a:lnTo>
                    <a:lnTo>
                      <a:pt x="2302002" y="1727200"/>
                    </a:lnTo>
                    <a:lnTo>
                      <a:pt x="2322703" y="1727200"/>
                    </a:lnTo>
                    <a:lnTo>
                      <a:pt x="2322194" y="1714500"/>
                    </a:lnTo>
                    <a:close/>
                  </a:path>
                  <a:path w="2534920" h="2159000">
                    <a:moveTo>
                      <a:pt x="2329053" y="1727200"/>
                    </a:moveTo>
                    <a:lnTo>
                      <a:pt x="2302002" y="1727200"/>
                    </a:lnTo>
                    <a:lnTo>
                      <a:pt x="2308098" y="1739900"/>
                    </a:lnTo>
                    <a:lnTo>
                      <a:pt x="2331847" y="1739900"/>
                    </a:lnTo>
                    <a:lnTo>
                      <a:pt x="2329053" y="1727200"/>
                    </a:lnTo>
                    <a:close/>
                  </a:path>
                  <a:path w="2534920" h="2159000">
                    <a:moveTo>
                      <a:pt x="2313559" y="1701800"/>
                    </a:moveTo>
                    <a:lnTo>
                      <a:pt x="2283205" y="1701800"/>
                    </a:lnTo>
                    <a:lnTo>
                      <a:pt x="2291079" y="1714500"/>
                    </a:lnTo>
                    <a:lnTo>
                      <a:pt x="2319274" y="1714500"/>
                    </a:lnTo>
                    <a:lnTo>
                      <a:pt x="2313559" y="1701800"/>
                    </a:lnTo>
                    <a:close/>
                  </a:path>
                  <a:path w="2534920" h="2159000">
                    <a:moveTo>
                      <a:pt x="2302637" y="1689100"/>
                    </a:moveTo>
                    <a:lnTo>
                      <a:pt x="2272284" y="1689100"/>
                    </a:lnTo>
                    <a:lnTo>
                      <a:pt x="2279777" y="1701800"/>
                    </a:lnTo>
                    <a:lnTo>
                      <a:pt x="2310511" y="1701800"/>
                    </a:lnTo>
                    <a:lnTo>
                      <a:pt x="2302637" y="1689100"/>
                    </a:lnTo>
                    <a:close/>
                  </a:path>
                  <a:path w="2534920" h="2159000">
                    <a:moveTo>
                      <a:pt x="2291968" y="1676400"/>
                    </a:moveTo>
                    <a:lnTo>
                      <a:pt x="2263266" y="1676400"/>
                    </a:lnTo>
                    <a:lnTo>
                      <a:pt x="2268981" y="1689100"/>
                    </a:lnTo>
                    <a:lnTo>
                      <a:pt x="2299462" y="1689100"/>
                    </a:lnTo>
                    <a:lnTo>
                      <a:pt x="2291968" y="1676400"/>
                    </a:lnTo>
                    <a:close/>
                  </a:path>
                  <a:path w="2534920" h="2159000">
                    <a:moveTo>
                      <a:pt x="2282825" y="1663700"/>
                    </a:moveTo>
                    <a:lnTo>
                      <a:pt x="2254504" y="1663700"/>
                    </a:lnTo>
                    <a:lnTo>
                      <a:pt x="2260346" y="1676400"/>
                    </a:lnTo>
                    <a:lnTo>
                      <a:pt x="2288666" y="1676400"/>
                    </a:lnTo>
                    <a:lnTo>
                      <a:pt x="2282825" y="1663700"/>
                    </a:lnTo>
                    <a:close/>
                  </a:path>
                  <a:path w="2534920" h="2159000">
                    <a:moveTo>
                      <a:pt x="2274316" y="1651000"/>
                    </a:moveTo>
                    <a:lnTo>
                      <a:pt x="2251582" y="1651000"/>
                    </a:lnTo>
                    <a:lnTo>
                      <a:pt x="2254377" y="1663700"/>
                    </a:lnTo>
                    <a:lnTo>
                      <a:pt x="2280157" y="1663700"/>
                    </a:lnTo>
                    <a:lnTo>
                      <a:pt x="2274316" y="1651000"/>
                    </a:lnTo>
                    <a:close/>
                  </a:path>
                  <a:path w="2534920" h="2159000">
                    <a:moveTo>
                      <a:pt x="2271649" y="1638300"/>
                    </a:moveTo>
                    <a:lnTo>
                      <a:pt x="2241804" y="1638300"/>
                    </a:lnTo>
                    <a:lnTo>
                      <a:pt x="2244725" y="1651000"/>
                    </a:lnTo>
                    <a:lnTo>
                      <a:pt x="2274442" y="1651000"/>
                    </a:lnTo>
                    <a:lnTo>
                      <a:pt x="2271649" y="1638300"/>
                    </a:lnTo>
                    <a:close/>
                  </a:path>
                  <a:path w="2534920" h="2159000">
                    <a:moveTo>
                      <a:pt x="2261869" y="1625600"/>
                    </a:moveTo>
                    <a:lnTo>
                      <a:pt x="2234311" y="1625600"/>
                    </a:lnTo>
                    <a:lnTo>
                      <a:pt x="2241930" y="1638300"/>
                    </a:lnTo>
                    <a:lnTo>
                      <a:pt x="2264791" y="1638300"/>
                    </a:lnTo>
                    <a:lnTo>
                      <a:pt x="2261869" y="1625600"/>
                    </a:lnTo>
                    <a:close/>
                  </a:path>
                  <a:path w="2534920" h="2159000">
                    <a:moveTo>
                      <a:pt x="2254250" y="1612900"/>
                    </a:moveTo>
                    <a:lnTo>
                      <a:pt x="2224151" y="1612900"/>
                    </a:lnTo>
                    <a:lnTo>
                      <a:pt x="2231390" y="1625600"/>
                    </a:lnTo>
                    <a:lnTo>
                      <a:pt x="2261742" y="1625600"/>
                    </a:lnTo>
                    <a:lnTo>
                      <a:pt x="2254250" y="1612900"/>
                    </a:lnTo>
                    <a:close/>
                  </a:path>
                  <a:path w="2534920" h="2159000">
                    <a:moveTo>
                      <a:pt x="2243581" y="1600200"/>
                    </a:moveTo>
                    <a:lnTo>
                      <a:pt x="2213610" y="1600200"/>
                    </a:lnTo>
                    <a:lnTo>
                      <a:pt x="2221229" y="1612900"/>
                    </a:lnTo>
                    <a:lnTo>
                      <a:pt x="2250693" y="1612900"/>
                    </a:lnTo>
                    <a:lnTo>
                      <a:pt x="2243581" y="1600200"/>
                    </a:lnTo>
                    <a:close/>
                  </a:path>
                  <a:path w="2534920" h="2159000">
                    <a:moveTo>
                      <a:pt x="2233167" y="1587500"/>
                    </a:moveTo>
                    <a:lnTo>
                      <a:pt x="2210054" y="1587500"/>
                    </a:lnTo>
                    <a:lnTo>
                      <a:pt x="2213355" y="1600200"/>
                    </a:lnTo>
                    <a:lnTo>
                      <a:pt x="2240661" y="1600200"/>
                    </a:lnTo>
                    <a:lnTo>
                      <a:pt x="2233167" y="1587500"/>
                    </a:lnTo>
                    <a:close/>
                  </a:path>
                  <a:path w="2534920" h="2159000">
                    <a:moveTo>
                      <a:pt x="2230247" y="1574800"/>
                    </a:moveTo>
                    <a:lnTo>
                      <a:pt x="2200275" y="1574800"/>
                    </a:lnTo>
                    <a:lnTo>
                      <a:pt x="2203196" y="1587500"/>
                    </a:lnTo>
                    <a:lnTo>
                      <a:pt x="2233549" y="1587500"/>
                    </a:lnTo>
                    <a:lnTo>
                      <a:pt x="2230247" y="1574800"/>
                    </a:lnTo>
                    <a:close/>
                  </a:path>
                  <a:path w="2534920" h="2159000">
                    <a:moveTo>
                      <a:pt x="2213737" y="1549400"/>
                    </a:moveTo>
                    <a:lnTo>
                      <a:pt x="2183384" y="1549400"/>
                    </a:lnTo>
                    <a:lnTo>
                      <a:pt x="2191004" y="1562100"/>
                    </a:lnTo>
                    <a:lnTo>
                      <a:pt x="2194305" y="1574800"/>
                    </a:lnTo>
                    <a:lnTo>
                      <a:pt x="2222754" y="1574800"/>
                    </a:lnTo>
                    <a:lnTo>
                      <a:pt x="2219832" y="1562100"/>
                    </a:lnTo>
                    <a:lnTo>
                      <a:pt x="2213737" y="1549400"/>
                    </a:lnTo>
                    <a:close/>
                  </a:path>
                  <a:path w="2534920" h="2159000">
                    <a:moveTo>
                      <a:pt x="2202941" y="1536700"/>
                    </a:moveTo>
                    <a:lnTo>
                      <a:pt x="2173351" y="1536700"/>
                    </a:lnTo>
                    <a:lnTo>
                      <a:pt x="2180590" y="1549400"/>
                    </a:lnTo>
                    <a:lnTo>
                      <a:pt x="2210435" y="1549400"/>
                    </a:lnTo>
                    <a:lnTo>
                      <a:pt x="2202941" y="1536700"/>
                    </a:lnTo>
                    <a:close/>
                  </a:path>
                  <a:path w="2534920" h="2159000">
                    <a:moveTo>
                      <a:pt x="2181987" y="1511300"/>
                    </a:moveTo>
                    <a:lnTo>
                      <a:pt x="2159380" y="1511300"/>
                    </a:lnTo>
                    <a:lnTo>
                      <a:pt x="2162302" y="1524000"/>
                    </a:lnTo>
                    <a:lnTo>
                      <a:pt x="2170556" y="1536700"/>
                    </a:lnTo>
                    <a:lnTo>
                      <a:pt x="2200021" y="1536700"/>
                    </a:lnTo>
                    <a:lnTo>
                      <a:pt x="2192781" y="1524000"/>
                    </a:lnTo>
                    <a:lnTo>
                      <a:pt x="2189861" y="1524000"/>
                    </a:lnTo>
                    <a:lnTo>
                      <a:pt x="2181987" y="1511300"/>
                    </a:lnTo>
                    <a:close/>
                  </a:path>
                  <a:path w="2534920" h="2159000">
                    <a:moveTo>
                      <a:pt x="2159380" y="1511300"/>
                    </a:moveTo>
                    <a:lnTo>
                      <a:pt x="2151888" y="1511300"/>
                    </a:lnTo>
                    <a:lnTo>
                      <a:pt x="2159762" y="1524000"/>
                    </a:lnTo>
                    <a:lnTo>
                      <a:pt x="2159380" y="1511300"/>
                    </a:lnTo>
                    <a:close/>
                  </a:path>
                  <a:path w="2534920" h="2159000">
                    <a:moveTo>
                      <a:pt x="2179447" y="1498600"/>
                    </a:moveTo>
                    <a:lnTo>
                      <a:pt x="2148840" y="1498600"/>
                    </a:lnTo>
                    <a:lnTo>
                      <a:pt x="2152141" y="1511300"/>
                    </a:lnTo>
                    <a:lnTo>
                      <a:pt x="2182241" y="1511300"/>
                    </a:lnTo>
                    <a:lnTo>
                      <a:pt x="2179447" y="1498600"/>
                    </a:lnTo>
                    <a:close/>
                  </a:path>
                  <a:path w="2534920" h="2159000">
                    <a:moveTo>
                      <a:pt x="2167636" y="1485900"/>
                    </a:moveTo>
                    <a:lnTo>
                      <a:pt x="2140712" y="1485900"/>
                    </a:lnTo>
                    <a:lnTo>
                      <a:pt x="2143125" y="1498600"/>
                    </a:lnTo>
                    <a:lnTo>
                      <a:pt x="2170938" y="1498600"/>
                    </a:lnTo>
                    <a:lnTo>
                      <a:pt x="2167636" y="1485900"/>
                    </a:lnTo>
                    <a:close/>
                  </a:path>
                  <a:path w="2534920" h="2159000">
                    <a:moveTo>
                      <a:pt x="2159889" y="1473200"/>
                    </a:moveTo>
                    <a:lnTo>
                      <a:pt x="2132203" y="1473200"/>
                    </a:lnTo>
                    <a:lnTo>
                      <a:pt x="2134997" y="1485900"/>
                    </a:lnTo>
                    <a:lnTo>
                      <a:pt x="2167763" y="1485900"/>
                    </a:lnTo>
                    <a:lnTo>
                      <a:pt x="2159889" y="1473200"/>
                    </a:lnTo>
                    <a:close/>
                  </a:path>
                  <a:path w="2534920" h="2159000">
                    <a:moveTo>
                      <a:pt x="2151126" y="1460500"/>
                    </a:moveTo>
                    <a:lnTo>
                      <a:pt x="2121535" y="1460500"/>
                    </a:lnTo>
                    <a:lnTo>
                      <a:pt x="2126106" y="1473200"/>
                    </a:lnTo>
                    <a:lnTo>
                      <a:pt x="2154047" y="1473200"/>
                    </a:lnTo>
                    <a:lnTo>
                      <a:pt x="2151126" y="1460500"/>
                    </a:lnTo>
                    <a:close/>
                  </a:path>
                  <a:path w="2534920" h="2159000">
                    <a:moveTo>
                      <a:pt x="2140204" y="1447800"/>
                    </a:moveTo>
                    <a:lnTo>
                      <a:pt x="2112517" y="1447800"/>
                    </a:lnTo>
                    <a:lnTo>
                      <a:pt x="2115185" y="1460500"/>
                    </a:lnTo>
                    <a:lnTo>
                      <a:pt x="2143760" y="1460500"/>
                    </a:lnTo>
                    <a:lnTo>
                      <a:pt x="2140204" y="1447800"/>
                    </a:lnTo>
                    <a:close/>
                  </a:path>
                  <a:path w="2534920" h="2159000">
                    <a:moveTo>
                      <a:pt x="2142743" y="1447800"/>
                    </a:moveTo>
                    <a:lnTo>
                      <a:pt x="2143760" y="1460500"/>
                    </a:lnTo>
                    <a:lnTo>
                      <a:pt x="2144903" y="1460500"/>
                    </a:lnTo>
                    <a:lnTo>
                      <a:pt x="2142743" y="1447800"/>
                    </a:lnTo>
                    <a:close/>
                  </a:path>
                  <a:path w="2534920" h="2159000">
                    <a:moveTo>
                      <a:pt x="2131314" y="1435100"/>
                    </a:moveTo>
                    <a:lnTo>
                      <a:pt x="2102104" y="1435100"/>
                    </a:lnTo>
                    <a:lnTo>
                      <a:pt x="2106041" y="1447800"/>
                    </a:lnTo>
                    <a:lnTo>
                      <a:pt x="2133473" y="1447800"/>
                    </a:lnTo>
                    <a:lnTo>
                      <a:pt x="2131314" y="1435100"/>
                    </a:lnTo>
                    <a:close/>
                  </a:path>
                  <a:path w="2534920" h="2159000">
                    <a:moveTo>
                      <a:pt x="2132838" y="1435100"/>
                    </a:moveTo>
                    <a:lnTo>
                      <a:pt x="2133473" y="1447800"/>
                    </a:lnTo>
                    <a:lnTo>
                      <a:pt x="2137917" y="1447800"/>
                    </a:lnTo>
                    <a:lnTo>
                      <a:pt x="2132838" y="1435100"/>
                    </a:lnTo>
                    <a:close/>
                  </a:path>
                  <a:path w="2534920" h="2159000">
                    <a:moveTo>
                      <a:pt x="2121407" y="1422400"/>
                    </a:moveTo>
                    <a:lnTo>
                      <a:pt x="2090292" y="1422400"/>
                    </a:lnTo>
                    <a:lnTo>
                      <a:pt x="2095627" y="1435100"/>
                    </a:lnTo>
                    <a:lnTo>
                      <a:pt x="2124710" y="1435100"/>
                    </a:lnTo>
                    <a:lnTo>
                      <a:pt x="2121407" y="1422400"/>
                    </a:lnTo>
                    <a:close/>
                  </a:path>
                  <a:path w="2534920" h="2159000">
                    <a:moveTo>
                      <a:pt x="2107438" y="1409700"/>
                    </a:moveTo>
                    <a:lnTo>
                      <a:pt x="2080005" y="1409700"/>
                    </a:lnTo>
                    <a:lnTo>
                      <a:pt x="2081529" y="1422400"/>
                    </a:lnTo>
                    <a:lnTo>
                      <a:pt x="2112772" y="1422400"/>
                    </a:lnTo>
                    <a:lnTo>
                      <a:pt x="2107438" y="1409700"/>
                    </a:lnTo>
                    <a:close/>
                  </a:path>
                  <a:path w="2534920" h="2159000">
                    <a:moveTo>
                      <a:pt x="2100706" y="1397000"/>
                    </a:moveTo>
                    <a:lnTo>
                      <a:pt x="2067432" y="1397000"/>
                    </a:lnTo>
                    <a:lnTo>
                      <a:pt x="2072513" y="1409700"/>
                    </a:lnTo>
                    <a:lnTo>
                      <a:pt x="2105787" y="1409700"/>
                    </a:lnTo>
                    <a:lnTo>
                      <a:pt x="2100706" y="1397000"/>
                    </a:lnTo>
                    <a:close/>
                  </a:path>
                  <a:path w="2534920" h="2159000">
                    <a:moveTo>
                      <a:pt x="2085593" y="1384300"/>
                    </a:moveTo>
                    <a:lnTo>
                      <a:pt x="2058797" y="1384300"/>
                    </a:lnTo>
                    <a:lnTo>
                      <a:pt x="2065274" y="1397000"/>
                    </a:lnTo>
                    <a:lnTo>
                      <a:pt x="2090674" y="1397000"/>
                    </a:lnTo>
                    <a:lnTo>
                      <a:pt x="2085593" y="1384300"/>
                    </a:lnTo>
                    <a:close/>
                  </a:path>
                  <a:path w="2534920" h="2159000">
                    <a:moveTo>
                      <a:pt x="2076196" y="1371600"/>
                    </a:moveTo>
                    <a:lnTo>
                      <a:pt x="2048510" y="1371600"/>
                    </a:lnTo>
                    <a:lnTo>
                      <a:pt x="2055114" y="1384300"/>
                    </a:lnTo>
                    <a:lnTo>
                      <a:pt x="2082673" y="1384300"/>
                    </a:lnTo>
                    <a:lnTo>
                      <a:pt x="2076196" y="1371600"/>
                    </a:lnTo>
                    <a:close/>
                  </a:path>
                  <a:path w="2534920" h="2159000">
                    <a:moveTo>
                      <a:pt x="2037841" y="1358900"/>
                    </a:moveTo>
                    <a:lnTo>
                      <a:pt x="2029460" y="1358900"/>
                    </a:lnTo>
                    <a:lnTo>
                      <a:pt x="2038350" y="1371600"/>
                    </a:lnTo>
                    <a:lnTo>
                      <a:pt x="2037841" y="1358900"/>
                    </a:lnTo>
                    <a:close/>
                  </a:path>
                  <a:path w="2534920" h="2159000">
                    <a:moveTo>
                      <a:pt x="2067305" y="1358900"/>
                    </a:moveTo>
                    <a:lnTo>
                      <a:pt x="2037841" y="1358900"/>
                    </a:lnTo>
                    <a:lnTo>
                      <a:pt x="2040763" y="1371600"/>
                    </a:lnTo>
                    <a:lnTo>
                      <a:pt x="2073402" y="1371600"/>
                    </a:lnTo>
                    <a:lnTo>
                      <a:pt x="2067305" y="1358900"/>
                    </a:lnTo>
                    <a:close/>
                  </a:path>
                  <a:path w="2534920" h="2159000">
                    <a:moveTo>
                      <a:pt x="2046604" y="1333500"/>
                    </a:moveTo>
                    <a:lnTo>
                      <a:pt x="2013203" y="1333500"/>
                    </a:lnTo>
                    <a:lnTo>
                      <a:pt x="2016760" y="1346200"/>
                    </a:lnTo>
                    <a:lnTo>
                      <a:pt x="2025396" y="1346200"/>
                    </a:lnTo>
                    <a:lnTo>
                      <a:pt x="2029714" y="1358900"/>
                    </a:lnTo>
                    <a:lnTo>
                      <a:pt x="2059051" y="1358900"/>
                    </a:lnTo>
                    <a:lnTo>
                      <a:pt x="2055622" y="1346200"/>
                    </a:lnTo>
                    <a:lnTo>
                      <a:pt x="2046604" y="1333500"/>
                    </a:lnTo>
                    <a:close/>
                  </a:path>
                  <a:path w="2534920" h="2159000">
                    <a:moveTo>
                      <a:pt x="2033651" y="1320800"/>
                    </a:moveTo>
                    <a:lnTo>
                      <a:pt x="2001265" y="1320800"/>
                    </a:lnTo>
                    <a:lnTo>
                      <a:pt x="2005202" y="1333500"/>
                    </a:lnTo>
                    <a:lnTo>
                      <a:pt x="2042667" y="1333500"/>
                    </a:lnTo>
                    <a:lnTo>
                      <a:pt x="2033651" y="1320800"/>
                    </a:lnTo>
                    <a:close/>
                  </a:path>
                  <a:path w="2534920" h="2159000">
                    <a:moveTo>
                      <a:pt x="2021839" y="1308100"/>
                    </a:moveTo>
                    <a:lnTo>
                      <a:pt x="1982977" y="1308100"/>
                    </a:lnTo>
                    <a:lnTo>
                      <a:pt x="1990471" y="1320800"/>
                    </a:lnTo>
                    <a:lnTo>
                      <a:pt x="2029714" y="1320800"/>
                    </a:lnTo>
                    <a:lnTo>
                      <a:pt x="2021839" y="1308100"/>
                    </a:lnTo>
                    <a:close/>
                  </a:path>
                  <a:path w="2534920" h="2159000">
                    <a:moveTo>
                      <a:pt x="2007742" y="1295400"/>
                    </a:moveTo>
                    <a:lnTo>
                      <a:pt x="1973326" y="1295400"/>
                    </a:lnTo>
                    <a:lnTo>
                      <a:pt x="1979802" y="1308100"/>
                    </a:lnTo>
                    <a:lnTo>
                      <a:pt x="2011044" y="1308100"/>
                    </a:lnTo>
                    <a:lnTo>
                      <a:pt x="2007742" y="1295400"/>
                    </a:lnTo>
                    <a:close/>
                  </a:path>
                  <a:path w="2534920" h="2159000">
                    <a:moveTo>
                      <a:pt x="1997328" y="1282700"/>
                    </a:moveTo>
                    <a:lnTo>
                      <a:pt x="1962150" y="1282700"/>
                    </a:lnTo>
                    <a:lnTo>
                      <a:pt x="1970404" y="1295400"/>
                    </a:lnTo>
                    <a:lnTo>
                      <a:pt x="2000630" y="1295400"/>
                    </a:lnTo>
                    <a:lnTo>
                      <a:pt x="1997328" y="1282700"/>
                    </a:lnTo>
                    <a:close/>
                  </a:path>
                  <a:path w="2534920" h="2159000">
                    <a:moveTo>
                      <a:pt x="1979294" y="1270000"/>
                    </a:moveTo>
                    <a:lnTo>
                      <a:pt x="1950212" y="1270000"/>
                    </a:lnTo>
                    <a:lnTo>
                      <a:pt x="1958466" y="1282700"/>
                    </a:lnTo>
                    <a:lnTo>
                      <a:pt x="1987550" y="1282700"/>
                    </a:lnTo>
                    <a:lnTo>
                      <a:pt x="1979294" y="1270000"/>
                    </a:lnTo>
                    <a:close/>
                  </a:path>
                  <a:path w="2534920" h="2159000">
                    <a:moveTo>
                      <a:pt x="1975612" y="1257300"/>
                    </a:moveTo>
                    <a:lnTo>
                      <a:pt x="1940560" y="1257300"/>
                    </a:lnTo>
                    <a:lnTo>
                      <a:pt x="1947164" y="1270000"/>
                    </a:lnTo>
                    <a:lnTo>
                      <a:pt x="1976374" y="1270000"/>
                    </a:lnTo>
                    <a:lnTo>
                      <a:pt x="1975612" y="1257300"/>
                    </a:lnTo>
                    <a:close/>
                  </a:path>
                  <a:path w="2534920" h="2159000">
                    <a:moveTo>
                      <a:pt x="1964563" y="1244600"/>
                    </a:moveTo>
                    <a:lnTo>
                      <a:pt x="1927732" y="1244600"/>
                    </a:lnTo>
                    <a:lnTo>
                      <a:pt x="1937257" y="1257300"/>
                    </a:lnTo>
                    <a:lnTo>
                      <a:pt x="1967864" y="1257300"/>
                    </a:lnTo>
                    <a:lnTo>
                      <a:pt x="1964563" y="1244600"/>
                    </a:lnTo>
                    <a:close/>
                  </a:path>
                  <a:path w="2534920" h="2159000">
                    <a:moveTo>
                      <a:pt x="1944497" y="1231900"/>
                    </a:moveTo>
                    <a:lnTo>
                      <a:pt x="1916049" y="1231900"/>
                    </a:lnTo>
                    <a:lnTo>
                      <a:pt x="1923923" y="1244600"/>
                    </a:lnTo>
                    <a:lnTo>
                      <a:pt x="1953894" y="1244600"/>
                    </a:lnTo>
                    <a:lnTo>
                      <a:pt x="1944497" y="1231900"/>
                    </a:lnTo>
                    <a:close/>
                  </a:path>
                  <a:path w="2534920" h="2159000">
                    <a:moveTo>
                      <a:pt x="1933193" y="1219200"/>
                    </a:moveTo>
                    <a:lnTo>
                      <a:pt x="1902332" y="1219200"/>
                    </a:lnTo>
                    <a:lnTo>
                      <a:pt x="1912365" y="1231900"/>
                    </a:lnTo>
                    <a:lnTo>
                      <a:pt x="1941067" y="1231900"/>
                    </a:lnTo>
                    <a:lnTo>
                      <a:pt x="1933193" y="1219200"/>
                    </a:lnTo>
                    <a:close/>
                  </a:path>
                  <a:path w="2534920" h="2159000">
                    <a:moveTo>
                      <a:pt x="1923923" y="1206500"/>
                    </a:moveTo>
                    <a:lnTo>
                      <a:pt x="1893062" y="1206500"/>
                    </a:lnTo>
                    <a:lnTo>
                      <a:pt x="1902078" y="1219200"/>
                    </a:lnTo>
                    <a:lnTo>
                      <a:pt x="1930400" y="1219200"/>
                    </a:lnTo>
                    <a:lnTo>
                      <a:pt x="1923923" y="1206500"/>
                    </a:lnTo>
                    <a:close/>
                  </a:path>
                  <a:path w="2534920" h="2159000">
                    <a:moveTo>
                      <a:pt x="1911477" y="1193800"/>
                    </a:moveTo>
                    <a:lnTo>
                      <a:pt x="1881251" y="1193800"/>
                    </a:lnTo>
                    <a:lnTo>
                      <a:pt x="1889252" y="1206500"/>
                    </a:lnTo>
                    <a:lnTo>
                      <a:pt x="1920493" y="1206500"/>
                    </a:lnTo>
                    <a:lnTo>
                      <a:pt x="1911477" y="1193800"/>
                    </a:lnTo>
                    <a:close/>
                  </a:path>
                  <a:path w="2534920" h="2159000">
                    <a:moveTo>
                      <a:pt x="1906524" y="1181100"/>
                    </a:moveTo>
                    <a:lnTo>
                      <a:pt x="1871090" y="1181100"/>
                    </a:lnTo>
                    <a:lnTo>
                      <a:pt x="1878584" y="1193800"/>
                    </a:lnTo>
                    <a:lnTo>
                      <a:pt x="1910841" y="1193800"/>
                    </a:lnTo>
                    <a:lnTo>
                      <a:pt x="1906524" y="1181100"/>
                    </a:lnTo>
                    <a:close/>
                  </a:path>
                  <a:path w="2534920" h="2159000">
                    <a:moveTo>
                      <a:pt x="1894204" y="1168400"/>
                    </a:moveTo>
                    <a:lnTo>
                      <a:pt x="1859406" y="1168400"/>
                    </a:lnTo>
                    <a:lnTo>
                      <a:pt x="1868042" y="1181100"/>
                    </a:lnTo>
                    <a:lnTo>
                      <a:pt x="1897761" y="1181100"/>
                    </a:lnTo>
                    <a:lnTo>
                      <a:pt x="1894204" y="1168400"/>
                    </a:lnTo>
                    <a:close/>
                  </a:path>
                  <a:path w="2534920" h="2159000">
                    <a:moveTo>
                      <a:pt x="1883537" y="1155700"/>
                    </a:moveTo>
                    <a:lnTo>
                      <a:pt x="1841627" y="1155700"/>
                    </a:lnTo>
                    <a:lnTo>
                      <a:pt x="1847468" y="1168400"/>
                    </a:lnTo>
                    <a:lnTo>
                      <a:pt x="1887092" y="1168400"/>
                    </a:lnTo>
                    <a:lnTo>
                      <a:pt x="1883537" y="1155700"/>
                    </a:lnTo>
                    <a:close/>
                  </a:path>
                  <a:path w="2534920" h="2159000">
                    <a:moveTo>
                      <a:pt x="1864360" y="1143000"/>
                    </a:moveTo>
                    <a:lnTo>
                      <a:pt x="1828164" y="1143000"/>
                    </a:lnTo>
                    <a:lnTo>
                      <a:pt x="1828673" y="1155700"/>
                    </a:lnTo>
                    <a:lnTo>
                      <a:pt x="1870455" y="1155700"/>
                    </a:lnTo>
                    <a:lnTo>
                      <a:pt x="1864360" y="1143000"/>
                    </a:lnTo>
                    <a:close/>
                  </a:path>
                  <a:path w="2534920" h="2159000">
                    <a:moveTo>
                      <a:pt x="1845437" y="1130300"/>
                    </a:moveTo>
                    <a:lnTo>
                      <a:pt x="1813432" y="1130300"/>
                    </a:lnTo>
                    <a:lnTo>
                      <a:pt x="1818131" y="1143000"/>
                    </a:lnTo>
                    <a:lnTo>
                      <a:pt x="1852294" y="1143000"/>
                    </a:lnTo>
                    <a:lnTo>
                      <a:pt x="1845437" y="1130300"/>
                    </a:lnTo>
                    <a:close/>
                  </a:path>
                  <a:path w="2534920" h="2159000">
                    <a:moveTo>
                      <a:pt x="1834514" y="1117600"/>
                    </a:moveTo>
                    <a:lnTo>
                      <a:pt x="1800352" y="1117600"/>
                    </a:lnTo>
                    <a:lnTo>
                      <a:pt x="1806193" y="1130300"/>
                    </a:lnTo>
                    <a:lnTo>
                      <a:pt x="1837054" y="1130300"/>
                    </a:lnTo>
                    <a:lnTo>
                      <a:pt x="1834514" y="1117600"/>
                    </a:lnTo>
                    <a:close/>
                  </a:path>
                  <a:path w="2534920" h="2159000">
                    <a:moveTo>
                      <a:pt x="1822068" y="1104900"/>
                    </a:moveTo>
                    <a:lnTo>
                      <a:pt x="1786001" y="1104900"/>
                    </a:lnTo>
                    <a:lnTo>
                      <a:pt x="1790700" y="1117600"/>
                    </a:lnTo>
                    <a:lnTo>
                      <a:pt x="1822957" y="1117600"/>
                    </a:lnTo>
                    <a:lnTo>
                      <a:pt x="1822068" y="1104900"/>
                    </a:lnTo>
                    <a:close/>
                  </a:path>
                  <a:path w="2534920" h="2159000">
                    <a:moveTo>
                      <a:pt x="1808606" y="1092200"/>
                    </a:moveTo>
                    <a:lnTo>
                      <a:pt x="1771268" y="1092200"/>
                    </a:lnTo>
                    <a:lnTo>
                      <a:pt x="1776729" y="1104900"/>
                    </a:lnTo>
                    <a:lnTo>
                      <a:pt x="1813687" y="1104900"/>
                    </a:lnTo>
                    <a:lnTo>
                      <a:pt x="1808606" y="1092200"/>
                    </a:lnTo>
                    <a:close/>
                  </a:path>
                  <a:path w="2534920" h="2159000">
                    <a:moveTo>
                      <a:pt x="1794255" y="1079500"/>
                    </a:moveTo>
                    <a:lnTo>
                      <a:pt x="1753107" y="1079500"/>
                    </a:lnTo>
                    <a:lnTo>
                      <a:pt x="1761743" y="1092200"/>
                    </a:lnTo>
                    <a:lnTo>
                      <a:pt x="1799716" y="1092200"/>
                    </a:lnTo>
                    <a:lnTo>
                      <a:pt x="1794255" y="1079500"/>
                    </a:lnTo>
                    <a:close/>
                  </a:path>
                  <a:path w="2534920" h="2159000">
                    <a:moveTo>
                      <a:pt x="1781048" y="1066800"/>
                    </a:moveTo>
                    <a:lnTo>
                      <a:pt x="1740280" y="1066800"/>
                    </a:lnTo>
                    <a:lnTo>
                      <a:pt x="1744599" y="1079500"/>
                    </a:lnTo>
                    <a:lnTo>
                      <a:pt x="1786889" y="1079500"/>
                    </a:lnTo>
                    <a:lnTo>
                      <a:pt x="1781048" y="1066800"/>
                    </a:lnTo>
                    <a:close/>
                  </a:path>
                  <a:path w="2534920" h="2159000">
                    <a:moveTo>
                      <a:pt x="1763394" y="1054100"/>
                    </a:moveTo>
                    <a:lnTo>
                      <a:pt x="1712594" y="1054100"/>
                    </a:lnTo>
                    <a:lnTo>
                      <a:pt x="1724787" y="1066800"/>
                    </a:lnTo>
                    <a:lnTo>
                      <a:pt x="1767204" y="1066800"/>
                    </a:lnTo>
                    <a:lnTo>
                      <a:pt x="1763394" y="1054100"/>
                    </a:lnTo>
                    <a:close/>
                  </a:path>
                  <a:path w="2534920" h="2159000">
                    <a:moveTo>
                      <a:pt x="1740789" y="1041400"/>
                    </a:moveTo>
                    <a:lnTo>
                      <a:pt x="1695957" y="1041400"/>
                    </a:lnTo>
                    <a:lnTo>
                      <a:pt x="1707134" y="1054100"/>
                    </a:lnTo>
                    <a:lnTo>
                      <a:pt x="1748663" y="1054100"/>
                    </a:lnTo>
                    <a:lnTo>
                      <a:pt x="1740789" y="1041400"/>
                    </a:lnTo>
                    <a:close/>
                  </a:path>
                  <a:path w="2534920" h="2159000">
                    <a:moveTo>
                      <a:pt x="1720341" y="1028700"/>
                    </a:moveTo>
                    <a:lnTo>
                      <a:pt x="1682114" y="1028700"/>
                    </a:lnTo>
                    <a:lnTo>
                      <a:pt x="1690751" y="1041400"/>
                    </a:lnTo>
                    <a:lnTo>
                      <a:pt x="1725422" y="1041400"/>
                    </a:lnTo>
                    <a:lnTo>
                      <a:pt x="1720341" y="1028700"/>
                    </a:lnTo>
                    <a:close/>
                  </a:path>
                  <a:path w="2534920" h="2159000">
                    <a:moveTo>
                      <a:pt x="1703704" y="1016000"/>
                    </a:moveTo>
                    <a:lnTo>
                      <a:pt x="1664080" y="1016000"/>
                    </a:lnTo>
                    <a:lnTo>
                      <a:pt x="1676653" y="1028700"/>
                    </a:lnTo>
                    <a:lnTo>
                      <a:pt x="1708785" y="1028700"/>
                    </a:lnTo>
                    <a:lnTo>
                      <a:pt x="1703704" y="1016000"/>
                    </a:lnTo>
                    <a:close/>
                  </a:path>
                  <a:path w="2534920" h="2159000">
                    <a:moveTo>
                      <a:pt x="1678177" y="1003300"/>
                    </a:moveTo>
                    <a:lnTo>
                      <a:pt x="1645792" y="1003300"/>
                    </a:lnTo>
                    <a:lnTo>
                      <a:pt x="1658112" y="1016000"/>
                    </a:lnTo>
                    <a:lnTo>
                      <a:pt x="1690751" y="1016000"/>
                    </a:lnTo>
                    <a:lnTo>
                      <a:pt x="1678177" y="1003300"/>
                    </a:lnTo>
                    <a:close/>
                  </a:path>
                  <a:path w="2534920" h="2159000">
                    <a:moveTo>
                      <a:pt x="1660525" y="990600"/>
                    </a:moveTo>
                    <a:lnTo>
                      <a:pt x="1630426" y="990600"/>
                    </a:lnTo>
                    <a:lnTo>
                      <a:pt x="1641221" y="1003300"/>
                    </a:lnTo>
                    <a:lnTo>
                      <a:pt x="1672716" y="1003300"/>
                    </a:lnTo>
                    <a:lnTo>
                      <a:pt x="1660525" y="990600"/>
                    </a:lnTo>
                    <a:close/>
                  </a:path>
                  <a:path w="2534920" h="2159000">
                    <a:moveTo>
                      <a:pt x="1656461" y="977900"/>
                    </a:moveTo>
                    <a:lnTo>
                      <a:pt x="1613662" y="977900"/>
                    </a:lnTo>
                    <a:lnTo>
                      <a:pt x="1625853" y="990600"/>
                    </a:lnTo>
                    <a:lnTo>
                      <a:pt x="1660905" y="990600"/>
                    </a:lnTo>
                    <a:lnTo>
                      <a:pt x="1656461" y="977900"/>
                    </a:lnTo>
                    <a:close/>
                  </a:path>
                  <a:path w="2534920" h="2159000">
                    <a:moveTo>
                      <a:pt x="1624964" y="952500"/>
                    </a:moveTo>
                    <a:lnTo>
                      <a:pt x="1593468" y="952500"/>
                    </a:lnTo>
                    <a:lnTo>
                      <a:pt x="1598422" y="965200"/>
                    </a:lnTo>
                    <a:lnTo>
                      <a:pt x="1609216" y="977900"/>
                    </a:lnTo>
                    <a:lnTo>
                      <a:pt x="1646174" y="977900"/>
                    </a:lnTo>
                    <a:lnTo>
                      <a:pt x="1641475" y="965200"/>
                    </a:lnTo>
                    <a:lnTo>
                      <a:pt x="1629282" y="965200"/>
                    </a:lnTo>
                    <a:lnTo>
                      <a:pt x="1624964" y="952500"/>
                    </a:lnTo>
                    <a:close/>
                  </a:path>
                  <a:path w="2534920" h="2159000">
                    <a:moveTo>
                      <a:pt x="1597914" y="927100"/>
                    </a:moveTo>
                    <a:lnTo>
                      <a:pt x="1565402" y="927100"/>
                    </a:lnTo>
                    <a:lnTo>
                      <a:pt x="1577721" y="939800"/>
                    </a:lnTo>
                    <a:lnTo>
                      <a:pt x="1582419" y="952500"/>
                    </a:lnTo>
                    <a:lnTo>
                      <a:pt x="1624329" y="952500"/>
                    </a:lnTo>
                    <a:lnTo>
                      <a:pt x="1613535" y="939800"/>
                    </a:lnTo>
                    <a:lnTo>
                      <a:pt x="1608709" y="939800"/>
                    </a:lnTo>
                    <a:lnTo>
                      <a:pt x="1597914" y="927100"/>
                    </a:lnTo>
                    <a:close/>
                  </a:path>
                  <a:path w="2534920" h="2159000">
                    <a:moveTo>
                      <a:pt x="1581150" y="914400"/>
                    </a:moveTo>
                    <a:lnTo>
                      <a:pt x="1549653" y="914400"/>
                    </a:lnTo>
                    <a:lnTo>
                      <a:pt x="1560449" y="927100"/>
                    </a:lnTo>
                    <a:lnTo>
                      <a:pt x="1593341" y="927100"/>
                    </a:lnTo>
                    <a:lnTo>
                      <a:pt x="1581150" y="914400"/>
                    </a:lnTo>
                    <a:close/>
                  </a:path>
                  <a:path w="2534920" h="2159000">
                    <a:moveTo>
                      <a:pt x="1565148" y="901700"/>
                    </a:moveTo>
                    <a:lnTo>
                      <a:pt x="1531492" y="901700"/>
                    </a:lnTo>
                    <a:lnTo>
                      <a:pt x="1536573" y="914400"/>
                    </a:lnTo>
                    <a:lnTo>
                      <a:pt x="1575942" y="914400"/>
                    </a:lnTo>
                    <a:lnTo>
                      <a:pt x="1565148" y="901700"/>
                    </a:lnTo>
                    <a:close/>
                  </a:path>
                  <a:path w="2534920" h="2159000">
                    <a:moveTo>
                      <a:pt x="1550797" y="889000"/>
                    </a:moveTo>
                    <a:lnTo>
                      <a:pt x="1514982" y="889000"/>
                    </a:lnTo>
                    <a:lnTo>
                      <a:pt x="1520063" y="901700"/>
                    </a:lnTo>
                    <a:lnTo>
                      <a:pt x="1560067" y="901700"/>
                    </a:lnTo>
                    <a:lnTo>
                      <a:pt x="1550797" y="889000"/>
                    </a:lnTo>
                    <a:close/>
                  </a:path>
                  <a:path w="2534920" h="2159000">
                    <a:moveTo>
                      <a:pt x="1534540" y="876300"/>
                    </a:moveTo>
                    <a:lnTo>
                      <a:pt x="1500631" y="876300"/>
                    </a:lnTo>
                    <a:lnTo>
                      <a:pt x="1505712" y="889000"/>
                    </a:lnTo>
                    <a:lnTo>
                      <a:pt x="1545716" y="889000"/>
                    </a:lnTo>
                    <a:lnTo>
                      <a:pt x="1534540" y="876300"/>
                    </a:lnTo>
                    <a:close/>
                  </a:path>
                  <a:path w="2534920" h="2159000">
                    <a:moveTo>
                      <a:pt x="1519301" y="863600"/>
                    </a:moveTo>
                    <a:lnTo>
                      <a:pt x="1482343" y="863600"/>
                    </a:lnTo>
                    <a:lnTo>
                      <a:pt x="1488439" y="876300"/>
                    </a:lnTo>
                    <a:lnTo>
                      <a:pt x="1529461" y="876300"/>
                    </a:lnTo>
                    <a:lnTo>
                      <a:pt x="1519301" y="863600"/>
                    </a:lnTo>
                    <a:close/>
                  </a:path>
                  <a:path w="2534920" h="2159000">
                    <a:moveTo>
                      <a:pt x="1501902" y="850900"/>
                    </a:moveTo>
                    <a:lnTo>
                      <a:pt x="1467865" y="850900"/>
                    </a:lnTo>
                    <a:lnTo>
                      <a:pt x="1482216" y="863600"/>
                    </a:lnTo>
                    <a:lnTo>
                      <a:pt x="1514221" y="863600"/>
                    </a:lnTo>
                    <a:lnTo>
                      <a:pt x="1501902" y="850900"/>
                    </a:lnTo>
                    <a:close/>
                  </a:path>
                  <a:path w="2534920" h="2159000">
                    <a:moveTo>
                      <a:pt x="1481327" y="838200"/>
                    </a:moveTo>
                    <a:lnTo>
                      <a:pt x="1450593" y="838200"/>
                    </a:lnTo>
                    <a:lnTo>
                      <a:pt x="1462404" y="850900"/>
                    </a:lnTo>
                    <a:lnTo>
                      <a:pt x="1495805" y="850900"/>
                    </a:lnTo>
                    <a:lnTo>
                      <a:pt x="1481327" y="838200"/>
                    </a:lnTo>
                    <a:close/>
                  </a:path>
                  <a:path w="2534920" h="2159000">
                    <a:moveTo>
                      <a:pt x="1464817" y="825500"/>
                    </a:moveTo>
                    <a:lnTo>
                      <a:pt x="1428496" y="825500"/>
                    </a:lnTo>
                    <a:lnTo>
                      <a:pt x="1445894" y="838200"/>
                    </a:lnTo>
                    <a:lnTo>
                      <a:pt x="1476628" y="838200"/>
                    </a:lnTo>
                    <a:lnTo>
                      <a:pt x="1464817" y="825500"/>
                    </a:lnTo>
                    <a:close/>
                  </a:path>
                  <a:path w="2534920" h="2159000">
                    <a:moveTo>
                      <a:pt x="1447546" y="812800"/>
                    </a:moveTo>
                    <a:lnTo>
                      <a:pt x="1414779" y="812800"/>
                    </a:lnTo>
                    <a:lnTo>
                      <a:pt x="1428750" y="825500"/>
                    </a:lnTo>
                    <a:lnTo>
                      <a:pt x="1459356" y="825500"/>
                    </a:lnTo>
                    <a:lnTo>
                      <a:pt x="1447546" y="812800"/>
                    </a:lnTo>
                    <a:close/>
                  </a:path>
                  <a:path w="2534920" h="2159000">
                    <a:moveTo>
                      <a:pt x="1427861" y="800100"/>
                    </a:moveTo>
                    <a:lnTo>
                      <a:pt x="1396746" y="800100"/>
                    </a:lnTo>
                    <a:lnTo>
                      <a:pt x="1415034" y="812800"/>
                    </a:lnTo>
                    <a:lnTo>
                      <a:pt x="1441957" y="812800"/>
                    </a:lnTo>
                    <a:lnTo>
                      <a:pt x="1427861" y="800100"/>
                    </a:lnTo>
                    <a:close/>
                  </a:path>
                  <a:path w="2534920" h="2159000">
                    <a:moveTo>
                      <a:pt x="1409191" y="787400"/>
                    </a:moveTo>
                    <a:lnTo>
                      <a:pt x="1376172" y="787400"/>
                    </a:lnTo>
                    <a:lnTo>
                      <a:pt x="1381125" y="800100"/>
                    </a:lnTo>
                    <a:lnTo>
                      <a:pt x="1421511" y="800100"/>
                    </a:lnTo>
                    <a:lnTo>
                      <a:pt x="1409191" y="787400"/>
                    </a:lnTo>
                    <a:close/>
                  </a:path>
                  <a:path w="2534920" h="2159000">
                    <a:moveTo>
                      <a:pt x="1394332" y="774700"/>
                    </a:moveTo>
                    <a:lnTo>
                      <a:pt x="1358773" y="774700"/>
                    </a:lnTo>
                    <a:lnTo>
                      <a:pt x="1363726" y="787400"/>
                    </a:lnTo>
                    <a:lnTo>
                      <a:pt x="1404365" y="787400"/>
                    </a:lnTo>
                    <a:lnTo>
                      <a:pt x="1394332" y="774700"/>
                    </a:lnTo>
                    <a:close/>
                  </a:path>
                  <a:path w="2534920" h="2159000">
                    <a:moveTo>
                      <a:pt x="1377314" y="762000"/>
                    </a:moveTo>
                    <a:lnTo>
                      <a:pt x="1339977" y="762000"/>
                    </a:lnTo>
                    <a:lnTo>
                      <a:pt x="1345438" y="774700"/>
                    </a:lnTo>
                    <a:lnTo>
                      <a:pt x="1389126" y="774700"/>
                    </a:lnTo>
                    <a:lnTo>
                      <a:pt x="1377314" y="762000"/>
                    </a:lnTo>
                    <a:close/>
                  </a:path>
                  <a:path w="2534920" h="2159000">
                    <a:moveTo>
                      <a:pt x="1359153" y="749300"/>
                    </a:moveTo>
                    <a:lnTo>
                      <a:pt x="1324482" y="749300"/>
                    </a:lnTo>
                    <a:lnTo>
                      <a:pt x="1329181" y="762000"/>
                    </a:lnTo>
                    <a:lnTo>
                      <a:pt x="1372489" y="762000"/>
                    </a:lnTo>
                    <a:lnTo>
                      <a:pt x="1359153" y="749300"/>
                    </a:lnTo>
                    <a:close/>
                  </a:path>
                  <a:path w="2534920" h="2159000">
                    <a:moveTo>
                      <a:pt x="1342136" y="736600"/>
                    </a:moveTo>
                    <a:lnTo>
                      <a:pt x="1297304" y="736600"/>
                    </a:lnTo>
                    <a:lnTo>
                      <a:pt x="1309624" y="749300"/>
                    </a:lnTo>
                    <a:lnTo>
                      <a:pt x="1353692" y="749300"/>
                    </a:lnTo>
                    <a:lnTo>
                      <a:pt x="1342136" y="736600"/>
                    </a:lnTo>
                    <a:close/>
                  </a:path>
                  <a:path w="2534920" h="2159000">
                    <a:moveTo>
                      <a:pt x="1328419" y="723900"/>
                    </a:moveTo>
                    <a:lnTo>
                      <a:pt x="1291971" y="723900"/>
                    </a:lnTo>
                    <a:lnTo>
                      <a:pt x="1292098" y="736600"/>
                    </a:lnTo>
                    <a:lnTo>
                      <a:pt x="1337817" y="736600"/>
                    </a:lnTo>
                    <a:lnTo>
                      <a:pt x="1328419" y="723900"/>
                    </a:lnTo>
                    <a:close/>
                  </a:path>
                  <a:path w="2534920" h="2159000">
                    <a:moveTo>
                      <a:pt x="1311275" y="711200"/>
                    </a:moveTo>
                    <a:lnTo>
                      <a:pt x="1267078" y="711200"/>
                    </a:lnTo>
                    <a:lnTo>
                      <a:pt x="1277619" y="723900"/>
                    </a:lnTo>
                    <a:lnTo>
                      <a:pt x="1323593" y="723900"/>
                    </a:lnTo>
                    <a:lnTo>
                      <a:pt x="1311275" y="711200"/>
                    </a:lnTo>
                    <a:close/>
                  </a:path>
                  <a:path w="2534920" h="2159000">
                    <a:moveTo>
                      <a:pt x="1295400" y="698500"/>
                    </a:moveTo>
                    <a:lnTo>
                      <a:pt x="1251585" y="698500"/>
                    </a:lnTo>
                    <a:lnTo>
                      <a:pt x="1262252" y="711200"/>
                    </a:lnTo>
                    <a:lnTo>
                      <a:pt x="1305940" y="711200"/>
                    </a:lnTo>
                    <a:lnTo>
                      <a:pt x="1295400" y="698500"/>
                    </a:lnTo>
                    <a:close/>
                  </a:path>
                  <a:path w="2534920" h="2159000">
                    <a:moveTo>
                      <a:pt x="1276350" y="685800"/>
                    </a:moveTo>
                    <a:lnTo>
                      <a:pt x="1238377" y="685800"/>
                    </a:lnTo>
                    <a:lnTo>
                      <a:pt x="1248410" y="698500"/>
                    </a:lnTo>
                    <a:lnTo>
                      <a:pt x="1291463" y="698500"/>
                    </a:lnTo>
                    <a:lnTo>
                      <a:pt x="1276350" y="685800"/>
                    </a:lnTo>
                    <a:close/>
                  </a:path>
                  <a:path w="2534920" h="2159000">
                    <a:moveTo>
                      <a:pt x="1263396" y="673100"/>
                    </a:moveTo>
                    <a:lnTo>
                      <a:pt x="1218184" y="673100"/>
                    </a:lnTo>
                    <a:lnTo>
                      <a:pt x="1228216" y="685800"/>
                    </a:lnTo>
                    <a:lnTo>
                      <a:pt x="1266952" y="685800"/>
                    </a:lnTo>
                    <a:lnTo>
                      <a:pt x="1263396" y="673100"/>
                    </a:lnTo>
                    <a:close/>
                  </a:path>
                  <a:path w="2534920" h="2159000">
                    <a:moveTo>
                      <a:pt x="1242694" y="660400"/>
                    </a:moveTo>
                    <a:lnTo>
                      <a:pt x="1205991" y="660400"/>
                    </a:lnTo>
                    <a:lnTo>
                      <a:pt x="1218564" y="673100"/>
                    </a:lnTo>
                    <a:lnTo>
                      <a:pt x="1252727" y="673100"/>
                    </a:lnTo>
                    <a:lnTo>
                      <a:pt x="1242694" y="660400"/>
                    </a:lnTo>
                    <a:close/>
                  </a:path>
                  <a:path w="2534920" h="2159000">
                    <a:moveTo>
                      <a:pt x="1232789" y="647700"/>
                    </a:moveTo>
                    <a:lnTo>
                      <a:pt x="1191514" y="647700"/>
                    </a:lnTo>
                    <a:lnTo>
                      <a:pt x="1200912" y="660400"/>
                    </a:lnTo>
                    <a:lnTo>
                      <a:pt x="1242822" y="660400"/>
                    </a:lnTo>
                    <a:lnTo>
                      <a:pt x="1232789" y="647700"/>
                    </a:lnTo>
                    <a:close/>
                  </a:path>
                  <a:path w="2534920" h="2159000">
                    <a:moveTo>
                      <a:pt x="1213865" y="635000"/>
                    </a:moveTo>
                    <a:lnTo>
                      <a:pt x="1173734" y="635000"/>
                    </a:lnTo>
                    <a:lnTo>
                      <a:pt x="1178432" y="647700"/>
                    </a:lnTo>
                    <a:lnTo>
                      <a:pt x="1219200" y="647700"/>
                    </a:lnTo>
                    <a:lnTo>
                      <a:pt x="1213865" y="635000"/>
                    </a:lnTo>
                    <a:close/>
                  </a:path>
                  <a:path w="2534920" h="2159000">
                    <a:moveTo>
                      <a:pt x="1154176" y="622300"/>
                    </a:moveTo>
                    <a:lnTo>
                      <a:pt x="1145031" y="622300"/>
                    </a:lnTo>
                    <a:lnTo>
                      <a:pt x="1154429" y="635000"/>
                    </a:lnTo>
                    <a:lnTo>
                      <a:pt x="1154176" y="622300"/>
                    </a:lnTo>
                    <a:close/>
                  </a:path>
                  <a:path w="2534920" h="2159000">
                    <a:moveTo>
                      <a:pt x="1190625" y="622300"/>
                    </a:moveTo>
                    <a:lnTo>
                      <a:pt x="1154176" y="622300"/>
                    </a:lnTo>
                    <a:lnTo>
                      <a:pt x="1158875" y="635000"/>
                    </a:lnTo>
                    <a:lnTo>
                      <a:pt x="1199641" y="635000"/>
                    </a:lnTo>
                    <a:lnTo>
                      <a:pt x="1190625" y="622300"/>
                    </a:lnTo>
                    <a:close/>
                  </a:path>
                  <a:path w="2534920" h="2159000">
                    <a:moveTo>
                      <a:pt x="1171575" y="609600"/>
                    </a:moveTo>
                    <a:lnTo>
                      <a:pt x="1131189" y="609600"/>
                    </a:lnTo>
                    <a:lnTo>
                      <a:pt x="1140840" y="622300"/>
                    </a:lnTo>
                    <a:lnTo>
                      <a:pt x="1178814" y="622300"/>
                    </a:lnTo>
                    <a:lnTo>
                      <a:pt x="1171575" y="609600"/>
                    </a:lnTo>
                    <a:close/>
                  </a:path>
                  <a:path w="2534920" h="2159000">
                    <a:moveTo>
                      <a:pt x="1153414" y="596900"/>
                    </a:moveTo>
                    <a:lnTo>
                      <a:pt x="1113536" y="596900"/>
                    </a:lnTo>
                    <a:lnTo>
                      <a:pt x="1126109" y="609600"/>
                    </a:lnTo>
                    <a:lnTo>
                      <a:pt x="1157731" y="609600"/>
                    </a:lnTo>
                    <a:lnTo>
                      <a:pt x="1153414" y="596900"/>
                    </a:lnTo>
                    <a:close/>
                  </a:path>
                  <a:path w="2534920" h="2159000">
                    <a:moveTo>
                      <a:pt x="1126489" y="584200"/>
                    </a:moveTo>
                    <a:lnTo>
                      <a:pt x="1093851" y="584200"/>
                    </a:lnTo>
                    <a:lnTo>
                      <a:pt x="1098168" y="596900"/>
                    </a:lnTo>
                    <a:lnTo>
                      <a:pt x="1139063" y="596900"/>
                    </a:lnTo>
                    <a:lnTo>
                      <a:pt x="1126489" y="584200"/>
                    </a:lnTo>
                    <a:close/>
                  </a:path>
                  <a:path w="2534920" h="2159000">
                    <a:moveTo>
                      <a:pt x="1110996" y="571500"/>
                    </a:moveTo>
                    <a:lnTo>
                      <a:pt x="1070102" y="571500"/>
                    </a:lnTo>
                    <a:lnTo>
                      <a:pt x="1079880" y="584200"/>
                    </a:lnTo>
                    <a:lnTo>
                      <a:pt x="1121537" y="584200"/>
                    </a:lnTo>
                    <a:lnTo>
                      <a:pt x="1110996" y="571500"/>
                    </a:lnTo>
                    <a:close/>
                  </a:path>
                  <a:path w="2534920" h="2159000">
                    <a:moveTo>
                      <a:pt x="1095755" y="558800"/>
                    </a:moveTo>
                    <a:lnTo>
                      <a:pt x="1042288" y="558800"/>
                    </a:lnTo>
                    <a:lnTo>
                      <a:pt x="1052702" y="571500"/>
                    </a:lnTo>
                    <a:lnTo>
                      <a:pt x="1105915" y="571500"/>
                    </a:lnTo>
                    <a:lnTo>
                      <a:pt x="1095755" y="558800"/>
                    </a:lnTo>
                    <a:close/>
                  </a:path>
                  <a:path w="2534920" h="2159000">
                    <a:moveTo>
                      <a:pt x="1076452" y="546100"/>
                    </a:moveTo>
                    <a:lnTo>
                      <a:pt x="1025651" y="546100"/>
                    </a:lnTo>
                    <a:lnTo>
                      <a:pt x="1036701" y="558800"/>
                    </a:lnTo>
                    <a:lnTo>
                      <a:pt x="1081404" y="558800"/>
                    </a:lnTo>
                    <a:lnTo>
                      <a:pt x="1076452" y="546100"/>
                    </a:lnTo>
                    <a:close/>
                  </a:path>
                  <a:path w="2534920" h="2159000">
                    <a:moveTo>
                      <a:pt x="1047368" y="533400"/>
                    </a:moveTo>
                    <a:lnTo>
                      <a:pt x="1003300" y="533400"/>
                    </a:lnTo>
                    <a:lnTo>
                      <a:pt x="1008761" y="546100"/>
                    </a:lnTo>
                    <a:lnTo>
                      <a:pt x="1052322" y="546100"/>
                    </a:lnTo>
                    <a:lnTo>
                      <a:pt x="1047368" y="533400"/>
                    </a:lnTo>
                    <a:close/>
                  </a:path>
                  <a:path w="2534920" h="2159000">
                    <a:moveTo>
                      <a:pt x="1020317" y="520700"/>
                    </a:moveTo>
                    <a:lnTo>
                      <a:pt x="973454" y="520700"/>
                    </a:lnTo>
                    <a:lnTo>
                      <a:pt x="985265" y="533400"/>
                    </a:lnTo>
                    <a:lnTo>
                      <a:pt x="1031366" y="533400"/>
                    </a:lnTo>
                    <a:lnTo>
                      <a:pt x="1020317" y="520700"/>
                    </a:lnTo>
                    <a:close/>
                  </a:path>
                  <a:path w="2534920" h="2159000">
                    <a:moveTo>
                      <a:pt x="1003300" y="508000"/>
                    </a:moveTo>
                    <a:lnTo>
                      <a:pt x="960754" y="508000"/>
                    </a:lnTo>
                    <a:lnTo>
                      <a:pt x="969010" y="520700"/>
                    </a:lnTo>
                    <a:lnTo>
                      <a:pt x="1015873" y="520700"/>
                    </a:lnTo>
                    <a:lnTo>
                      <a:pt x="1003300" y="508000"/>
                    </a:lnTo>
                    <a:close/>
                  </a:path>
                  <a:path w="2534920" h="2159000">
                    <a:moveTo>
                      <a:pt x="986536" y="495300"/>
                    </a:moveTo>
                    <a:lnTo>
                      <a:pt x="943990" y="495300"/>
                    </a:lnTo>
                    <a:lnTo>
                      <a:pt x="948689" y="508000"/>
                    </a:lnTo>
                    <a:lnTo>
                      <a:pt x="998347" y="508000"/>
                    </a:lnTo>
                    <a:lnTo>
                      <a:pt x="986536" y="495300"/>
                    </a:lnTo>
                    <a:close/>
                  </a:path>
                  <a:path w="2534920" h="2159000">
                    <a:moveTo>
                      <a:pt x="959865" y="482600"/>
                    </a:moveTo>
                    <a:lnTo>
                      <a:pt x="917193" y="482600"/>
                    </a:lnTo>
                    <a:lnTo>
                      <a:pt x="927988" y="495300"/>
                    </a:lnTo>
                    <a:lnTo>
                      <a:pt x="968882" y="495300"/>
                    </a:lnTo>
                    <a:lnTo>
                      <a:pt x="959865" y="482600"/>
                    </a:lnTo>
                    <a:close/>
                  </a:path>
                  <a:path w="2534920" h="2159000">
                    <a:moveTo>
                      <a:pt x="942593" y="469900"/>
                    </a:moveTo>
                    <a:lnTo>
                      <a:pt x="887222" y="469900"/>
                    </a:lnTo>
                    <a:lnTo>
                      <a:pt x="897636" y="482600"/>
                    </a:lnTo>
                    <a:lnTo>
                      <a:pt x="954151" y="482600"/>
                    </a:lnTo>
                    <a:lnTo>
                      <a:pt x="942593" y="469900"/>
                    </a:lnTo>
                    <a:close/>
                  </a:path>
                  <a:path w="2534920" h="2159000">
                    <a:moveTo>
                      <a:pt x="913511" y="457200"/>
                    </a:moveTo>
                    <a:lnTo>
                      <a:pt x="873887" y="457200"/>
                    </a:lnTo>
                    <a:lnTo>
                      <a:pt x="882141" y="469900"/>
                    </a:lnTo>
                    <a:lnTo>
                      <a:pt x="923163" y="469900"/>
                    </a:lnTo>
                    <a:lnTo>
                      <a:pt x="913511" y="457200"/>
                    </a:lnTo>
                    <a:close/>
                  </a:path>
                  <a:path w="2534920" h="2159000">
                    <a:moveTo>
                      <a:pt x="895096" y="444500"/>
                    </a:moveTo>
                    <a:lnTo>
                      <a:pt x="849756" y="444500"/>
                    </a:lnTo>
                    <a:lnTo>
                      <a:pt x="858774" y="457200"/>
                    </a:lnTo>
                    <a:lnTo>
                      <a:pt x="899413" y="457200"/>
                    </a:lnTo>
                    <a:lnTo>
                      <a:pt x="895096" y="444500"/>
                    </a:lnTo>
                    <a:close/>
                  </a:path>
                  <a:path w="2534920" h="2159000">
                    <a:moveTo>
                      <a:pt x="875664" y="431800"/>
                    </a:moveTo>
                    <a:lnTo>
                      <a:pt x="836549" y="431800"/>
                    </a:lnTo>
                    <a:lnTo>
                      <a:pt x="845947" y="444500"/>
                    </a:lnTo>
                    <a:lnTo>
                      <a:pt x="883412" y="444500"/>
                    </a:lnTo>
                    <a:lnTo>
                      <a:pt x="875664" y="431800"/>
                    </a:lnTo>
                    <a:close/>
                  </a:path>
                  <a:path w="2534920" h="2159000">
                    <a:moveTo>
                      <a:pt x="856868" y="419100"/>
                    </a:moveTo>
                    <a:lnTo>
                      <a:pt x="809371" y="419100"/>
                    </a:lnTo>
                    <a:lnTo>
                      <a:pt x="819403" y="431800"/>
                    </a:lnTo>
                    <a:lnTo>
                      <a:pt x="861187" y="431800"/>
                    </a:lnTo>
                    <a:lnTo>
                      <a:pt x="856868" y="419100"/>
                    </a:lnTo>
                    <a:close/>
                  </a:path>
                  <a:path w="2534920" h="2159000">
                    <a:moveTo>
                      <a:pt x="834263" y="406400"/>
                    </a:moveTo>
                    <a:lnTo>
                      <a:pt x="777748" y="406400"/>
                    </a:lnTo>
                    <a:lnTo>
                      <a:pt x="789686" y="419100"/>
                    </a:lnTo>
                    <a:lnTo>
                      <a:pt x="843914" y="419100"/>
                    </a:lnTo>
                    <a:lnTo>
                      <a:pt x="834263" y="406400"/>
                    </a:lnTo>
                    <a:close/>
                  </a:path>
                  <a:path w="2534920" h="2159000">
                    <a:moveTo>
                      <a:pt x="799591" y="393700"/>
                    </a:moveTo>
                    <a:lnTo>
                      <a:pt x="759713" y="393700"/>
                    </a:lnTo>
                    <a:lnTo>
                      <a:pt x="772287" y="406400"/>
                    </a:lnTo>
                    <a:lnTo>
                      <a:pt x="814959" y="406400"/>
                    </a:lnTo>
                    <a:lnTo>
                      <a:pt x="799591" y="393700"/>
                    </a:lnTo>
                    <a:close/>
                  </a:path>
                  <a:path w="2534920" h="2159000">
                    <a:moveTo>
                      <a:pt x="783209" y="381000"/>
                    </a:moveTo>
                    <a:lnTo>
                      <a:pt x="740790" y="381000"/>
                    </a:lnTo>
                    <a:lnTo>
                      <a:pt x="754379" y="393700"/>
                    </a:lnTo>
                    <a:lnTo>
                      <a:pt x="788288" y="393700"/>
                    </a:lnTo>
                    <a:lnTo>
                      <a:pt x="783209" y="381000"/>
                    </a:lnTo>
                    <a:close/>
                  </a:path>
                  <a:path w="2534920" h="2159000">
                    <a:moveTo>
                      <a:pt x="752475" y="368300"/>
                    </a:moveTo>
                    <a:lnTo>
                      <a:pt x="722122" y="368300"/>
                    </a:lnTo>
                    <a:lnTo>
                      <a:pt x="734822" y="381000"/>
                    </a:lnTo>
                    <a:lnTo>
                      <a:pt x="765428" y="381000"/>
                    </a:lnTo>
                    <a:lnTo>
                      <a:pt x="752475" y="368300"/>
                    </a:lnTo>
                    <a:close/>
                  </a:path>
                  <a:path w="2534920" h="2159000">
                    <a:moveTo>
                      <a:pt x="734440" y="355600"/>
                    </a:moveTo>
                    <a:lnTo>
                      <a:pt x="699007" y="355600"/>
                    </a:lnTo>
                    <a:lnTo>
                      <a:pt x="704850" y="368300"/>
                    </a:lnTo>
                    <a:lnTo>
                      <a:pt x="747013" y="368300"/>
                    </a:lnTo>
                    <a:lnTo>
                      <a:pt x="734440" y="355600"/>
                    </a:lnTo>
                    <a:close/>
                  </a:path>
                  <a:path w="2534920" h="2159000">
                    <a:moveTo>
                      <a:pt x="716534" y="342900"/>
                    </a:moveTo>
                    <a:lnTo>
                      <a:pt x="681481" y="342900"/>
                    </a:lnTo>
                    <a:lnTo>
                      <a:pt x="687197" y="355600"/>
                    </a:lnTo>
                    <a:lnTo>
                      <a:pt x="728852" y="355600"/>
                    </a:lnTo>
                    <a:lnTo>
                      <a:pt x="716534" y="342900"/>
                    </a:lnTo>
                    <a:close/>
                  </a:path>
                  <a:path w="2534920" h="2159000">
                    <a:moveTo>
                      <a:pt x="698246" y="330200"/>
                    </a:moveTo>
                    <a:lnTo>
                      <a:pt x="646811" y="330200"/>
                    </a:lnTo>
                    <a:lnTo>
                      <a:pt x="662686" y="342900"/>
                    </a:lnTo>
                    <a:lnTo>
                      <a:pt x="711453" y="342900"/>
                    </a:lnTo>
                    <a:lnTo>
                      <a:pt x="698246" y="330200"/>
                    </a:lnTo>
                    <a:close/>
                  </a:path>
                  <a:path w="2534920" h="2159000">
                    <a:moveTo>
                      <a:pt x="679576" y="317500"/>
                    </a:moveTo>
                    <a:lnTo>
                      <a:pt x="625093" y="317500"/>
                    </a:lnTo>
                    <a:lnTo>
                      <a:pt x="640206" y="330200"/>
                    </a:lnTo>
                    <a:lnTo>
                      <a:pt x="692530" y="330200"/>
                    </a:lnTo>
                    <a:lnTo>
                      <a:pt x="679576" y="317500"/>
                    </a:lnTo>
                    <a:close/>
                  </a:path>
                  <a:path w="2534920" h="2159000">
                    <a:moveTo>
                      <a:pt x="658622" y="304800"/>
                    </a:moveTo>
                    <a:lnTo>
                      <a:pt x="618998" y="304800"/>
                    </a:lnTo>
                    <a:lnTo>
                      <a:pt x="624839" y="317500"/>
                    </a:lnTo>
                    <a:lnTo>
                      <a:pt x="674115" y="317500"/>
                    </a:lnTo>
                    <a:lnTo>
                      <a:pt x="658622" y="304800"/>
                    </a:lnTo>
                    <a:close/>
                  </a:path>
                  <a:path w="2534920" h="2159000">
                    <a:moveTo>
                      <a:pt x="637159" y="292100"/>
                    </a:moveTo>
                    <a:lnTo>
                      <a:pt x="588644" y="292100"/>
                    </a:lnTo>
                    <a:lnTo>
                      <a:pt x="601217" y="304800"/>
                    </a:lnTo>
                    <a:lnTo>
                      <a:pt x="652272" y="304800"/>
                    </a:lnTo>
                    <a:lnTo>
                      <a:pt x="637159" y="292100"/>
                    </a:lnTo>
                    <a:close/>
                  </a:path>
                  <a:path w="2534920" h="2159000">
                    <a:moveTo>
                      <a:pt x="618871" y="279400"/>
                    </a:moveTo>
                    <a:lnTo>
                      <a:pt x="573024" y="279400"/>
                    </a:lnTo>
                    <a:lnTo>
                      <a:pt x="583818" y="292100"/>
                    </a:lnTo>
                    <a:lnTo>
                      <a:pt x="631443" y="292100"/>
                    </a:lnTo>
                    <a:lnTo>
                      <a:pt x="618871" y="279400"/>
                    </a:lnTo>
                    <a:close/>
                  </a:path>
                  <a:path w="2534920" h="2159000">
                    <a:moveTo>
                      <a:pt x="600075" y="266700"/>
                    </a:moveTo>
                    <a:lnTo>
                      <a:pt x="555243" y="266700"/>
                    </a:lnTo>
                    <a:lnTo>
                      <a:pt x="567816" y="279400"/>
                    </a:lnTo>
                    <a:lnTo>
                      <a:pt x="612775" y="279400"/>
                    </a:lnTo>
                    <a:lnTo>
                      <a:pt x="600075" y="266700"/>
                    </a:lnTo>
                    <a:close/>
                  </a:path>
                  <a:path w="2534920" h="2159000">
                    <a:moveTo>
                      <a:pt x="566674" y="254000"/>
                    </a:moveTo>
                    <a:lnTo>
                      <a:pt x="534797" y="254000"/>
                    </a:lnTo>
                    <a:lnTo>
                      <a:pt x="535813" y="266700"/>
                    </a:lnTo>
                    <a:lnTo>
                      <a:pt x="579247" y="266700"/>
                    </a:lnTo>
                    <a:lnTo>
                      <a:pt x="566674" y="254000"/>
                    </a:lnTo>
                    <a:close/>
                  </a:path>
                  <a:path w="2534920" h="2159000">
                    <a:moveTo>
                      <a:pt x="547115" y="241300"/>
                    </a:moveTo>
                    <a:lnTo>
                      <a:pt x="508762" y="241300"/>
                    </a:lnTo>
                    <a:lnTo>
                      <a:pt x="517778" y="254000"/>
                    </a:lnTo>
                    <a:lnTo>
                      <a:pt x="561213" y="254000"/>
                    </a:lnTo>
                    <a:lnTo>
                      <a:pt x="547115" y="241300"/>
                    </a:lnTo>
                    <a:close/>
                  </a:path>
                  <a:path w="2534920" h="2159000">
                    <a:moveTo>
                      <a:pt x="533653" y="228600"/>
                    </a:moveTo>
                    <a:lnTo>
                      <a:pt x="491616" y="228600"/>
                    </a:lnTo>
                    <a:lnTo>
                      <a:pt x="504443" y="241300"/>
                    </a:lnTo>
                    <a:lnTo>
                      <a:pt x="542925" y="241300"/>
                    </a:lnTo>
                    <a:lnTo>
                      <a:pt x="533653" y="228600"/>
                    </a:lnTo>
                    <a:close/>
                  </a:path>
                  <a:path w="2534920" h="2159000">
                    <a:moveTo>
                      <a:pt x="514350" y="215900"/>
                    </a:moveTo>
                    <a:lnTo>
                      <a:pt x="459866" y="215900"/>
                    </a:lnTo>
                    <a:lnTo>
                      <a:pt x="471042" y="228600"/>
                    </a:lnTo>
                    <a:lnTo>
                      <a:pt x="520191" y="228600"/>
                    </a:lnTo>
                    <a:lnTo>
                      <a:pt x="514350" y="215900"/>
                    </a:lnTo>
                    <a:close/>
                  </a:path>
                  <a:path w="2534920" h="2159000">
                    <a:moveTo>
                      <a:pt x="485139" y="203200"/>
                    </a:moveTo>
                    <a:lnTo>
                      <a:pt x="442467" y="203200"/>
                    </a:lnTo>
                    <a:lnTo>
                      <a:pt x="453643" y="215900"/>
                    </a:lnTo>
                    <a:lnTo>
                      <a:pt x="496188" y="215900"/>
                    </a:lnTo>
                    <a:lnTo>
                      <a:pt x="485139" y="203200"/>
                    </a:lnTo>
                    <a:close/>
                  </a:path>
                  <a:path w="2534920" h="2159000">
                    <a:moveTo>
                      <a:pt x="463550" y="190500"/>
                    </a:moveTo>
                    <a:lnTo>
                      <a:pt x="409575" y="190500"/>
                    </a:lnTo>
                    <a:lnTo>
                      <a:pt x="421259" y="203200"/>
                    </a:lnTo>
                    <a:lnTo>
                      <a:pt x="469391" y="203200"/>
                    </a:lnTo>
                    <a:lnTo>
                      <a:pt x="463550" y="190500"/>
                    </a:lnTo>
                    <a:close/>
                  </a:path>
                  <a:path w="2534920" h="2159000">
                    <a:moveTo>
                      <a:pt x="437006" y="177800"/>
                    </a:moveTo>
                    <a:lnTo>
                      <a:pt x="391540" y="177800"/>
                    </a:lnTo>
                    <a:lnTo>
                      <a:pt x="396493" y="190500"/>
                    </a:lnTo>
                    <a:lnTo>
                      <a:pt x="448055" y="190500"/>
                    </a:lnTo>
                    <a:lnTo>
                      <a:pt x="437006" y="177800"/>
                    </a:lnTo>
                    <a:close/>
                  </a:path>
                  <a:path w="2534920" h="2159000">
                    <a:moveTo>
                      <a:pt x="415671" y="165100"/>
                    </a:moveTo>
                    <a:lnTo>
                      <a:pt x="360934" y="165100"/>
                    </a:lnTo>
                    <a:lnTo>
                      <a:pt x="373888" y="177800"/>
                    </a:lnTo>
                    <a:lnTo>
                      <a:pt x="420624" y="177800"/>
                    </a:lnTo>
                    <a:lnTo>
                      <a:pt x="415671" y="165100"/>
                    </a:lnTo>
                    <a:close/>
                  </a:path>
                  <a:path w="2534920" h="2159000">
                    <a:moveTo>
                      <a:pt x="388365" y="152400"/>
                    </a:moveTo>
                    <a:lnTo>
                      <a:pt x="340867" y="152400"/>
                    </a:lnTo>
                    <a:lnTo>
                      <a:pt x="355600" y="165100"/>
                    </a:lnTo>
                    <a:lnTo>
                      <a:pt x="400938" y="165100"/>
                    </a:lnTo>
                    <a:lnTo>
                      <a:pt x="388365" y="152400"/>
                    </a:lnTo>
                    <a:close/>
                  </a:path>
                  <a:path w="2534920" h="2159000">
                    <a:moveTo>
                      <a:pt x="366013" y="139700"/>
                    </a:moveTo>
                    <a:lnTo>
                      <a:pt x="303656" y="139700"/>
                    </a:lnTo>
                    <a:lnTo>
                      <a:pt x="334644" y="152400"/>
                    </a:lnTo>
                    <a:lnTo>
                      <a:pt x="371348" y="152400"/>
                    </a:lnTo>
                    <a:lnTo>
                      <a:pt x="366013" y="139700"/>
                    </a:lnTo>
                    <a:close/>
                  </a:path>
                  <a:path w="2534920" h="2159000">
                    <a:moveTo>
                      <a:pt x="331469" y="127000"/>
                    </a:moveTo>
                    <a:lnTo>
                      <a:pt x="283463" y="127000"/>
                    </a:lnTo>
                    <a:lnTo>
                      <a:pt x="297434" y="139700"/>
                    </a:lnTo>
                    <a:lnTo>
                      <a:pt x="344424" y="139700"/>
                    </a:lnTo>
                    <a:lnTo>
                      <a:pt x="331469" y="127000"/>
                    </a:lnTo>
                    <a:close/>
                  </a:path>
                  <a:path w="2534920" h="2159000">
                    <a:moveTo>
                      <a:pt x="313181" y="114300"/>
                    </a:moveTo>
                    <a:lnTo>
                      <a:pt x="266064" y="114300"/>
                    </a:lnTo>
                    <a:lnTo>
                      <a:pt x="277875" y="127000"/>
                    </a:lnTo>
                    <a:lnTo>
                      <a:pt x="326389" y="127000"/>
                    </a:lnTo>
                    <a:lnTo>
                      <a:pt x="313181" y="114300"/>
                    </a:lnTo>
                    <a:close/>
                  </a:path>
                  <a:path w="2534920" h="2159000">
                    <a:moveTo>
                      <a:pt x="287909" y="101600"/>
                    </a:moveTo>
                    <a:lnTo>
                      <a:pt x="243077" y="101600"/>
                    </a:lnTo>
                    <a:lnTo>
                      <a:pt x="248157" y="114300"/>
                    </a:lnTo>
                    <a:lnTo>
                      <a:pt x="293624" y="114300"/>
                    </a:lnTo>
                    <a:lnTo>
                      <a:pt x="287909" y="101600"/>
                    </a:lnTo>
                    <a:close/>
                  </a:path>
                  <a:path w="2534920" h="2159000">
                    <a:moveTo>
                      <a:pt x="258318" y="88900"/>
                    </a:moveTo>
                    <a:lnTo>
                      <a:pt x="217043" y="88900"/>
                    </a:lnTo>
                    <a:lnTo>
                      <a:pt x="228853" y="101600"/>
                    </a:lnTo>
                    <a:lnTo>
                      <a:pt x="271018" y="101600"/>
                    </a:lnTo>
                    <a:lnTo>
                      <a:pt x="258318" y="88900"/>
                    </a:lnTo>
                    <a:close/>
                  </a:path>
                  <a:path w="2534920" h="2159000">
                    <a:moveTo>
                      <a:pt x="238125" y="76200"/>
                    </a:moveTo>
                    <a:lnTo>
                      <a:pt x="182371" y="76200"/>
                    </a:lnTo>
                    <a:lnTo>
                      <a:pt x="193420" y="88900"/>
                    </a:lnTo>
                    <a:lnTo>
                      <a:pt x="243077" y="88900"/>
                    </a:lnTo>
                    <a:lnTo>
                      <a:pt x="238125" y="76200"/>
                    </a:lnTo>
                    <a:close/>
                  </a:path>
                  <a:path w="2534920" h="2159000">
                    <a:moveTo>
                      <a:pt x="206247" y="63500"/>
                    </a:moveTo>
                    <a:lnTo>
                      <a:pt x="136651" y="63500"/>
                    </a:lnTo>
                    <a:lnTo>
                      <a:pt x="148844" y="76200"/>
                    </a:lnTo>
                    <a:lnTo>
                      <a:pt x="220599" y="76200"/>
                    </a:lnTo>
                    <a:lnTo>
                      <a:pt x="206247" y="63500"/>
                    </a:lnTo>
                    <a:close/>
                  </a:path>
                  <a:path w="2534920" h="2159000">
                    <a:moveTo>
                      <a:pt x="101853" y="50800"/>
                    </a:moveTo>
                    <a:lnTo>
                      <a:pt x="95757" y="50800"/>
                    </a:lnTo>
                    <a:lnTo>
                      <a:pt x="103250" y="63500"/>
                    </a:lnTo>
                    <a:lnTo>
                      <a:pt x="101853" y="50800"/>
                    </a:lnTo>
                    <a:close/>
                  </a:path>
                  <a:path w="2534920" h="2159000">
                    <a:moveTo>
                      <a:pt x="174878" y="50800"/>
                    </a:moveTo>
                    <a:lnTo>
                      <a:pt x="101853" y="50800"/>
                    </a:lnTo>
                    <a:lnTo>
                      <a:pt x="105409" y="63500"/>
                    </a:lnTo>
                    <a:lnTo>
                      <a:pt x="184276" y="63500"/>
                    </a:lnTo>
                    <a:lnTo>
                      <a:pt x="174878" y="50800"/>
                    </a:lnTo>
                    <a:close/>
                  </a:path>
                  <a:path w="2534920" h="2159000">
                    <a:moveTo>
                      <a:pt x="126745" y="38100"/>
                    </a:moveTo>
                    <a:lnTo>
                      <a:pt x="66928" y="38100"/>
                    </a:lnTo>
                    <a:lnTo>
                      <a:pt x="68960" y="50800"/>
                    </a:lnTo>
                    <a:lnTo>
                      <a:pt x="137159" y="50800"/>
                    </a:lnTo>
                    <a:lnTo>
                      <a:pt x="126745" y="38100"/>
                    </a:lnTo>
                    <a:close/>
                  </a:path>
                  <a:path w="2534920" h="2159000">
                    <a:moveTo>
                      <a:pt x="91693" y="25400"/>
                    </a:moveTo>
                    <a:lnTo>
                      <a:pt x="42671" y="25400"/>
                    </a:lnTo>
                    <a:lnTo>
                      <a:pt x="44450" y="38100"/>
                    </a:lnTo>
                    <a:lnTo>
                      <a:pt x="93852" y="38100"/>
                    </a:lnTo>
                    <a:lnTo>
                      <a:pt x="91693" y="25400"/>
                    </a:lnTo>
                    <a:close/>
                  </a:path>
                  <a:path w="2534920" h="2159000">
                    <a:moveTo>
                      <a:pt x="17779" y="12700"/>
                    </a:moveTo>
                    <a:lnTo>
                      <a:pt x="16128" y="12700"/>
                    </a:lnTo>
                    <a:lnTo>
                      <a:pt x="18795" y="25400"/>
                    </a:lnTo>
                    <a:lnTo>
                      <a:pt x="21716" y="25400"/>
                    </a:lnTo>
                    <a:lnTo>
                      <a:pt x="18034" y="13123"/>
                    </a:lnTo>
                    <a:lnTo>
                      <a:pt x="17779" y="12700"/>
                    </a:lnTo>
                    <a:close/>
                  </a:path>
                  <a:path w="2534920" h="2159000">
                    <a:moveTo>
                      <a:pt x="21985" y="22577"/>
                    </a:moveTo>
                    <a:lnTo>
                      <a:pt x="22351" y="25400"/>
                    </a:lnTo>
                    <a:lnTo>
                      <a:pt x="22859" y="25400"/>
                    </a:lnTo>
                    <a:lnTo>
                      <a:pt x="21985" y="22577"/>
                    </a:lnTo>
                    <a:close/>
                  </a:path>
                  <a:path w="2534920" h="2159000">
                    <a:moveTo>
                      <a:pt x="21508" y="18914"/>
                    </a:moveTo>
                    <a:lnTo>
                      <a:pt x="21985" y="22577"/>
                    </a:lnTo>
                    <a:lnTo>
                      <a:pt x="22859" y="25400"/>
                    </a:lnTo>
                    <a:lnTo>
                      <a:pt x="25400" y="25400"/>
                    </a:lnTo>
                    <a:lnTo>
                      <a:pt x="21508" y="18914"/>
                    </a:lnTo>
                    <a:close/>
                  </a:path>
                  <a:path w="2534920" h="2159000">
                    <a:moveTo>
                      <a:pt x="67563" y="12700"/>
                    </a:moveTo>
                    <a:lnTo>
                      <a:pt x="20700" y="12700"/>
                    </a:lnTo>
                    <a:lnTo>
                      <a:pt x="21508" y="18914"/>
                    </a:lnTo>
                    <a:lnTo>
                      <a:pt x="25400" y="25400"/>
                    </a:lnTo>
                    <a:lnTo>
                      <a:pt x="68833" y="25400"/>
                    </a:lnTo>
                    <a:lnTo>
                      <a:pt x="67563" y="12700"/>
                    </a:lnTo>
                    <a:close/>
                  </a:path>
                  <a:path w="2534920" h="2159000">
                    <a:moveTo>
                      <a:pt x="20144" y="16641"/>
                    </a:moveTo>
                    <a:lnTo>
                      <a:pt x="21985" y="22577"/>
                    </a:lnTo>
                    <a:lnTo>
                      <a:pt x="21508" y="18914"/>
                    </a:lnTo>
                    <a:lnTo>
                      <a:pt x="20144" y="16641"/>
                    </a:lnTo>
                    <a:close/>
                  </a:path>
                  <a:path w="2534920" h="2159000">
                    <a:moveTo>
                      <a:pt x="18922" y="12700"/>
                    </a:moveTo>
                    <a:lnTo>
                      <a:pt x="17906" y="12700"/>
                    </a:lnTo>
                    <a:lnTo>
                      <a:pt x="18034" y="13123"/>
                    </a:lnTo>
                    <a:lnTo>
                      <a:pt x="20144" y="16641"/>
                    </a:lnTo>
                    <a:lnTo>
                      <a:pt x="18922" y="12700"/>
                    </a:lnTo>
                    <a:close/>
                  </a:path>
                  <a:path w="2534920" h="2159000">
                    <a:moveTo>
                      <a:pt x="35559" y="0"/>
                    </a:moveTo>
                    <a:lnTo>
                      <a:pt x="1904" y="0"/>
                    </a:lnTo>
                    <a:lnTo>
                      <a:pt x="0" y="12700"/>
                    </a:lnTo>
                    <a:lnTo>
                      <a:pt x="39496" y="12700"/>
                    </a:lnTo>
                    <a:lnTo>
                      <a:pt x="35559" y="0"/>
                    </a:lnTo>
                    <a:close/>
                  </a:path>
                </a:pathLst>
              </a:custGeom>
              <a:solidFill>
                <a:srgbClr val="FF40FF"/>
              </a:solidFill>
            </p:spPr>
            <p:txBody>
              <a:bodyPr wrap="square" lIns="0" tIns="0" rIns="0" bIns="0" rtlCol="0"/>
              <a:lstStyle/>
              <a:p>
                <a:endParaRPr sz="2400"/>
              </a:p>
            </p:txBody>
          </p:sp>
          <p:pic>
            <p:nvPicPr>
              <p:cNvPr id="24" name="object 24"/>
              <p:cNvPicPr/>
              <p:nvPr/>
            </p:nvPicPr>
            <p:blipFill>
              <a:blip r:embed="rId14" cstate="print"/>
              <a:stretch>
                <a:fillRect/>
              </a:stretch>
            </p:blipFill>
            <p:spPr>
              <a:xfrm>
                <a:off x="3394837" y="1198372"/>
                <a:ext cx="157987" cy="198120"/>
              </a:xfrm>
              <a:prstGeom prst="rect">
                <a:avLst/>
              </a:prstGeom>
            </p:spPr>
          </p:pic>
          <p:pic>
            <p:nvPicPr>
              <p:cNvPr id="25" name="object 25"/>
              <p:cNvPicPr/>
              <p:nvPr/>
            </p:nvPicPr>
            <p:blipFill>
              <a:blip r:embed="rId15" cstate="print"/>
              <a:stretch>
                <a:fillRect/>
              </a:stretch>
            </p:blipFill>
            <p:spPr>
              <a:xfrm>
                <a:off x="3530346" y="855217"/>
                <a:ext cx="1176803" cy="266954"/>
              </a:xfrm>
              <a:prstGeom prst="rect">
                <a:avLst/>
              </a:prstGeom>
            </p:spPr>
          </p:pic>
          <p:pic>
            <p:nvPicPr>
              <p:cNvPr id="26" name="object 26"/>
              <p:cNvPicPr/>
              <p:nvPr/>
            </p:nvPicPr>
            <p:blipFill>
              <a:blip r:embed="rId16" cstate="print"/>
              <a:stretch>
                <a:fillRect/>
              </a:stretch>
            </p:blipFill>
            <p:spPr>
              <a:xfrm>
                <a:off x="2944749" y="1387348"/>
                <a:ext cx="665861" cy="387603"/>
              </a:xfrm>
              <a:prstGeom prst="rect">
                <a:avLst/>
              </a:prstGeom>
            </p:spPr>
          </p:pic>
          <p:pic>
            <p:nvPicPr>
              <p:cNvPr id="27" name="object 27"/>
              <p:cNvPicPr/>
              <p:nvPr/>
            </p:nvPicPr>
            <p:blipFill>
              <a:blip r:embed="rId17" cstate="print"/>
              <a:stretch>
                <a:fillRect/>
              </a:stretch>
            </p:blipFill>
            <p:spPr>
              <a:xfrm>
                <a:off x="4065524" y="3458336"/>
                <a:ext cx="139191" cy="259079"/>
              </a:xfrm>
              <a:prstGeom prst="rect">
                <a:avLst/>
              </a:prstGeom>
            </p:spPr>
          </p:pic>
          <p:pic>
            <p:nvPicPr>
              <p:cNvPr id="28" name="object 28"/>
              <p:cNvPicPr/>
              <p:nvPr/>
            </p:nvPicPr>
            <p:blipFill>
              <a:blip r:embed="rId18" cstate="print"/>
              <a:stretch>
                <a:fillRect/>
              </a:stretch>
            </p:blipFill>
            <p:spPr>
              <a:xfrm>
                <a:off x="2503551" y="2216658"/>
                <a:ext cx="262890" cy="146050"/>
              </a:xfrm>
              <a:prstGeom prst="rect">
                <a:avLst/>
              </a:prstGeom>
            </p:spPr>
          </p:pic>
          <p:pic>
            <p:nvPicPr>
              <p:cNvPr id="29" name="object 29"/>
              <p:cNvPicPr/>
              <p:nvPr/>
            </p:nvPicPr>
            <p:blipFill>
              <a:blip r:embed="rId19" cstate="print"/>
              <a:stretch>
                <a:fillRect/>
              </a:stretch>
            </p:blipFill>
            <p:spPr>
              <a:xfrm>
                <a:off x="2866560" y="2115438"/>
                <a:ext cx="1312628" cy="1275587"/>
              </a:xfrm>
              <a:prstGeom prst="rect">
                <a:avLst/>
              </a:prstGeom>
            </p:spPr>
          </p:pic>
          <p:pic>
            <p:nvPicPr>
              <p:cNvPr id="30" name="object 30"/>
              <p:cNvPicPr/>
              <p:nvPr/>
            </p:nvPicPr>
            <p:blipFill>
              <a:blip r:embed="rId20" cstate="print"/>
              <a:stretch>
                <a:fillRect/>
              </a:stretch>
            </p:blipFill>
            <p:spPr>
              <a:xfrm>
                <a:off x="5323586" y="1039495"/>
                <a:ext cx="231012" cy="137160"/>
              </a:xfrm>
              <a:prstGeom prst="rect">
                <a:avLst/>
              </a:prstGeom>
            </p:spPr>
          </p:pic>
          <p:pic>
            <p:nvPicPr>
              <p:cNvPr id="31" name="object 31"/>
              <p:cNvPicPr/>
              <p:nvPr/>
            </p:nvPicPr>
            <p:blipFill>
              <a:blip r:embed="rId21" cstate="print"/>
              <a:stretch>
                <a:fillRect/>
              </a:stretch>
            </p:blipFill>
            <p:spPr>
              <a:xfrm>
                <a:off x="5643752" y="871855"/>
                <a:ext cx="1148181" cy="282575"/>
              </a:xfrm>
              <a:prstGeom prst="rect">
                <a:avLst/>
              </a:prstGeom>
            </p:spPr>
          </p:pic>
        </p:grpSp>
        <p:sp>
          <p:nvSpPr>
            <p:cNvPr id="32" name="object 32"/>
            <p:cNvSpPr txBox="1"/>
            <p:nvPr/>
          </p:nvSpPr>
          <p:spPr>
            <a:xfrm>
              <a:off x="5187527" y="4998721"/>
              <a:ext cx="1713653" cy="386430"/>
            </a:xfrm>
            <a:prstGeom prst="rect">
              <a:avLst/>
            </a:prstGeom>
          </p:spPr>
          <p:txBody>
            <a:bodyPr vert="horz" wrap="square" lIns="0" tIns="16933" rIns="0" bIns="0" rtlCol="0">
              <a:spAutoFit/>
            </a:bodyPr>
            <a:lstStyle/>
            <a:p>
              <a:pPr marL="16933">
                <a:spcBef>
                  <a:spcPts val="133"/>
                </a:spcBef>
              </a:pPr>
              <a:r>
                <a:rPr sz="2400" spc="-7" dirty="0">
                  <a:solidFill>
                    <a:srgbClr val="FF9300"/>
                  </a:solidFill>
                  <a:latin typeface="Verdana"/>
                  <a:cs typeface="Verdana"/>
                </a:rPr>
                <a:t>Tumor</a:t>
              </a:r>
              <a:r>
                <a:rPr sz="2400" spc="-153" dirty="0">
                  <a:solidFill>
                    <a:srgbClr val="FF9300"/>
                  </a:solidFill>
                  <a:latin typeface="Verdana"/>
                  <a:cs typeface="Verdana"/>
                </a:rPr>
                <a:t> </a:t>
              </a:r>
              <a:r>
                <a:rPr sz="2400" dirty="0">
                  <a:solidFill>
                    <a:srgbClr val="FF9300"/>
                  </a:solidFill>
                  <a:latin typeface="Verdana"/>
                  <a:cs typeface="Verdana"/>
                </a:rPr>
                <a:t>size</a:t>
              </a:r>
              <a:endParaRPr sz="2400">
                <a:latin typeface="Verdana"/>
                <a:cs typeface="Verdana"/>
              </a:endParaRPr>
            </a:p>
          </p:txBody>
        </p:sp>
        <p:sp>
          <p:nvSpPr>
            <p:cNvPr id="33" name="object 33"/>
            <p:cNvSpPr txBox="1"/>
            <p:nvPr/>
          </p:nvSpPr>
          <p:spPr>
            <a:xfrm>
              <a:off x="2610272" y="2720764"/>
              <a:ext cx="609600" cy="386430"/>
            </a:xfrm>
            <a:prstGeom prst="rect">
              <a:avLst/>
            </a:prstGeom>
          </p:spPr>
          <p:txBody>
            <a:bodyPr vert="horz" wrap="square" lIns="0" tIns="16933" rIns="0" bIns="0" rtlCol="0">
              <a:spAutoFit/>
            </a:bodyPr>
            <a:lstStyle/>
            <a:p>
              <a:pPr marL="16933">
                <a:spcBef>
                  <a:spcPts val="133"/>
                </a:spcBef>
              </a:pPr>
              <a:r>
                <a:rPr sz="2400" spc="-41" dirty="0">
                  <a:solidFill>
                    <a:srgbClr val="FF9300"/>
                  </a:solidFill>
                  <a:latin typeface="Verdana"/>
                  <a:cs typeface="Verdana"/>
                </a:rPr>
                <a:t>A</a:t>
              </a:r>
              <a:r>
                <a:rPr sz="2400" spc="-7" dirty="0">
                  <a:solidFill>
                    <a:srgbClr val="FF9300"/>
                  </a:solidFill>
                  <a:latin typeface="Verdana"/>
                  <a:cs typeface="Verdana"/>
                </a:rPr>
                <a:t>ge</a:t>
              </a:r>
              <a:endParaRPr sz="2400">
                <a:latin typeface="Verdana"/>
                <a:cs typeface="Verdana"/>
              </a:endParaRPr>
            </a:p>
          </p:txBody>
        </p:sp>
      </p:grpSp>
      <p:sp>
        <p:nvSpPr>
          <p:cNvPr id="34" name="object 34"/>
          <p:cNvSpPr txBox="1">
            <a:spLocks noGrp="1"/>
          </p:cNvSpPr>
          <p:nvPr>
            <p:ph type="title"/>
          </p:nvPr>
        </p:nvSpPr>
        <p:spPr>
          <a:xfrm>
            <a:off x="679659" y="458619"/>
            <a:ext cx="10515600" cy="571951"/>
          </a:xfrm>
        </p:spPr>
        <p:txBody>
          <a:bodyPr vert="horz" wrap="square" lIns="0" tIns="17780" rIns="0" bIns="0" rtlCol="0" anchor="ctr">
            <a:spAutoFit/>
          </a:bodyPr>
          <a:lstStyle/>
          <a:p>
            <a:r>
              <a:rPr lang="en-US" sz="4000" dirty="0">
                <a:solidFill>
                  <a:srgbClr val="0432FF"/>
                </a:solidFill>
              </a:rPr>
              <a:t>Two or more inputs</a:t>
            </a:r>
          </a:p>
        </p:txBody>
      </p:sp>
      <p:sp>
        <p:nvSpPr>
          <p:cNvPr id="35" name="Slide Number Placeholder 34">
            <a:extLst>
              <a:ext uri="{FF2B5EF4-FFF2-40B4-BE49-F238E27FC236}">
                <a16:creationId xmlns:a16="http://schemas.microsoft.com/office/drawing/2014/main" id="{6E13417F-3BAA-4E92-84A9-1CA25C0D453E}"/>
              </a:ext>
            </a:extLst>
          </p:cNvPr>
          <p:cNvSpPr>
            <a:spLocks noGrp="1"/>
          </p:cNvSpPr>
          <p:nvPr>
            <p:ph type="sldNum" sz="quarter" idx="12"/>
          </p:nvPr>
        </p:nvSpPr>
        <p:spPr>
          <a:xfrm>
            <a:off x="8610600" y="6356350"/>
            <a:ext cx="2743200" cy="365125"/>
          </a:xfrm>
        </p:spPr>
        <p:txBody>
          <a:bodyPr/>
          <a:lstStyle/>
          <a:p>
            <a:fld id="{EB17D4FA-7C84-BF4C-87EB-41A15D920012}" type="slidenum">
              <a:rPr lang="en-PS" smtClean="0"/>
              <a:pPr/>
              <a:t>8</a:t>
            </a:fld>
            <a:endParaRPr lang="en-PS"/>
          </a:p>
        </p:txBody>
      </p:sp>
      <p:sp>
        <p:nvSpPr>
          <p:cNvPr id="39" name="TextBox 38">
            <a:extLst>
              <a:ext uri="{FF2B5EF4-FFF2-40B4-BE49-F238E27FC236}">
                <a16:creationId xmlns:a16="http://schemas.microsoft.com/office/drawing/2014/main" id="{BF5DA6D8-27CF-A38F-13F0-6F2F0E0AA0C7}"/>
              </a:ext>
            </a:extLst>
          </p:cNvPr>
          <p:cNvSpPr txBox="1"/>
          <p:nvPr/>
        </p:nvSpPr>
        <p:spPr>
          <a:xfrm>
            <a:off x="441116" y="2205346"/>
            <a:ext cx="3583544" cy="2677656"/>
          </a:xfrm>
          <a:prstGeom prst="rect">
            <a:avLst/>
          </a:prstGeom>
          <a:noFill/>
        </p:spPr>
        <p:txBody>
          <a:bodyPr wrap="square">
            <a:spAutoFit/>
          </a:bodyPr>
          <a:lstStyle/>
          <a:p>
            <a:r>
              <a:rPr lang="en-GB" sz="2800" dirty="0">
                <a:effectLst/>
                <a:latin typeface="+mj-lt"/>
                <a:ea typeface="Calibri" panose="020F0502020204030204" pitchFamily="34" charset="0"/>
                <a:cs typeface="Arial" panose="020B0604020202020204" pitchFamily="34" charset="0"/>
              </a:rPr>
              <a:t>For example, your learning algorithm might predict multiple types of cancer diagnoses if the tumour is malignant</a:t>
            </a:r>
            <a:r>
              <a:rPr lang="en-PS" sz="2800" dirty="0">
                <a:effectLst/>
                <a:latin typeface="+mj-lt"/>
              </a:rPr>
              <a:t> </a:t>
            </a:r>
            <a:endParaRPr lang="en-PS" sz="2800" dirty="0">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901" y="376727"/>
            <a:ext cx="8135284" cy="571951"/>
          </a:xfrm>
          <a:prstGeom prst="rect">
            <a:avLst/>
          </a:prstGeom>
        </p:spPr>
        <p:txBody>
          <a:bodyPr vert="horz" wrap="square" lIns="0" tIns="17780" rIns="0" bIns="0" rtlCol="0" anchor="ctr">
            <a:spAutoFit/>
          </a:bodyPr>
          <a:lstStyle/>
          <a:p>
            <a:pPr marL="16933">
              <a:spcBef>
                <a:spcPts val="140"/>
              </a:spcBef>
            </a:pPr>
            <a:r>
              <a:rPr lang="en-GB" sz="4000" spc="7" dirty="0">
                <a:solidFill>
                  <a:schemeClr val="accent1"/>
                </a:solidFill>
              </a:rPr>
              <a:t>Regression vs. Classification</a:t>
            </a:r>
            <a:endParaRPr sz="4000" dirty="0">
              <a:solidFill>
                <a:schemeClr val="accent1"/>
              </a:solidFill>
            </a:endParaRPr>
          </a:p>
        </p:txBody>
      </p:sp>
      <p:sp>
        <p:nvSpPr>
          <p:cNvPr id="3" name="object 3"/>
          <p:cNvSpPr txBox="1"/>
          <p:nvPr/>
        </p:nvSpPr>
        <p:spPr>
          <a:xfrm>
            <a:off x="2400345" y="1238023"/>
            <a:ext cx="6929967" cy="431807"/>
          </a:xfrm>
          <a:prstGeom prst="rect">
            <a:avLst/>
          </a:prstGeom>
        </p:spPr>
        <p:txBody>
          <a:bodyPr vert="horz" wrap="square" lIns="0" tIns="21167" rIns="0" bIns="0" rtlCol="0">
            <a:spAutoFit/>
          </a:bodyPr>
          <a:lstStyle/>
          <a:p>
            <a:pPr marL="16933">
              <a:spcBef>
                <a:spcPts val="167"/>
              </a:spcBef>
            </a:pPr>
            <a:r>
              <a:rPr sz="2667" spc="20" dirty="0">
                <a:latin typeface="Verdana"/>
                <a:cs typeface="Verdana"/>
              </a:rPr>
              <a:t>Learns</a:t>
            </a:r>
            <a:r>
              <a:rPr sz="2667" spc="-160" dirty="0">
                <a:latin typeface="Verdana"/>
                <a:cs typeface="Verdana"/>
              </a:rPr>
              <a:t> </a:t>
            </a:r>
            <a:r>
              <a:rPr sz="2667" spc="33" dirty="0">
                <a:latin typeface="Verdana"/>
                <a:cs typeface="Verdana"/>
              </a:rPr>
              <a:t>from</a:t>
            </a:r>
            <a:r>
              <a:rPr sz="2667" spc="-175" dirty="0">
                <a:latin typeface="Verdana"/>
                <a:cs typeface="Verdana"/>
              </a:rPr>
              <a:t> </a:t>
            </a:r>
            <a:r>
              <a:rPr sz="2667" spc="7" dirty="0">
                <a:latin typeface="Verdana"/>
                <a:cs typeface="Verdana"/>
              </a:rPr>
              <a:t>being</a:t>
            </a:r>
            <a:r>
              <a:rPr sz="2667" spc="-33" dirty="0">
                <a:latin typeface="Verdana"/>
                <a:cs typeface="Verdana"/>
              </a:rPr>
              <a:t> </a:t>
            </a:r>
            <a:r>
              <a:rPr sz="2667" spc="7" dirty="0">
                <a:latin typeface="Verdana"/>
                <a:cs typeface="Verdana"/>
              </a:rPr>
              <a:t>given</a:t>
            </a:r>
            <a:r>
              <a:rPr sz="2667" spc="-60" dirty="0">
                <a:latin typeface="Verdana"/>
                <a:cs typeface="Verdana"/>
              </a:rPr>
              <a:t> </a:t>
            </a:r>
            <a:r>
              <a:rPr sz="2667" spc="7" dirty="0">
                <a:latin typeface="Verdana"/>
                <a:cs typeface="Verdana"/>
              </a:rPr>
              <a:t>“</a:t>
            </a:r>
            <a:r>
              <a:rPr sz="2667" spc="7" dirty="0">
                <a:solidFill>
                  <a:srgbClr val="C00000"/>
                </a:solidFill>
                <a:latin typeface="Verdana"/>
                <a:cs typeface="Verdana"/>
              </a:rPr>
              <a:t>right</a:t>
            </a:r>
            <a:r>
              <a:rPr sz="2667" spc="-107" dirty="0">
                <a:solidFill>
                  <a:srgbClr val="C00000"/>
                </a:solidFill>
                <a:latin typeface="Verdana"/>
                <a:cs typeface="Verdana"/>
              </a:rPr>
              <a:t> </a:t>
            </a:r>
            <a:r>
              <a:rPr sz="2667" spc="15" dirty="0">
                <a:solidFill>
                  <a:srgbClr val="C00000"/>
                </a:solidFill>
                <a:latin typeface="Verdana"/>
                <a:cs typeface="Verdana"/>
              </a:rPr>
              <a:t>answers</a:t>
            </a:r>
            <a:r>
              <a:rPr sz="2667" spc="15" dirty="0">
                <a:latin typeface="Verdana"/>
                <a:cs typeface="Verdana"/>
              </a:rPr>
              <a:t>”</a:t>
            </a:r>
            <a:endParaRPr sz="2667" dirty="0">
              <a:latin typeface="Verdana"/>
              <a:cs typeface="Verdana"/>
            </a:endParaRPr>
          </a:p>
        </p:txBody>
      </p:sp>
      <p:sp>
        <p:nvSpPr>
          <p:cNvPr id="4" name="object 4"/>
          <p:cNvSpPr txBox="1"/>
          <p:nvPr/>
        </p:nvSpPr>
        <p:spPr>
          <a:xfrm>
            <a:off x="272356" y="2016803"/>
            <a:ext cx="5508415" cy="1394591"/>
          </a:xfrm>
          <a:prstGeom prst="rect">
            <a:avLst/>
          </a:prstGeom>
        </p:spPr>
        <p:txBody>
          <a:bodyPr vert="horz" wrap="square" lIns="0" tIns="85513" rIns="0" bIns="0" rtlCol="0">
            <a:spAutoFit/>
          </a:bodyPr>
          <a:lstStyle/>
          <a:p>
            <a:pPr marL="16933">
              <a:spcBef>
                <a:spcPts val="673"/>
              </a:spcBef>
            </a:pPr>
            <a:r>
              <a:rPr sz="2667" spc="7" dirty="0">
                <a:solidFill>
                  <a:srgbClr val="0096FF"/>
                </a:solidFill>
                <a:latin typeface="Verdana"/>
                <a:cs typeface="Verdana"/>
              </a:rPr>
              <a:t>Regression</a:t>
            </a:r>
            <a:endParaRPr sz="2667" dirty="0">
              <a:latin typeface="Verdana"/>
              <a:cs typeface="Verdana"/>
            </a:endParaRPr>
          </a:p>
          <a:p>
            <a:pPr marL="46564">
              <a:spcBef>
                <a:spcPts val="553"/>
              </a:spcBef>
            </a:pPr>
            <a:r>
              <a:rPr sz="2667" spc="7" dirty="0">
                <a:latin typeface="Verdana"/>
                <a:cs typeface="Verdana"/>
              </a:rPr>
              <a:t>Predict</a:t>
            </a:r>
            <a:r>
              <a:rPr sz="2667" spc="-140" dirty="0">
                <a:latin typeface="Verdana"/>
                <a:cs typeface="Verdana"/>
              </a:rPr>
              <a:t> </a:t>
            </a:r>
            <a:r>
              <a:rPr sz="2667" spc="20" dirty="0">
                <a:latin typeface="Verdana"/>
                <a:cs typeface="Verdana"/>
              </a:rPr>
              <a:t>a</a:t>
            </a:r>
            <a:r>
              <a:rPr sz="2667" spc="-80" dirty="0">
                <a:latin typeface="Verdana"/>
                <a:cs typeface="Verdana"/>
              </a:rPr>
              <a:t> </a:t>
            </a:r>
            <a:r>
              <a:rPr sz="2667" spc="15" dirty="0">
                <a:solidFill>
                  <a:srgbClr val="0096FF"/>
                </a:solidFill>
                <a:latin typeface="Verdana"/>
                <a:cs typeface="Verdana"/>
              </a:rPr>
              <a:t>number</a:t>
            </a:r>
            <a:r>
              <a:rPr lang="en-GB" sz="2667" spc="15" dirty="0">
                <a:solidFill>
                  <a:srgbClr val="0096FF"/>
                </a:solidFill>
                <a:latin typeface="Verdana"/>
                <a:cs typeface="Verdana"/>
              </a:rPr>
              <a:t> </a:t>
            </a:r>
            <a:r>
              <a:rPr sz="2667" spc="-7" dirty="0">
                <a:solidFill>
                  <a:srgbClr val="0096FF"/>
                </a:solidFill>
                <a:latin typeface="Verdana"/>
                <a:cs typeface="Verdana"/>
              </a:rPr>
              <a:t>infinitely</a:t>
            </a:r>
            <a:r>
              <a:rPr sz="2667" spc="-27" dirty="0">
                <a:solidFill>
                  <a:srgbClr val="0096FF"/>
                </a:solidFill>
                <a:latin typeface="Verdana"/>
                <a:cs typeface="Verdana"/>
              </a:rPr>
              <a:t> </a:t>
            </a:r>
            <a:r>
              <a:rPr sz="2667" spc="7" dirty="0">
                <a:latin typeface="Verdana"/>
                <a:cs typeface="Verdana"/>
              </a:rPr>
              <a:t>many</a:t>
            </a:r>
            <a:r>
              <a:rPr sz="2667" spc="-33" dirty="0">
                <a:latin typeface="Verdana"/>
                <a:cs typeface="Verdana"/>
              </a:rPr>
              <a:t> </a:t>
            </a:r>
            <a:r>
              <a:rPr sz="2667" dirty="0">
                <a:latin typeface="Verdana"/>
                <a:cs typeface="Verdana"/>
              </a:rPr>
              <a:t>possible</a:t>
            </a:r>
            <a:r>
              <a:rPr sz="2667" spc="-47" dirty="0">
                <a:latin typeface="Verdana"/>
                <a:cs typeface="Verdana"/>
              </a:rPr>
              <a:t> </a:t>
            </a:r>
            <a:r>
              <a:rPr sz="2667" spc="20" dirty="0">
                <a:latin typeface="Verdana"/>
                <a:cs typeface="Verdana"/>
              </a:rPr>
              <a:t>outputs</a:t>
            </a:r>
            <a:endParaRPr sz="2667" dirty="0">
              <a:latin typeface="Verdana"/>
              <a:cs typeface="Verdana"/>
            </a:endParaRPr>
          </a:p>
        </p:txBody>
      </p:sp>
      <p:sp>
        <p:nvSpPr>
          <p:cNvPr id="5" name="object 5"/>
          <p:cNvSpPr txBox="1"/>
          <p:nvPr/>
        </p:nvSpPr>
        <p:spPr>
          <a:xfrm>
            <a:off x="6096001" y="2007474"/>
            <a:ext cx="5834116" cy="1471194"/>
          </a:xfrm>
          <a:prstGeom prst="rect">
            <a:avLst/>
          </a:prstGeom>
        </p:spPr>
        <p:txBody>
          <a:bodyPr vert="horz" wrap="square" lIns="0" tIns="16087" rIns="0" bIns="0" rtlCol="0">
            <a:spAutoFit/>
          </a:bodyPr>
          <a:lstStyle/>
          <a:p>
            <a:pPr marL="16933" marR="2656708" indent="16933">
              <a:lnSpc>
                <a:spcPct val="120700"/>
              </a:lnSpc>
              <a:spcBef>
                <a:spcPts val="127"/>
              </a:spcBef>
            </a:pPr>
            <a:r>
              <a:rPr sz="2667" dirty="0">
                <a:solidFill>
                  <a:srgbClr val="7030A0"/>
                </a:solidFill>
                <a:latin typeface="Verdana"/>
                <a:cs typeface="Verdana"/>
              </a:rPr>
              <a:t>Classification </a:t>
            </a:r>
            <a:r>
              <a:rPr sz="2667" spc="7" dirty="0">
                <a:solidFill>
                  <a:srgbClr val="7030A0"/>
                </a:solidFill>
                <a:latin typeface="Verdana"/>
                <a:cs typeface="Verdana"/>
              </a:rPr>
              <a:t> </a:t>
            </a:r>
            <a:r>
              <a:rPr sz="2667" spc="27" dirty="0">
                <a:latin typeface="Verdana"/>
                <a:cs typeface="Verdana"/>
              </a:rPr>
              <a:t>p</a:t>
            </a:r>
            <a:r>
              <a:rPr sz="2667" spc="53" dirty="0">
                <a:latin typeface="Verdana"/>
                <a:cs typeface="Verdana"/>
              </a:rPr>
              <a:t>r</a:t>
            </a:r>
            <a:r>
              <a:rPr sz="2667" spc="7" dirty="0">
                <a:latin typeface="Verdana"/>
                <a:cs typeface="Verdana"/>
              </a:rPr>
              <a:t>e</a:t>
            </a:r>
            <a:r>
              <a:rPr sz="2667" spc="27" dirty="0">
                <a:latin typeface="Verdana"/>
                <a:cs typeface="Verdana"/>
              </a:rPr>
              <a:t>d</a:t>
            </a:r>
            <a:r>
              <a:rPr sz="2667" spc="-41" dirty="0">
                <a:latin typeface="Verdana"/>
                <a:cs typeface="Verdana"/>
              </a:rPr>
              <a:t>i</a:t>
            </a:r>
            <a:r>
              <a:rPr sz="2667" spc="7" dirty="0">
                <a:latin typeface="Verdana"/>
                <a:cs typeface="Verdana"/>
              </a:rPr>
              <a:t>c</a:t>
            </a:r>
            <a:r>
              <a:rPr sz="2667" spc="15" dirty="0">
                <a:latin typeface="Verdana"/>
                <a:cs typeface="Verdana"/>
              </a:rPr>
              <a:t>t</a:t>
            </a:r>
            <a:r>
              <a:rPr sz="2667" spc="-187" dirty="0">
                <a:latin typeface="Verdana"/>
                <a:cs typeface="Verdana"/>
              </a:rPr>
              <a:t> </a:t>
            </a:r>
            <a:r>
              <a:rPr sz="2667" spc="7" dirty="0">
                <a:solidFill>
                  <a:srgbClr val="7030A0"/>
                </a:solidFill>
                <a:latin typeface="Verdana"/>
                <a:cs typeface="Verdana"/>
              </a:rPr>
              <a:t>c</a:t>
            </a:r>
            <a:r>
              <a:rPr sz="2667" spc="-15" dirty="0">
                <a:solidFill>
                  <a:srgbClr val="7030A0"/>
                </a:solidFill>
                <a:latin typeface="Verdana"/>
                <a:cs typeface="Verdana"/>
              </a:rPr>
              <a:t>a</a:t>
            </a:r>
            <a:r>
              <a:rPr sz="2667" spc="41" dirty="0">
                <a:solidFill>
                  <a:srgbClr val="7030A0"/>
                </a:solidFill>
                <a:latin typeface="Verdana"/>
                <a:cs typeface="Verdana"/>
              </a:rPr>
              <a:t>t</a:t>
            </a:r>
            <a:r>
              <a:rPr sz="2667" spc="7" dirty="0">
                <a:solidFill>
                  <a:srgbClr val="7030A0"/>
                </a:solidFill>
                <a:latin typeface="Verdana"/>
                <a:cs typeface="Verdana"/>
              </a:rPr>
              <a:t>e</a:t>
            </a:r>
            <a:r>
              <a:rPr sz="2667" spc="27" dirty="0">
                <a:solidFill>
                  <a:srgbClr val="7030A0"/>
                </a:solidFill>
                <a:latin typeface="Verdana"/>
                <a:cs typeface="Verdana"/>
              </a:rPr>
              <a:t>g</a:t>
            </a:r>
            <a:r>
              <a:rPr sz="2667" spc="-27" dirty="0">
                <a:solidFill>
                  <a:srgbClr val="7030A0"/>
                </a:solidFill>
                <a:latin typeface="Verdana"/>
                <a:cs typeface="Verdana"/>
              </a:rPr>
              <a:t>o</a:t>
            </a:r>
            <a:r>
              <a:rPr sz="2667" spc="53" dirty="0">
                <a:solidFill>
                  <a:srgbClr val="7030A0"/>
                </a:solidFill>
                <a:latin typeface="Verdana"/>
                <a:cs typeface="Verdana"/>
              </a:rPr>
              <a:t>r</a:t>
            </a:r>
            <a:r>
              <a:rPr sz="2667" spc="-41" dirty="0">
                <a:solidFill>
                  <a:srgbClr val="7030A0"/>
                </a:solidFill>
                <a:latin typeface="Verdana"/>
                <a:cs typeface="Verdana"/>
              </a:rPr>
              <a:t>i</a:t>
            </a:r>
            <a:r>
              <a:rPr sz="2667" spc="7" dirty="0">
                <a:solidFill>
                  <a:srgbClr val="7030A0"/>
                </a:solidFill>
                <a:latin typeface="Verdana"/>
                <a:cs typeface="Verdana"/>
              </a:rPr>
              <a:t>e</a:t>
            </a:r>
            <a:r>
              <a:rPr sz="2667" spc="20" dirty="0">
                <a:solidFill>
                  <a:srgbClr val="7030A0"/>
                </a:solidFill>
                <a:latin typeface="Verdana"/>
                <a:cs typeface="Verdana"/>
              </a:rPr>
              <a:t>s</a:t>
            </a:r>
            <a:r>
              <a:rPr lang="en-GB" sz="2667" spc="20" dirty="0">
                <a:solidFill>
                  <a:srgbClr val="7030A0"/>
                </a:solidFill>
                <a:latin typeface="Verdana"/>
                <a:cs typeface="Verdana"/>
              </a:rPr>
              <a:t> </a:t>
            </a:r>
            <a:endParaRPr lang="en-US" sz="2667" dirty="0">
              <a:latin typeface="Verdana"/>
              <a:cs typeface="Verdana"/>
            </a:endParaRPr>
          </a:p>
          <a:p>
            <a:pPr marL="38098">
              <a:spcBef>
                <a:spcPts val="441"/>
              </a:spcBef>
            </a:pPr>
            <a:r>
              <a:rPr lang="en-US" sz="2667" spc="-7" dirty="0">
                <a:solidFill>
                  <a:srgbClr val="7030A0"/>
                </a:solidFill>
                <a:latin typeface="Verdana"/>
                <a:cs typeface="Verdana"/>
              </a:rPr>
              <a:t>small</a:t>
            </a:r>
            <a:r>
              <a:rPr lang="en-US" sz="2667" dirty="0">
                <a:solidFill>
                  <a:srgbClr val="7030A0"/>
                </a:solidFill>
                <a:latin typeface="Verdana"/>
                <a:cs typeface="Verdana"/>
              </a:rPr>
              <a:t> </a:t>
            </a:r>
            <a:r>
              <a:rPr lang="en-US" sz="2667" spc="15" dirty="0">
                <a:solidFill>
                  <a:srgbClr val="7030A0"/>
                </a:solidFill>
                <a:latin typeface="Verdana"/>
                <a:cs typeface="Verdana"/>
              </a:rPr>
              <a:t>number</a:t>
            </a:r>
            <a:r>
              <a:rPr lang="en-US" sz="2667" spc="-87" dirty="0">
                <a:solidFill>
                  <a:srgbClr val="7030A0"/>
                </a:solidFill>
                <a:latin typeface="Verdana"/>
                <a:cs typeface="Verdana"/>
              </a:rPr>
              <a:t> </a:t>
            </a:r>
            <a:r>
              <a:rPr lang="en-US" sz="2667" spc="-7" dirty="0">
                <a:latin typeface="Verdana"/>
                <a:cs typeface="Verdana"/>
              </a:rPr>
              <a:t>of</a:t>
            </a:r>
            <a:r>
              <a:rPr lang="en-US" sz="2667" spc="-100" dirty="0">
                <a:latin typeface="Verdana"/>
                <a:cs typeface="Verdana"/>
              </a:rPr>
              <a:t> </a:t>
            </a:r>
            <a:r>
              <a:rPr lang="en-US" sz="2667" dirty="0">
                <a:latin typeface="Verdana"/>
                <a:cs typeface="Verdana"/>
              </a:rPr>
              <a:t>possible</a:t>
            </a:r>
            <a:r>
              <a:rPr lang="en-US" sz="2667" spc="-68" dirty="0">
                <a:latin typeface="Verdana"/>
                <a:cs typeface="Verdana"/>
              </a:rPr>
              <a:t> </a:t>
            </a:r>
            <a:r>
              <a:rPr lang="en-US" sz="2667" spc="15" dirty="0">
                <a:latin typeface="Verdana"/>
                <a:cs typeface="Verdana"/>
              </a:rPr>
              <a:t>outputs</a:t>
            </a:r>
            <a:endParaRPr lang="en-US" sz="2667" dirty="0">
              <a:latin typeface="Verdana"/>
              <a:cs typeface="Verdana"/>
            </a:endParaRPr>
          </a:p>
        </p:txBody>
      </p:sp>
      <p:grpSp>
        <p:nvGrpSpPr>
          <p:cNvPr id="11" name="Group 10">
            <a:extLst>
              <a:ext uri="{FF2B5EF4-FFF2-40B4-BE49-F238E27FC236}">
                <a16:creationId xmlns:a16="http://schemas.microsoft.com/office/drawing/2014/main" id="{51A7DB4B-BBB8-826D-5F09-45653885D3CF}"/>
              </a:ext>
            </a:extLst>
          </p:cNvPr>
          <p:cNvGrpSpPr/>
          <p:nvPr/>
        </p:nvGrpSpPr>
        <p:grpSpPr>
          <a:xfrm>
            <a:off x="453497" y="4005820"/>
            <a:ext cx="3633760" cy="2475453"/>
            <a:chOff x="2295653" y="1197525"/>
            <a:chExt cx="6835650" cy="3682664"/>
          </a:xfrm>
        </p:grpSpPr>
        <p:grpSp>
          <p:nvGrpSpPr>
            <p:cNvPr id="12" name="object 2">
              <a:extLst>
                <a:ext uri="{FF2B5EF4-FFF2-40B4-BE49-F238E27FC236}">
                  <a16:creationId xmlns:a16="http://schemas.microsoft.com/office/drawing/2014/main" id="{2664C4CF-ED54-6C72-126F-4C39EBBB538B}"/>
                </a:ext>
              </a:extLst>
            </p:cNvPr>
            <p:cNvGrpSpPr/>
            <p:nvPr/>
          </p:nvGrpSpPr>
          <p:grpSpPr>
            <a:xfrm>
              <a:off x="4201671" y="1620352"/>
              <a:ext cx="4269740" cy="2028613"/>
              <a:chOff x="3151251" y="1215263"/>
              <a:chExt cx="3202305" cy="1521460"/>
            </a:xfrm>
          </p:grpSpPr>
          <p:pic>
            <p:nvPicPr>
              <p:cNvPr id="29" name="object 3">
                <a:extLst>
                  <a:ext uri="{FF2B5EF4-FFF2-40B4-BE49-F238E27FC236}">
                    <a16:creationId xmlns:a16="http://schemas.microsoft.com/office/drawing/2014/main" id="{E9C99E6F-0BA0-0AC3-298A-108D82AFDC85}"/>
                  </a:ext>
                </a:extLst>
              </p:cNvPr>
              <p:cNvPicPr/>
              <p:nvPr/>
            </p:nvPicPr>
            <p:blipFill>
              <a:blip r:embed="rId3" cstate="print"/>
              <a:stretch>
                <a:fillRect/>
              </a:stretch>
            </p:blipFill>
            <p:spPr>
              <a:xfrm>
                <a:off x="3151251" y="2546350"/>
                <a:ext cx="189991" cy="189992"/>
              </a:xfrm>
              <a:prstGeom prst="rect">
                <a:avLst/>
              </a:prstGeom>
            </p:spPr>
          </p:pic>
          <p:pic>
            <p:nvPicPr>
              <p:cNvPr id="30" name="object 4">
                <a:extLst>
                  <a:ext uri="{FF2B5EF4-FFF2-40B4-BE49-F238E27FC236}">
                    <a16:creationId xmlns:a16="http://schemas.microsoft.com/office/drawing/2014/main" id="{84700960-9B4B-16B4-6A12-195498344248}"/>
                  </a:ext>
                </a:extLst>
              </p:cNvPr>
              <p:cNvPicPr/>
              <p:nvPr/>
            </p:nvPicPr>
            <p:blipFill>
              <a:blip r:embed="rId4" cstate="print"/>
              <a:stretch>
                <a:fillRect/>
              </a:stretch>
            </p:blipFill>
            <p:spPr>
              <a:xfrm>
                <a:off x="3459226" y="2291715"/>
                <a:ext cx="189991" cy="189992"/>
              </a:xfrm>
              <a:prstGeom prst="rect">
                <a:avLst/>
              </a:prstGeom>
            </p:spPr>
          </p:pic>
          <p:pic>
            <p:nvPicPr>
              <p:cNvPr id="31" name="object 5">
                <a:extLst>
                  <a:ext uri="{FF2B5EF4-FFF2-40B4-BE49-F238E27FC236}">
                    <a16:creationId xmlns:a16="http://schemas.microsoft.com/office/drawing/2014/main" id="{09021242-A441-E59D-2085-DB5387379310}"/>
                  </a:ext>
                </a:extLst>
              </p:cNvPr>
              <p:cNvPicPr/>
              <p:nvPr/>
            </p:nvPicPr>
            <p:blipFill>
              <a:blip r:embed="rId5" cstate="print"/>
              <a:stretch>
                <a:fillRect/>
              </a:stretch>
            </p:blipFill>
            <p:spPr>
              <a:xfrm>
                <a:off x="5529072" y="1245362"/>
                <a:ext cx="189991" cy="189991"/>
              </a:xfrm>
              <a:prstGeom prst="rect">
                <a:avLst/>
              </a:prstGeom>
            </p:spPr>
          </p:pic>
          <p:pic>
            <p:nvPicPr>
              <p:cNvPr id="32" name="object 6">
                <a:extLst>
                  <a:ext uri="{FF2B5EF4-FFF2-40B4-BE49-F238E27FC236}">
                    <a16:creationId xmlns:a16="http://schemas.microsoft.com/office/drawing/2014/main" id="{19B34630-8358-3D10-8A5D-0B569A3F1A83}"/>
                  </a:ext>
                </a:extLst>
              </p:cNvPr>
              <p:cNvPicPr/>
              <p:nvPr/>
            </p:nvPicPr>
            <p:blipFill>
              <a:blip r:embed="rId6" cstate="print"/>
              <a:stretch>
                <a:fillRect/>
              </a:stretch>
            </p:blipFill>
            <p:spPr>
              <a:xfrm>
                <a:off x="5248783" y="1502664"/>
                <a:ext cx="189991" cy="189991"/>
              </a:xfrm>
              <a:prstGeom prst="rect">
                <a:avLst/>
              </a:prstGeom>
            </p:spPr>
          </p:pic>
          <p:pic>
            <p:nvPicPr>
              <p:cNvPr id="33" name="object 7">
                <a:extLst>
                  <a:ext uri="{FF2B5EF4-FFF2-40B4-BE49-F238E27FC236}">
                    <a16:creationId xmlns:a16="http://schemas.microsoft.com/office/drawing/2014/main" id="{3E5F9A66-F74A-8C55-F1A7-7A05ED488967}"/>
                  </a:ext>
                </a:extLst>
              </p:cNvPr>
              <p:cNvPicPr/>
              <p:nvPr/>
            </p:nvPicPr>
            <p:blipFill>
              <a:blip r:embed="rId7" cstate="print"/>
              <a:stretch>
                <a:fillRect/>
              </a:stretch>
            </p:blipFill>
            <p:spPr>
              <a:xfrm>
                <a:off x="4910074" y="1383157"/>
                <a:ext cx="189991" cy="189991"/>
              </a:xfrm>
              <a:prstGeom prst="rect">
                <a:avLst/>
              </a:prstGeom>
            </p:spPr>
          </p:pic>
          <p:pic>
            <p:nvPicPr>
              <p:cNvPr id="34" name="object 8">
                <a:extLst>
                  <a:ext uri="{FF2B5EF4-FFF2-40B4-BE49-F238E27FC236}">
                    <a16:creationId xmlns:a16="http://schemas.microsoft.com/office/drawing/2014/main" id="{AFC88C01-EA3D-A37D-65DE-6AFA6CD395B8}"/>
                  </a:ext>
                </a:extLst>
              </p:cNvPr>
              <p:cNvPicPr/>
              <p:nvPr/>
            </p:nvPicPr>
            <p:blipFill>
              <a:blip r:embed="rId8" cstate="print"/>
              <a:stretch>
                <a:fillRect/>
              </a:stretch>
            </p:blipFill>
            <p:spPr>
              <a:xfrm>
                <a:off x="4101592" y="1537208"/>
                <a:ext cx="189992" cy="189991"/>
              </a:xfrm>
              <a:prstGeom prst="rect">
                <a:avLst/>
              </a:prstGeom>
            </p:spPr>
          </p:pic>
          <p:pic>
            <p:nvPicPr>
              <p:cNvPr id="35" name="object 9">
                <a:extLst>
                  <a:ext uri="{FF2B5EF4-FFF2-40B4-BE49-F238E27FC236}">
                    <a16:creationId xmlns:a16="http://schemas.microsoft.com/office/drawing/2014/main" id="{95C256CE-6EDD-6318-DBA4-DABAAFF3C413}"/>
                  </a:ext>
                </a:extLst>
              </p:cNvPr>
              <p:cNvPicPr/>
              <p:nvPr/>
            </p:nvPicPr>
            <p:blipFill>
              <a:blip r:embed="rId9" cstate="print"/>
              <a:stretch>
                <a:fillRect/>
              </a:stretch>
            </p:blipFill>
            <p:spPr>
              <a:xfrm>
                <a:off x="4477004" y="1634871"/>
                <a:ext cx="189992" cy="189991"/>
              </a:xfrm>
              <a:prstGeom prst="rect">
                <a:avLst/>
              </a:prstGeom>
            </p:spPr>
          </p:pic>
          <p:pic>
            <p:nvPicPr>
              <p:cNvPr id="36" name="object 10">
                <a:extLst>
                  <a:ext uri="{FF2B5EF4-FFF2-40B4-BE49-F238E27FC236}">
                    <a16:creationId xmlns:a16="http://schemas.microsoft.com/office/drawing/2014/main" id="{AFC8846F-34F1-D5FC-DE84-2B2152E341C1}"/>
                  </a:ext>
                </a:extLst>
              </p:cNvPr>
              <p:cNvPicPr/>
              <p:nvPr/>
            </p:nvPicPr>
            <p:blipFill>
              <a:blip r:embed="rId10" cstate="print"/>
              <a:stretch>
                <a:fillRect/>
              </a:stretch>
            </p:blipFill>
            <p:spPr>
              <a:xfrm>
                <a:off x="3948811" y="1926844"/>
                <a:ext cx="189991" cy="189992"/>
              </a:xfrm>
              <a:prstGeom prst="rect">
                <a:avLst/>
              </a:prstGeom>
            </p:spPr>
          </p:pic>
          <p:pic>
            <p:nvPicPr>
              <p:cNvPr id="37" name="object 11">
                <a:extLst>
                  <a:ext uri="{FF2B5EF4-FFF2-40B4-BE49-F238E27FC236}">
                    <a16:creationId xmlns:a16="http://schemas.microsoft.com/office/drawing/2014/main" id="{AF6B31AF-D481-43FE-859B-7C6FF1F2793F}"/>
                  </a:ext>
                </a:extLst>
              </p:cNvPr>
              <p:cNvPicPr/>
              <p:nvPr/>
            </p:nvPicPr>
            <p:blipFill>
              <a:blip r:embed="rId11" cstate="print"/>
              <a:stretch>
                <a:fillRect/>
              </a:stretch>
            </p:blipFill>
            <p:spPr>
              <a:xfrm>
                <a:off x="5809488" y="1366393"/>
                <a:ext cx="189991" cy="189992"/>
              </a:xfrm>
              <a:prstGeom prst="rect">
                <a:avLst/>
              </a:prstGeom>
            </p:spPr>
          </p:pic>
          <p:pic>
            <p:nvPicPr>
              <p:cNvPr id="38" name="object 12">
                <a:extLst>
                  <a:ext uri="{FF2B5EF4-FFF2-40B4-BE49-F238E27FC236}">
                    <a16:creationId xmlns:a16="http://schemas.microsoft.com/office/drawing/2014/main" id="{D53F1572-D37A-D746-CE6B-E59B06596774}"/>
                  </a:ext>
                </a:extLst>
              </p:cNvPr>
              <p:cNvPicPr/>
              <p:nvPr/>
            </p:nvPicPr>
            <p:blipFill>
              <a:blip r:embed="rId12" cstate="print"/>
              <a:stretch>
                <a:fillRect/>
              </a:stretch>
            </p:blipFill>
            <p:spPr>
              <a:xfrm>
                <a:off x="6163183" y="1215263"/>
                <a:ext cx="189991" cy="189991"/>
              </a:xfrm>
              <a:prstGeom prst="rect">
                <a:avLst/>
              </a:prstGeom>
            </p:spPr>
          </p:pic>
          <p:pic>
            <p:nvPicPr>
              <p:cNvPr id="39" name="object 13">
                <a:extLst>
                  <a:ext uri="{FF2B5EF4-FFF2-40B4-BE49-F238E27FC236}">
                    <a16:creationId xmlns:a16="http://schemas.microsoft.com/office/drawing/2014/main" id="{64745218-658D-023E-074C-BC2FDDF16AFE}"/>
                  </a:ext>
                </a:extLst>
              </p:cNvPr>
              <p:cNvPicPr/>
              <p:nvPr/>
            </p:nvPicPr>
            <p:blipFill>
              <a:blip r:embed="rId13" cstate="print"/>
              <a:stretch>
                <a:fillRect/>
              </a:stretch>
            </p:blipFill>
            <p:spPr>
              <a:xfrm>
                <a:off x="3531997" y="1872615"/>
                <a:ext cx="189991" cy="189992"/>
              </a:xfrm>
              <a:prstGeom prst="rect">
                <a:avLst/>
              </a:prstGeom>
            </p:spPr>
          </p:pic>
        </p:grpSp>
        <p:sp>
          <p:nvSpPr>
            <p:cNvPr id="13" name="object 14">
              <a:extLst>
                <a:ext uri="{FF2B5EF4-FFF2-40B4-BE49-F238E27FC236}">
                  <a16:creationId xmlns:a16="http://schemas.microsoft.com/office/drawing/2014/main" id="{ED4D445D-23A9-4D78-8AE6-9C4F51F348AB}"/>
                </a:ext>
              </a:extLst>
            </p:cNvPr>
            <p:cNvSpPr txBox="1"/>
            <p:nvPr/>
          </p:nvSpPr>
          <p:spPr>
            <a:xfrm>
              <a:off x="3275413" y="4131651"/>
              <a:ext cx="182033" cy="260763"/>
            </a:xfrm>
            <a:prstGeom prst="rect">
              <a:avLst/>
            </a:prstGeom>
          </p:spPr>
          <p:txBody>
            <a:bodyPr vert="horz" wrap="square" lIns="0" tIns="21167" rIns="0" bIns="0" rtlCol="0">
              <a:spAutoFit/>
            </a:bodyPr>
            <a:lstStyle/>
            <a:p>
              <a:pPr marL="16933">
                <a:spcBef>
                  <a:spcPts val="167"/>
                </a:spcBef>
              </a:pPr>
              <a:r>
                <a:rPr sz="1100" spc="20" dirty="0">
                  <a:latin typeface="Cambria Math"/>
                  <a:cs typeface="Cambria Math"/>
                </a:rPr>
                <a:t>0</a:t>
              </a:r>
              <a:endParaRPr sz="1100">
                <a:latin typeface="Cambria Math"/>
                <a:cs typeface="Cambria Math"/>
              </a:endParaRPr>
            </a:p>
          </p:txBody>
        </p:sp>
        <p:sp>
          <p:nvSpPr>
            <p:cNvPr id="14" name="object 15">
              <a:extLst>
                <a:ext uri="{FF2B5EF4-FFF2-40B4-BE49-F238E27FC236}">
                  <a16:creationId xmlns:a16="http://schemas.microsoft.com/office/drawing/2014/main" id="{B1BC34ED-BB95-CFE5-4556-9BEACCA5D199}"/>
                </a:ext>
              </a:extLst>
            </p:cNvPr>
            <p:cNvSpPr txBox="1"/>
            <p:nvPr/>
          </p:nvSpPr>
          <p:spPr>
            <a:xfrm>
              <a:off x="4273635" y="4131310"/>
              <a:ext cx="492760" cy="260763"/>
            </a:xfrm>
            <a:prstGeom prst="rect">
              <a:avLst/>
            </a:prstGeom>
          </p:spPr>
          <p:txBody>
            <a:bodyPr vert="horz" wrap="square" lIns="0" tIns="21167" rIns="0" bIns="0" rtlCol="0">
              <a:spAutoFit/>
            </a:bodyPr>
            <a:lstStyle/>
            <a:p>
              <a:pPr marL="16933">
                <a:spcBef>
                  <a:spcPts val="167"/>
                </a:spcBef>
              </a:pPr>
              <a:r>
                <a:rPr sz="1100" spc="53" dirty="0">
                  <a:latin typeface="Cambria Math"/>
                  <a:cs typeface="Cambria Math"/>
                </a:rPr>
                <a:t>500</a:t>
              </a:r>
              <a:endParaRPr sz="1100">
                <a:latin typeface="Cambria Math"/>
                <a:cs typeface="Cambria Math"/>
              </a:endParaRPr>
            </a:p>
          </p:txBody>
        </p:sp>
        <p:sp>
          <p:nvSpPr>
            <p:cNvPr id="15" name="object 16">
              <a:extLst>
                <a:ext uri="{FF2B5EF4-FFF2-40B4-BE49-F238E27FC236}">
                  <a16:creationId xmlns:a16="http://schemas.microsoft.com/office/drawing/2014/main" id="{FA9A994B-6581-8530-8C7D-EE9B82A41261}"/>
                </a:ext>
              </a:extLst>
            </p:cNvPr>
            <p:cNvSpPr txBox="1"/>
            <p:nvPr/>
          </p:nvSpPr>
          <p:spPr>
            <a:xfrm>
              <a:off x="7643370" y="4131310"/>
              <a:ext cx="645161" cy="260763"/>
            </a:xfrm>
            <a:prstGeom prst="rect">
              <a:avLst/>
            </a:prstGeom>
          </p:spPr>
          <p:txBody>
            <a:bodyPr vert="horz" wrap="square" lIns="0" tIns="21167" rIns="0" bIns="0" rtlCol="0">
              <a:spAutoFit/>
            </a:bodyPr>
            <a:lstStyle/>
            <a:p>
              <a:pPr marL="16933">
                <a:spcBef>
                  <a:spcPts val="167"/>
                </a:spcBef>
              </a:pPr>
              <a:r>
                <a:rPr sz="1100" spc="53" dirty="0">
                  <a:latin typeface="Cambria Math"/>
                  <a:cs typeface="Cambria Math"/>
                </a:rPr>
                <a:t>2000</a:t>
              </a:r>
              <a:endParaRPr sz="1100">
                <a:latin typeface="Cambria Math"/>
                <a:cs typeface="Cambria Math"/>
              </a:endParaRPr>
            </a:p>
          </p:txBody>
        </p:sp>
        <p:sp>
          <p:nvSpPr>
            <p:cNvPr id="16" name="object 18">
              <a:extLst>
                <a:ext uri="{FF2B5EF4-FFF2-40B4-BE49-F238E27FC236}">
                  <a16:creationId xmlns:a16="http://schemas.microsoft.com/office/drawing/2014/main" id="{016F6939-8154-E0D2-A51B-CDB3F0A2D216}"/>
                </a:ext>
              </a:extLst>
            </p:cNvPr>
            <p:cNvSpPr txBox="1"/>
            <p:nvPr/>
          </p:nvSpPr>
          <p:spPr>
            <a:xfrm>
              <a:off x="2699681" y="1197525"/>
              <a:ext cx="492760" cy="742530"/>
            </a:xfrm>
            <a:prstGeom prst="rect">
              <a:avLst/>
            </a:prstGeom>
          </p:spPr>
          <p:txBody>
            <a:bodyPr vert="horz" wrap="square" lIns="0" tIns="22015" rIns="0" bIns="0" rtlCol="0">
              <a:spAutoFit/>
            </a:bodyPr>
            <a:lstStyle/>
            <a:p>
              <a:pPr marL="16933">
                <a:spcBef>
                  <a:spcPts val="175"/>
                </a:spcBef>
              </a:pPr>
              <a:r>
                <a:rPr sz="1100" spc="53" dirty="0">
                  <a:latin typeface="Cambria Math"/>
                  <a:cs typeface="Cambria Math"/>
                </a:rPr>
                <a:t>400</a:t>
              </a:r>
              <a:endParaRPr sz="1100">
                <a:latin typeface="Cambria Math"/>
                <a:cs typeface="Cambria Math"/>
              </a:endParaRPr>
            </a:p>
            <a:p>
              <a:pPr>
                <a:spcBef>
                  <a:spcPts val="60"/>
                </a:spcBef>
              </a:pPr>
              <a:endParaRPr sz="1100">
                <a:latin typeface="Cambria Math"/>
                <a:cs typeface="Cambria Math"/>
              </a:endParaRPr>
            </a:p>
            <a:p>
              <a:pPr marL="16933"/>
              <a:r>
                <a:rPr sz="1100" spc="53" dirty="0">
                  <a:latin typeface="Cambria Math"/>
                  <a:cs typeface="Cambria Math"/>
                </a:rPr>
                <a:t>300</a:t>
              </a:r>
              <a:endParaRPr sz="1100">
                <a:latin typeface="Cambria Math"/>
                <a:cs typeface="Cambria Math"/>
              </a:endParaRPr>
            </a:p>
          </p:txBody>
        </p:sp>
        <p:sp>
          <p:nvSpPr>
            <p:cNvPr id="17" name="object 19">
              <a:extLst>
                <a:ext uri="{FF2B5EF4-FFF2-40B4-BE49-F238E27FC236}">
                  <a16:creationId xmlns:a16="http://schemas.microsoft.com/office/drawing/2014/main" id="{0E2D771F-ACB2-528E-8C31-CAEC95D944C9}"/>
                </a:ext>
              </a:extLst>
            </p:cNvPr>
            <p:cNvSpPr txBox="1"/>
            <p:nvPr/>
          </p:nvSpPr>
          <p:spPr>
            <a:xfrm>
              <a:off x="2699681" y="2511217"/>
              <a:ext cx="492760" cy="261933"/>
            </a:xfrm>
            <a:prstGeom prst="rect">
              <a:avLst/>
            </a:prstGeom>
          </p:spPr>
          <p:txBody>
            <a:bodyPr vert="horz" wrap="square" lIns="0" tIns="22015" rIns="0" bIns="0" rtlCol="0">
              <a:spAutoFit/>
            </a:bodyPr>
            <a:lstStyle/>
            <a:p>
              <a:pPr marL="16933">
                <a:spcBef>
                  <a:spcPts val="175"/>
                </a:spcBef>
              </a:pPr>
              <a:r>
                <a:rPr sz="1100" spc="53" dirty="0">
                  <a:latin typeface="Cambria Math"/>
                  <a:cs typeface="Cambria Math"/>
                </a:rPr>
                <a:t>200</a:t>
              </a:r>
              <a:endParaRPr sz="1100">
                <a:latin typeface="Cambria Math"/>
                <a:cs typeface="Cambria Math"/>
              </a:endParaRPr>
            </a:p>
          </p:txBody>
        </p:sp>
        <p:sp>
          <p:nvSpPr>
            <p:cNvPr id="18" name="object 20">
              <a:extLst>
                <a:ext uri="{FF2B5EF4-FFF2-40B4-BE49-F238E27FC236}">
                  <a16:creationId xmlns:a16="http://schemas.microsoft.com/office/drawing/2014/main" id="{0FE64E78-9BB9-8CC3-7F2C-7230CABBDDBD}"/>
                </a:ext>
              </a:extLst>
            </p:cNvPr>
            <p:cNvSpPr txBox="1"/>
            <p:nvPr/>
          </p:nvSpPr>
          <p:spPr>
            <a:xfrm>
              <a:off x="2699681" y="3173220"/>
              <a:ext cx="492760" cy="260763"/>
            </a:xfrm>
            <a:prstGeom prst="rect">
              <a:avLst/>
            </a:prstGeom>
          </p:spPr>
          <p:txBody>
            <a:bodyPr vert="horz" wrap="square" lIns="0" tIns="21167" rIns="0" bIns="0" rtlCol="0">
              <a:spAutoFit/>
            </a:bodyPr>
            <a:lstStyle/>
            <a:p>
              <a:pPr marL="16933">
                <a:spcBef>
                  <a:spcPts val="167"/>
                </a:spcBef>
              </a:pPr>
              <a:r>
                <a:rPr sz="1100" spc="53" dirty="0">
                  <a:latin typeface="Cambria Math"/>
                  <a:cs typeface="Cambria Math"/>
                </a:rPr>
                <a:t>100</a:t>
              </a:r>
              <a:endParaRPr sz="1100">
                <a:latin typeface="Cambria Math"/>
                <a:cs typeface="Cambria Math"/>
              </a:endParaRPr>
            </a:p>
          </p:txBody>
        </p:sp>
        <p:sp>
          <p:nvSpPr>
            <p:cNvPr id="19" name="object 21">
              <a:extLst>
                <a:ext uri="{FF2B5EF4-FFF2-40B4-BE49-F238E27FC236}">
                  <a16:creationId xmlns:a16="http://schemas.microsoft.com/office/drawing/2014/main" id="{E8216A88-9E0E-1327-4C60-4E554966C61C}"/>
                </a:ext>
              </a:extLst>
            </p:cNvPr>
            <p:cNvSpPr txBox="1"/>
            <p:nvPr/>
          </p:nvSpPr>
          <p:spPr>
            <a:xfrm>
              <a:off x="2988396" y="3834978"/>
              <a:ext cx="182033" cy="260763"/>
            </a:xfrm>
            <a:prstGeom prst="rect">
              <a:avLst/>
            </a:prstGeom>
          </p:spPr>
          <p:txBody>
            <a:bodyPr vert="horz" wrap="square" lIns="0" tIns="21167" rIns="0" bIns="0" rtlCol="0">
              <a:spAutoFit/>
            </a:bodyPr>
            <a:lstStyle/>
            <a:p>
              <a:pPr marL="16933">
                <a:spcBef>
                  <a:spcPts val="167"/>
                </a:spcBef>
              </a:pPr>
              <a:r>
                <a:rPr sz="1100" spc="20" dirty="0">
                  <a:latin typeface="Cambria Math"/>
                  <a:cs typeface="Cambria Math"/>
                </a:rPr>
                <a:t>0</a:t>
              </a:r>
              <a:endParaRPr sz="1100">
                <a:latin typeface="Cambria Math"/>
                <a:cs typeface="Cambria Math"/>
              </a:endParaRPr>
            </a:p>
          </p:txBody>
        </p:sp>
        <p:grpSp>
          <p:nvGrpSpPr>
            <p:cNvPr id="20" name="object 22">
              <a:extLst>
                <a:ext uri="{FF2B5EF4-FFF2-40B4-BE49-F238E27FC236}">
                  <a16:creationId xmlns:a16="http://schemas.microsoft.com/office/drawing/2014/main" id="{BE6DD966-C149-37FE-2D1F-98777A8B2BAF}"/>
                </a:ext>
              </a:extLst>
            </p:cNvPr>
            <p:cNvGrpSpPr/>
            <p:nvPr/>
          </p:nvGrpSpPr>
          <p:grpSpPr>
            <a:xfrm>
              <a:off x="3263902" y="1333503"/>
              <a:ext cx="5867401" cy="2815167"/>
              <a:chOff x="2447925" y="1000125"/>
              <a:chExt cx="4400550" cy="2111375"/>
            </a:xfrm>
          </p:grpSpPr>
          <p:sp>
            <p:nvSpPr>
              <p:cNvPr id="27" name="object 23">
                <a:extLst>
                  <a:ext uri="{FF2B5EF4-FFF2-40B4-BE49-F238E27FC236}">
                    <a16:creationId xmlns:a16="http://schemas.microsoft.com/office/drawing/2014/main" id="{5944EF5C-E604-8E49-32D0-D6C9064F0DB1}"/>
                  </a:ext>
                </a:extLst>
              </p:cNvPr>
              <p:cNvSpPr/>
              <p:nvPr/>
            </p:nvSpPr>
            <p:spPr>
              <a:xfrm>
                <a:off x="2486025" y="1028700"/>
                <a:ext cx="4343400" cy="2063750"/>
              </a:xfrm>
              <a:custGeom>
                <a:avLst/>
                <a:gdLst/>
                <a:ahLst/>
                <a:cxnLst/>
                <a:rect l="l" t="t" r="r" b="b"/>
                <a:pathLst>
                  <a:path w="4343400" h="2063750">
                    <a:moveTo>
                      <a:pt x="47625" y="0"/>
                    </a:moveTo>
                    <a:lnTo>
                      <a:pt x="47625" y="2051939"/>
                    </a:lnTo>
                  </a:path>
                  <a:path w="4343400" h="2063750">
                    <a:moveTo>
                      <a:pt x="4331716" y="2000250"/>
                    </a:moveTo>
                    <a:lnTo>
                      <a:pt x="0" y="2000250"/>
                    </a:lnTo>
                  </a:path>
                  <a:path w="4343400" h="2063750">
                    <a:moveTo>
                      <a:pt x="4343400" y="1933575"/>
                    </a:moveTo>
                    <a:lnTo>
                      <a:pt x="4343400" y="2063369"/>
                    </a:lnTo>
                  </a:path>
                  <a:path w="4343400" h="2063750">
                    <a:moveTo>
                      <a:pt x="3476625" y="1933575"/>
                    </a:moveTo>
                    <a:lnTo>
                      <a:pt x="3476625" y="2063369"/>
                    </a:lnTo>
                  </a:path>
                  <a:path w="4343400" h="2063750">
                    <a:moveTo>
                      <a:pt x="2619375" y="1933575"/>
                    </a:moveTo>
                    <a:lnTo>
                      <a:pt x="2619375" y="2063369"/>
                    </a:lnTo>
                  </a:path>
                  <a:path w="4343400" h="2063750">
                    <a:moveTo>
                      <a:pt x="1762125" y="1933575"/>
                    </a:moveTo>
                    <a:lnTo>
                      <a:pt x="1762125" y="2063369"/>
                    </a:lnTo>
                  </a:path>
                  <a:path w="4343400" h="2063750">
                    <a:moveTo>
                      <a:pt x="904875" y="1933575"/>
                    </a:moveTo>
                    <a:lnTo>
                      <a:pt x="904875" y="2063369"/>
                    </a:lnTo>
                  </a:path>
                </a:pathLst>
              </a:custGeom>
              <a:ln w="38100">
                <a:solidFill>
                  <a:srgbClr val="000000"/>
                </a:solidFill>
              </a:ln>
            </p:spPr>
            <p:txBody>
              <a:bodyPr wrap="square" lIns="0" tIns="0" rIns="0" bIns="0" rtlCol="0"/>
              <a:lstStyle/>
              <a:p>
                <a:endParaRPr sz="1100"/>
              </a:p>
            </p:txBody>
          </p:sp>
          <p:sp>
            <p:nvSpPr>
              <p:cNvPr id="28" name="object 24">
                <a:extLst>
                  <a:ext uri="{FF2B5EF4-FFF2-40B4-BE49-F238E27FC236}">
                    <a16:creationId xmlns:a16="http://schemas.microsoft.com/office/drawing/2014/main" id="{DE511C29-FB59-2AB3-E085-801DF8489A76}"/>
                  </a:ext>
                </a:extLst>
              </p:cNvPr>
              <p:cNvSpPr/>
              <p:nvPr/>
            </p:nvSpPr>
            <p:spPr>
              <a:xfrm>
                <a:off x="2466975" y="1019175"/>
                <a:ext cx="130175" cy="1504950"/>
              </a:xfrm>
              <a:custGeom>
                <a:avLst/>
                <a:gdLst/>
                <a:ahLst/>
                <a:cxnLst/>
                <a:rect l="l" t="t" r="r" b="b"/>
                <a:pathLst>
                  <a:path w="130175" h="1504950">
                    <a:moveTo>
                      <a:pt x="129793" y="0"/>
                    </a:moveTo>
                    <a:lnTo>
                      <a:pt x="0" y="0"/>
                    </a:lnTo>
                  </a:path>
                  <a:path w="130175" h="1504950">
                    <a:moveTo>
                      <a:pt x="129793" y="514350"/>
                    </a:moveTo>
                    <a:lnTo>
                      <a:pt x="0" y="514350"/>
                    </a:lnTo>
                  </a:path>
                  <a:path w="130175" h="1504950">
                    <a:moveTo>
                      <a:pt x="129793" y="1000125"/>
                    </a:moveTo>
                    <a:lnTo>
                      <a:pt x="0" y="1000125"/>
                    </a:lnTo>
                  </a:path>
                  <a:path w="130175" h="1504950">
                    <a:moveTo>
                      <a:pt x="129793" y="1504950"/>
                    </a:moveTo>
                    <a:lnTo>
                      <a:pt x="0" y="1504950"/>
                    </a:lnTo>
                  </a:path>
                </a:pathLst>
              </a:custGeom>
              <a:ln w="38100">
                <a:solidFill>
                  <a:srgbClr val="000000"/>
                </a:solidFill>
              </a:ln>
            </p:spPr>
            <p:txBody>
              <a:bodyPr wrap="square" lIns="0" tIns="0" rIns="0" bIns="0" rtlCol="0"/>
              <a:lstStyle/>
              <a:p>
                <a:endParaRPr sz="1100"/>
              </a:p>
            </p:txBody>
          </p:sp>
        </p:grpSp>
        <p:grpSp>
          <p:nvGrpSpPr>
            <p:cNvPr id="22" name="object 29">
              <a:extLst>
                <a:ext uri="{FF2B5EF4-FFF2-40B4-BE49-F238E27FC236}">
                  <a16:creationId xmlns:a16="http://schemas.microsoft.com/office/drawing/2014/main" id="{DBBB6EF4-C14C-F1FB-C2AC-26CC17A940A6}"/>
                </a:ext>
              </a:extLst>
            </p:cNvPr>
            <p:cNvGrpSpPr/>
            <p:nvPr/>
          </p:nvGrpSpPr>
          <p:grpSpPr>
            <a:xfrm>
              <a:off x="2295653" y="1384302"/>
              <a:ext cx="6480388" cy="3495887"/>
              <a:chOff x="1721739" y="1038225"/>
              <a:chExt cx="4860290" cy="2621915"/>
            </a:xfrm>
          </p:grpSpPr>
          <p:sp>
            <p:nvSpPr>
              <p:cNvPr id="24" name="object 30">
                <a:extLst>
                  <a:ext uri="{FF2B5EF4-FFF2-40B4-BE49-F238E27FC236}">
                    <a16:creationId xmlns:a16="http://schemas.microsoft.com/office/drawing/2014/main" id="{6F5AF5BC-1E38-7040-7180-BEA37177768A}"/>
                  </a:ext>
                </a:extLst>
              </p:cNvPr>
              <p:cNvSpPr/>
              <p:nvPr/>
            </p:nvSpPr>
            <p:spPr>
              <a:xfrm>
                <a:off x="2800350" y="1057275"/>
                <a:ext cx="3523615" cy="1550035"/>
              </a:xfrm>
              <a:custGeom>
                <a:avLst/>
                <a:gdLst/>
                <a:ahLst/>
                <a:cxnLst/>
                <a:rect l="l" t="t" r="r" b="b"/>
                <a:pathLst>
                  <a:path w="3523615" h="1550035">
                    <a:moveTo>
                      <a:pt x="0" y="1549908"/>
                    </a:moveTo>
                    <a:lnTo>
                      <a:pt x="3523107" y="0"/>
                    </a:lnTo>
                  </a:path>
                </a:pathLst>
              </a:custGeom>
              <a:ln w="38100">
                <a:solidFill>
                  <a:srgbClr val="0096FF"/>
                </a:solidFill>
              </a:ln>
            </p:spPr>
            <p:txBody>
              <a:bodyPr wrap="square" lIns="0" tIns="0" rIns="0" bIns="0" rtlCol="0"/>
              <a:lstStyle/>
              <a:p>
                <a:endParaRPr sz="1100"/>
              </a:p>
            </p:txBody>
          </p:sp>
          <p:pic>
            <p:nvPicPr>
              <p:cNvPr id="25" name="object 31">
                <a:extLst>
                  <a:ext uri="{FF2B5EF4-FFF2-40B4-BE49-F238E27FC236}">
                    <a16:creationId xmlns:a16="http://schemas.microsoft.com/office/drawing/2014/main" id="{A64C710A-C78A-64F6-FBF3-DB00F05C7471}"/>
                  </a:ext>
                </a:extLst>
              </p:cNvPr>
              <p:cNvPicPr/>
              <p:nvPr/>
            </p:nvPicPr>
            <p:blipFill>
              <a:blip r:embed="rId14" cstate="print"/>
              <a:stretch>
                <a:fillRect/>
              </a:stretch>
            </p:blipFill>
            <p:spPr>
              <a:xfrm>
                <a:off x="3485261" y="3064891"/>
                <a:ext cx="527685" cy="594994"/>
              </a:xfrm>
              <a:prstGeom prst="rect">
                <a:avLst/>
              </a:prstGeom>
            </p:spPr>
          </p:pic>
          <p:pic>
            <p:nvPicPr>
              <p:cNvPr id="26" name="object 32">
                <a:extLst>
                  <a:ext uri="{FF2B5EF4-FFF2-40B4-BE49-F238E27FC236}">
                    <a16:creationId xmlns:a16="http://schemas.microsoft.com/office/drawing/2014/main" id="{17BA5676-42A1-1617-6F55-3F563A0F9544}"/>
                  </a:ext>
                </a:extLst>
              </p:cNvPr>
              <p:cNvPicPr/>
              <p:nvPr/>
            </p:nvPicPr>
            <p:blipFill>
              <a:blip r:embed="rId15" cstate="print"/>
              <a:stretch>
                <a:fillRect/>
              </a:stretch>
            </p:blipFill>
            <p:spPr>
              <a:xfrm>
                <a:off x="1721739" y="1190625"/>
                <a:ext cx="4860036" cy="1801749"/>
              </a:xfrm>
              <a:prstGeom prst="rect">
                <a:avLst/>
              </a:prstGeom>
            </p:spPr>
          </p:pic>
        </p:grpSp>
      </p:grpSp>
      <p:grpSp>
        <p:nvGrpSpPr>
          <p:cNvPr id="40" name="Group 39">
            <a:extLst>
              <a:ext uri="{FF2B5EF4-FFF2-40B4-BE49-F238E27FC236}">
                <a16:creationId xmlns:a16="http://schemas.microsoft.com/office/drawing/2014/main" id="{19816D00-590C-CA27-0272-A41A5D7240C4}"/>
              </a:ext>
            </a:extLst>
          </p:cNvPr>
          <p:cNvGrpSpPr/>
          <p:nvPr/>
        </p:nvGrpSpPr>
        <p:grpSpPr>
          <a:xfrm>
            <a:off x="6466711" y="3867845"/>
            <a:ext cx="4562318" cy="2932037"/>
            <a:chOff x="2610272" y="1018987"/>
            <a:chExt cx="6524133" cy="4322560"/>
          </a:xfrm>
        </p:grpSpPr>
        <p:grpSp>
          <p:nvGrpSpPr>
            <p:cNvPr id="41" name="object 2">
              <a:extLst>
                <a:ext uri="{FF2B5EF4-FFF2-40B4-BE49-F238E27FC236}">
                  <a16:creationId xmlns:a16="http://schemas.microsoft.com/office/drawing/2014/main" id="{878579A5-0011-6024-3F4A-201B2BF95CFF}"/>
                </a:ext>
              </a:extLst>
            </p:cNvPr>
            <p:cNvGrpSpPr/>
            <p:nvPr/>
          </p:nvGrpSpPr>
          <p:grpSpPr>
            <a:xfrm>
              <a:off x="3416017" y="1018987"/>
              <a:ext cx="5718388" cy="3852335"/>
              <a:chOff x="2503551" y="828675"/>
              <a:chExt cx="4288790" cy="2889250"/>
            </a:xfrm>
          </p:grpSpPr>
          <p:sp>
            <p:nvSpPr>
              <p:cNvPr id="44" name="object 3">
                <a:extLst>
                  <a:ext uri="{FF2B5EF4-FFF2-40B4-BE49-F238E27FC236}">
                    <a16:creationId xmlns:a16="http://schemas.microsoft.com/office/drawing/2014/main" id="{FEBB4B5B-08DA-F0C6-70A7-5E1CF1DA2822}"/>
                  </a:ext>
                </a:extLst>
              </p:cNvPr>
              <p:cNvSpPr/>
              <p:nvPr/>
            </p:nvSpPr>
            <p:spPr>
              <a:xfrm>
                <a:off x="2676525" y="828674"/>
                <a:ext cx="3446145" cy="2726055"/>
              </a:xfrm>
              <a:custGeom>
                <a:avLst/>
                <a:gdLst/>
                <a:ahLst/>
                <a:cxnLst/>
                <a:rect l="l" t="t" r="r" b="b"/>
                <a:pathLst>
                  <a:path w="3446145" h="2726054">
                    <a:moveTo>
                      <a:pt x="3445891" y="2571750"/>
                    </a:moveTo>
                    <a:lnTo>
                      <a:pt x="3423005" y="2552700"/>
                    </a:lnTo>
                    <a:lnTo>
                      <a:pt x="3313938" y="2461895"/>
                    </a:lnTo>
                    <a:lnTo>
                      <a:pt x="3307321" y="2458301"/>
                    </a:lnTo>
                    <a:lnTo>
                      <a:pt x="3282823" y="2478240"/>
                    </a:lnTo>
                    <a:lnTo>
                      <a:pt x="3284855" y="2485225"/>
                    </a:lnTo>
                    <a:lnTo>
                      <a:pt x="3289554" y="2491105"/>
                    </a:lnTo>
                    <a:lnTo>
                      <a:pt x="3363468" y="2552700"/>
                    </a:lnTo>
                    <a:lnTo>
                      <a:pt x="180975" y="2552700"/>
                    </a:lnTo>
                    <a:lnTo>
                      <a:pt x="180975" y="82296"/>
                    </a:lnTo>
                    <a:lnTo>
                      <a:pt x="242570" y="156210"/>
                    </a:lnTo>
                    <a:lnTo>
                      <a:pt x="248450" y="160972"/>
                    </a:lnTo>
                    <a:lnTo>
                      <a:pt x="255435" y="162991"/>
                    </a:lnTo>
                    <a:lnTo>
                      <a:pt x="262686" y="162229"/>
                    </a:lnTo>
                    <a:lnTo>
                      <a:pt x="269367" y="158623"/>
                    </a:lnTo>
                    <a:lnTo>
                      <a:pt x="274116" y="152742"/>
                    </a:lnTo>
                    <a:lnTo>
                      <a:pt x="276136" y="145757"/>
                    </a:lnTo>
                    <a:lnTo>
                      <a:pt x="275374" y="138506"/>
                    </a:lnTo>
                    <a:lnTo>
                      <a:pt x="271780" y="131826"/>
                    </a:lnTo>
                    <a:lnTo>
                      <a:pt x="186690" y="29718"/>
                    </a:lnTo>
                    <a:lnTo>
                      <a:pt x="161925" y="0"/>
                    </a:lnTo>
                    <a:lnTo>
                      <a:pt x="52070" y="131826"/>
                    </a:lnTo>
                    <a:lnTo>
                      <a:pt x="48463" y="138506"/>
                    </a:lnTo>
                    <a:lnTo>
                      <a:pt x="47701" y="145757"/>
                    </a:lnTo>
                    <a:lnTo>
                      <a:pt x="49720" y="152742"/>
                    </a:lnTo>
                    <a:lnTo>
                      <a:pt x="54483" y="158623"/>
                    </a:lnTo>
                    <a:lnTo>
                      <a:pt x="61150" y="162229"/>
                    </a:lnTo>
                    <a:lnTo>
                      <a:pt x="68402" y="162991"/>
                    </a:lnTo>
                    <a:lnTo>
                      <a:pt x="75387" y="160972"/>
                    </a:lnTo>
                    <a:lnTo>
                      <a:pt x="81280" y="156210"/>
                    </a:lnTo>
                    <a:lnTo>
                      <a:pt x="142875" y="82296"/>
                    </a:lnTo>
                    <a:lnTo>
                      <a:pt x="142875" y="2552700"/>
                    </a:lnTo>
                    <a:lnTo>
                      <a:pt x="0" y="2552700"/>
                    </a:lnTo>
                    <a:lnTo>
                      <a:pt x="0" y="2590800"/>
                    </a:lnTo>
                    <a:lnTo>
                      <a:pt x="142875" y="2590800"/>
                    </a:lnTo>
                    <a:lnTo>
                      <a:pt x="142875" y="2725559"/>
                    </a:lnTo>
                    <a:lnTo>
                      <a:pt x="180975" y="2725547"/>
                    </a:lnTo>
                    <a:lnTo>
                      <a:pt x="180975" y="2590800"/>
                    </a:lnTo>
                    <a:lnTo>
                      <a:pt x="3363468" y="2590800"/>
                    </a:lnTo>
                    <a:lnTo>
                      <a:pt x="3289554" y="2652395"/>
                    </a:lnTo>
                    <a:lnTo>
                      <a:pt x="3284855" y="2658287"/>
                    </a:lnTo>
                    <a:lnTo>
                      <a:pt x="3282823" y="2665272"/>
                    </a:lnTo>
                    <a:lnTo>
                      <a:pt x="3283547" y="2672524"/>
                    </a:lnTo>
                    <a:lnTo>
                      <a:pt x="3287141" y="2679204"/>
                    </a:lnTo>
                    <a:lnTo>
                      <a:pt x="3293033" y="2683954"/>
                    </a:lnTo>
                    <a:lnTo>
                      <a:pt x="3300057" y="2685973"/>
                    </a:lnTo>
                    <a:lnTo>
                      <a:pt x="3307321" y="2685211"/>
                    </a:lnTo>
                    <a:lnTo>
                      <a:pt x="3313938" y="2681605"/>
                    </a:lnTo>
                    <a:lnTo>
                      <a:pt x="3423005" y="2590800"/>
                    </a:lnTo>
                    <a:lnTo>
                      <a:pt x="3445891" y="2571750"/>
                    </a:lnTo>
                    <a:close/>
                  </a:path>
                </a:pathLst>
              </a:custGeom>
              <a:solidFill>
                <a:srgbClr val="000000"/>
              </a:solidFill>
            </p:spPr>
            <p:txBody>
              <a:bodyPr wrap="square" lIns="0" tIns="0" rIns="0" bIns="0" rtlCol="0"/>
              <a:lstStyle/>
              <a:p>
                <a:endParaRPr sz="1400"/>
              </a:p>
            </p:txBody>
          </p:sp>
          <p:pic>
            <p:nvPicPr>
              <p:cNvPr id="45" name="object 4">
                <a:extLst>
                  <a:ext uri="{FF2B5EF4-FFF2-40B4-BE49-F238E27FC236}">
                    <a16:creationId xmlns:a16="http://schemas.microsoft.com/office/drawing/2014/main" id="{88700AD9-F396-90D4-5063-227975D82D91}"/>
                  </a:ext>
                </a:extLst>
              </p:cNvPr>
              <p:cNvPicPr/>
              <p:nvPr/>
            </p:nvPicPr>
            <p:blipFill>
              <a:blip r:embed="rId16" cstate="print"/>
              <a:stretch>
                <a:fillRect/>
              </a:stretch>
            </p:blipFill>
            <p:spPr>
              <a:xfrm>
                <a:off x="3113087" y="2865437"/>
                <a:ext cx="250825" cy="250825"/>
              </a:xfrm>
              <a:prstGeom prst="rect">
                <a:avLst/>
              </a:prstGeom>
            </p:spPr>
          </p:pic>
          <p:pic>
            <p:nvPicPr>
              <p:cNvPr id="46" name="object 5">
                <a:extLst>
                  <a:ext uri="{FF2B5EF4-FFF2-40B4-BE49-F238E27FC236}">
                    <a16:creationId xmlns:a16="http://schemas.microsoft.com/office/drawing/2014/main" id="{BA5C2144-E810-38BE-23F7-69C275A544F0}"/>
                  </a:ext>
                </a:extLst>
              </p:cNvPr>
              <p:cNvPicPr/>
              <p:nvPr/>
            </p:nvPicPr>
            <p:blipFill>
              <a:blip r:embed="rId16" cstate="print"/>
              <a:stretch>
                <a:fillRect/>
              </a:stretch>
            </p:blipFill>
            <p:spPr>
              <a:xfrm>
                <a:off x="3636962" y="2827337"/>
                <a:ext cx="250825" cy="250825"/>
              </a:xfrm>
              <a:prstGeom prst="rect">
                <a:avLst/>
              </a:prstGeom>
            </p:spPr>
          </p:pic>
          <p:sp>
            <p:nvSpPr>
              <p:cNvPr id="47" name="object 6">
                <a:extLst>
                  <a:ext uri="{FF2B5EF4-FFF2-40B4-BE49-F238E27FC236}">
                    <a16:creationId xmlns:a16="http://schemas.microsoft.com/office/drawing/2014/main" id="{D1905ED7-D07D-FA12-F43F-EAB3944C46BA}"/>
                  </a:ext>
                </a:extLst>
              </p:cNvPr>
              <p:cNvSpPr/>
              <p:nvPr/>
            </p:nvSpPr>
            <p:spPr>
              <a:xfrm>
                <a:off x="3429000" y="2076450"/>
                <a:ext cx="1390650" cy="1181100"/>
              </a:xfrm>
              <a:custGeom>
                <a:avLst/>
                <a:gdLst/>
                <a:ahLst/>
                <a:cxnLst/>
                <a:rect l="l" t="t" r="r" b="b"/>
                <a:pathLst>
                  <a:path w="1390650" h="1181100">
                    <a:moveTo>
                      <a:pt x="0" y="495300"/>
                    </a:moveTo>
                    <a:lnTo>
                      <a:pt x="8606" y="454497"/>
                    </a:lnTo>
                    <a:lnTo>
                      <a:pt x="32083" y="421195"/>
                    </a:lnTo>
                    <a:lnTo>
                      <a:pt x="66919" y="398752"/>
                    </a:lnTo>
                    <a:lnTo>
                      <a:pt x="109600" y="390525"/>
                    </a:lnTo>
                    <a:lnTo>
                      <a:pt x="152209" y="398752"/>
                    </a:lnTo>
                    <a:lnTo>
                      <a:pt x="187007" y="421195"/>
                    </a:lnTo>
                    <a:lnTo>
                      <a:pt x="210470" y="454497"/>
                    </a:lnTo>
                    <a:lnTo>
                      <a:pt x="219075" y="495300"/>
                    </a:lnTo>
                    <a:lnTo>
                      <a:pt x="210470" y="536102"/>
                    </a:lnTo>
                    <a:lnTo>
                      <a:pt x="187007" y="569404"/>
                    </a:lnTo>
                    <a:lnTo>
                      <a:pt x="152209" y="591847"/>
                    </a:lnTo>
                    <a:lnTo>
                      <a:pt x="109600" y="600075"/>
                    </a:lnTo>
                    <a:lnTo>
                      <a:pt x="66919" y="591847"/>
                    </a:lnTo>
                    <a:lnTo>
                      <a:pt x="32083" y="569404"/>
                    </a:lnTo>
                    <a:lnTo>
                      <a:pt x="8606" y="536102"/>
                    </a:lnTo>
                    <a:lnTo>
                      <a:pt x="0" y="495300"/>
                    </a:lnTo>
                    <a:close/>
                  </a:path>
                  <a:path w="1390650" h="1181100">
                    <a:moveTo>
                      <a:pt x="0" y="109474"/>
                    </a:moveTo>
                    <a:lnTo>
                      <a:pt x="8606" y="66865"/>
                    </a:lnTo>
                    <a:lnTo>
                      <a:pt x="32083" y="32067"/>
                    </a:lnTo>
                    <a:lnTo>
                      <a:pt x="66919" y="8604"/>
                    </a:lnTo>
                    <a:lnTo>
                      <a:pt x="109600" y="0"/>
                    </a:lnTo>
                    <a:lnTo>
                      <a:pt x="152209" y="8604"/>
                    </a:lnTo>
                    <a:lnTo>
                      <a:pt x="187007" y="32067"/>
                    </a:lnTo>
                    <a:lnTo>
                      <a:pt x="210470" y="66865"/>
                    </a:lnTo>
                    <a:lnTo>
                      <a:pt x="219075" y="109474"/>
                    </a:lnTo>
                    <a:lnTo>
                      <a:pt x="210470" y="152155"/>
                    </a:lnTo>
                    <a:lnTo>
                      <a:pt x="187007" y="186991"/>
                    </a:lnTo>
                    <a:lnTo>
                      <a:pt x="152209" y="210468"/>
                    </a:lnTo>
                    <a:lnTo>
                      <a:pt x="109600" y="219075"/>
                    </a:lnTo>
                    <a:lnTo>
                      <a:pt x="66919" y="210468"/>
                    </a:lnTo>
                    <a:lnTo>
                      <a:pt x="32083" y="186991"/>
                    </a:lnTo>
                    <a:lnTo>
                      <a:pt x="8606" y="152155"/>
                    </a:lnTo>
                    <a:lnTo>
                      <a:pt x="0" y="109474"/>
                    </a:lnTo>
                    <a:close/>
                  </a:path>
                  <a:path w="1390650" h="1181100">
                    <a:moveTo>
                      <a:pt x="466725" y="709549"/>
                    </a:moveTo>
                    <a:lnTo>
                      <a:pt x="475331" y="666940"/>
                    </a:lnTo>
                    <a:lnTo>
                      <a:pt x="498808" y="632142"/>
                    </a:lnTo>
                    <a:lnTo>
                      <a:pt x="533644" y="608679"/>
                    </a:lnTo>
                    <a:lnTo>
                      <a:pt x="576326" y="600075"/>
                    </a:lnTo>
                    <a:lnTo>
                      <a:pt x="618934" y="608679"/>
                    </a:lnTo>
                    <a:lnTo>
                      <a:pt x="653732" y="632142"/>
                    </a:lnTo>
                    <a:lnTo>
                      <a:pt x="677195" y="666940"/>
                    </a:lnTo>
                    <a:lnTo>
                      <a:pt x="685800" y="709549"/>
                    </a:lnTo>
                    <a:lnTo>
                      <a:pt x="677195" y="752230"/>
                    </a:lnTo>
                    <a:lnTo>
                      <a:pt x="653732" y="787066"/>
                    </a:lnTo>
                    <a:lnTo>
                      <a:pt x="618934" y="810543"/>
                    </a:lnTo>
                    <a:lnTo>
                      <a:pt x="576326" y="819150"/>
                    </a:lnTo>
                    <a:lnTo>
                      <a:pt x="533644" y="810543"/>
                    </a:lnTo>
                    <a:lnTo>
                      <a:pt x="498808" y="787066"/>
                    </a:lnTo>
                    <a:lnTo>
                      <a:pt x="475331" y="752230"/>
                    </a:lnTo>
                    <a:lnTo>
                      <a:pt x="466725" y="709549"/>
                    </a:lnTo>
                    <a:close/>
                  </a:path>
                  <a:path w="1390650" h="1181100">
                    <a:moveTo>
                      <a:pt x="752475" y="1076325"/>
                    </a:moveTo>
                    <a:lnTo>
                      <a:pt x="761081" y="1035522"/>
                    </a:lnTo>
                    <a:lnTo>
                      <a:pt x="784558" y="1002220"/>
                    </a:lnTo>
                    <a:lnTo>
                      <a:pt x="819394" y="979777"/>
                    </a:lnTo>
                    <a:lnTo>
                      <a:pt x="862076" y="971550"/>
                    </a:lnTo>
                    <a:lnTo>
                      <a:pt x="904684" y="979777"/>
                    </a:lnTo>
                    <a:lnTo>
                      <a:pt x="939482" y="1002220"/>
                    </a:lnTo>
                    <a:lnTo>
                      <a:pt x="962945" y="1035522"/>
                    </a:lnTo>
                    <a:lnTo>
                      <a:pt x="971550" y="1076325"/>
                    </a:lnTo>
                    <a:lnTo>
                      <a:pt x="962945" y="1117127"/>
                    </a:lnTo>
                    <a:lnTo>
                      <a:pt x="939482" y="1150429"/>
                    </a:lnTo>
                    <a:lnTo>
                      <a:pt x="904684" y="1172872"/>
                    </a:lnTo>
                    <a:lnTo>
                      <a:pt x="862076" y="1181100"/>
                    </a:lnTo>
                    <a:lnTo>
                      <a:pt x="819394" y="1172872"/>
                    </a:lnTo>
                    <a:lnTo>
                      <a:pt x="784558" y="1150429"/>
                    </a:lnTo>
                    <a:lnTo>
                      <a:pt x="761081" y="1117127"/>
                    </a:lnTo>
                    <a:lnTo>
                      <a:pt x="752475" y="1076325"/>
                    </a:lnTo>
                    <a:close/>
                  </a:path>
                  <a:path w="1390650" h="1181100">
                    <a:moveTo>
                      <a:pt x="1171575" y="966724"/>
                    </a:moveTo>
                    <a:lnTo>
                      <a:pt x="1180181" y="924115"/>
                    </a:lnTo>
                    <a:lnTo>
                      <a:pt x="1203658" y="889317"/>
                    </a:lnTo>
                    <a:lnTo>
                      <a:pt x="1238494" y="865854"/>
                    </a:lnTo>
                    <a:lnTo>
                      <a:pt x="1281176" y="857250"/>
                    </a:lnTo>
                    <a:lnTo>
                      <a:pt x="1323784" y="865854"/>
                    </a:lnTo>
                    <a:lnTo>
                      <a:pt x="1358582" y="889317"/>
                    </a:lnTo>
                    <a:lnTo>
                      <a:pt x="1382045" y="924115"/>
                    </a:lnTo>
                    <a:lnTo>
                      <a:pt x="1390650" y="966724"/>
                    </a:lnTo>
                    <a:lnTo>
                      <a:pt x="1382045" y="1009405"/>
                    </a:lnTo>
                    <a:lnTo>
                      <a:pt x="1358582" y="1044241"/>
                    </a:lnTo>
                    <a:lnTo>
                      <a:pt x="1323784" y="1067718"/>
                    </a:lnTo>
                    <a:lnTo>
                      <a:pt x="1281176" y="1076325"/>
                    </a:lnTo>
                    <a:lnTo>
                      <a:pt x="1238494" y="1067718"/>
                    </a:lnTo>
                    <a:lnTo>
                      <a:pt x="1203658" y="1044241"/>
                    </a:lnTo>
                    <a:lnTo>
                      <a:pt x="1180181" y="1009405"/>
                    </a:lnTo>
                    <a:lnTo>
                      <a:pt x="1171575" y="966724"/>
                    </a:lnTo>
                    <a:close/>
                  </a:path>
                  <a:path w="1390650" h="1181100">
                    <a:moveTo>
                      <a:pt x="447675" y="357124"/>
                    </a:moveTo>
                    <a:lnTo>
                      <a:pt x="455902" y="314515"/>
                    </a:lnTo>
                    <a:lnTo>
                      <a:pt x="478345" y="279717"/>
                    </a:lnTo>
                    <a:lnTo>
                      <a:pt x="511647" y="256254"/>
                    </a:lnTo>
                    <a:lnTo>
                      <a:pt x="552450" y="247650"/>
                    </a:lnTo>
                    <a:lnTo>
                      <a:pt x="593252" y="256254"/>
                    </a:lnTo>
                    <a:lnTo>
                      <a:pt x="626554" y="279717"/>
                    </a:lnTo>
                    <a:lnTo>
                      <a:pt x="648997" y="314515"/>
                    </a:lnTo>
                    <a:lnTo>
                      <a:pt x="657225" y="357124"/>
                    </a:lnTo>
                    <a:lnTo>
                      <a:pt x="648997" y="399805"/>
                    </a:lnTo>
                    <a:lnTo>
                      <a:pt x="626554" y="434641"/>
                    </a:lnTo>
                    <a:lnTo>
                      <a:pt x="593252" y="458118"/>
                    </a:lnTo>
                    <a:lnTo>
                      <a:pt x="552450" y="466725"/>
                    </a:lnTo>
                    <a:lnTo>
                      <a:pt x="511647" y="458118"/>
                    </a:lnTo>
                    <a:lnTo>
                      <a:pt x="478345" y="434641"/>
                    </a:lnTo>
                    <a:lnTo>
                      <a:pt x="455902" y="399805"/>
                    </a:lnTo>
                    <a:lnTo>
                      <a:pt x="447675" y="357124"/>
                    </a:lnTo>
                    <a:close/>
                  </a:path>
                  <a:path w="1390650" h="1181100">
                    <a:moveTo>
                      <a:pt x="1114425" y="499999"/>
                    </a:moveTo>
                    <a:lnTo>
                      <a:pt x="1122652" y="457390"/>
                    </a:lnTo>
                    <a:lnTo>
                      <a:pt x="1145095" y="422592"/>
                    </a:lnTo>
                    <a:lnTo>
                      <a:pt x="1178397" y="399129"/>
                    </a:lnTo>
                    <a:lnTo>
                      <a:pt x="1219200" y="390525"/>
                    </a:lnTo>
                    <a:lnTo>
                      <a:pt x="1260002" y="399129"/>
                    </a:lnTo>
                    <a:lnTo>
                      <a:pt x="1293304" y="422592"/>
                    </a:lnTo>
                    <a:lnTo>
                      <a:pt x="1315747" y="457390"/>
                    </a:lnTo>
                    <a:lnTo>
                      <a:pt x="1323975" y="499999"/>
                    </a:lnTo>
                    <a:lnTo>
                      <a:pt x="1315747" y="542680"/>
                    </a:lnTo>
                    <a:lnTo>
                      <a:pt x="1293304" y="577516"/>
                    </a:lnTo>
                    <a:lnTo>
                      <a:pt x="1260002" y="600993"/>
                    </a:lnTo>
                    <a:lnTo>
                      <a:pt x="1219200" y="609600"/>
                    </a:lnTo>
                    <a:lnTo>
                      <a:pt x="1178397" y="600993"/>
                    </a:lnTo>
                    <a:lnTo>
                      <a:pt x="1145095" y="577516"/>
                    </a:lnTo>
                    <a:lnTo>
                      <a:pt x="1122652" y="542680"/>
                    </a:lnTo>
                    <a:lnTo>
                      <a:pt x="1114425" y="499999"/>
                    </a:lnTo>
                    <a:close/>
                  </a:path>
                </a:pathLst>
              </a:custGeom>
              <a:ln w="41275">
                <a:solidFill>
                  <a:srgbClr val="4285F4"/>
                </a:solidFill>
              </a:ln>
            </p:spPr>
            <p:txBody>
              <a:bodyPr wrap="square" lIns="0" tIns="0" rIns="0" bIns="0" rtlCol="0"/>
              <a:lstStyle/>
              <a:p>
                <a:endParaRPr sz="1400"/>
              </a:p>
            </p:txBody>
          </p:sp>
          <p:pic>
            <p:nvPicPr>
              <p:cNvPr id="48" name="object 7">
                <a:extLst>
                  <a:ext uri="{FF2B5EF4-FFF2-40B4-BE49-F238E27FC236}">
                    <a16:creationId xmlns:a16="http://schemas.microsoft.com/office/drawing/2014/main" id="{EC8601AB-4B98-24B4-E646-135206D12080}"/>
                  </a:ext>
                </a:extLst>
              </p:cNvPr>
              <p:cNvPicPr/>
              <p:nvPr/>
            </p:nvPicPr>
            <p:blipFill>
              <a:blip r:embed="rId16" cstate="print"/>
              <a:stretch>
                <a:fillRect/>
              </a:stretch>
            </p:blipFill>
            <p:spPr>
              <a:xfrm>
                <a:off x="3789362" y="1912937"/>
                <a:ext cx="250825" cy="250825"/>
              </a:xfrm>
              <a:prstGeom prst="rect">
                <a:avLst/>
              </a:prstGeom>
            </p:spPr>
          </p:pic>
          <p:sp>
            <p:nvSpPr>
              <p:cNvPr id="49" name="object 8">
                <a:extLst>
                  <a:ext uri="{FF2B5EF4-FFF2-40B4-BE49-F238E27FC236}">
                    <a16:creationId xmlns:a16="http://schemas.microsoft.com/office/drawing/2014/main" id="{966D60CB-24CB-B8F9-8B61-7938DD482FFE}"/>
                  </a:ext>
                </a:extLst>
              </p:cNvPr>
              <p:cNvSpPr/>
              <p:nvPr/>
            </p:nvSpPr>
            <p:spPr>
              <a:xfrm>
                <a:off x="4200525" y="1857375"/>
                <a:ext cx="952500" cy="590550"/>
              </a:xfrm>
              <a:custGeom>
                <a:avLst/>
                <a:gdLst/>
                <a:ahLst/>
                <a:cxnLst/>
                <a:rect l="l" t="t" r="r" b="b"/>
                <a:pathLst>
                  <a:path w="952500" h="590550">
                    <a:moveTo>
                      <a:pt x="0" y="480949"/>
                    </a:moveTo>
                    <a:lnTo>
                      <a:pt x="8606" y="438340"/>
                    </a:lnTo>
                    <a:lnTo>
                      <a:pt x="32083" y="403542"/>
                    </a:lnTo>
                    <a:lnTo>
                      <a:pt x="66919" y="380079"/>
                    </a:lnTo>
                    <a:lnTo>
                      <a:pt x="109600" y="371475"/>
                    </a:lnTo>
                    <a:lnTo>
                      <a:pt x="152209" y="380079"/>
                    </a:lnTo>
                    <a:lnTo>
                      <a:pt x="187007" y="403542"/>
                    </a:lnTo>
                    <a:lnTo>
                      <a:pt x="210470" y="438340"/>
                    </a:lnTo>
                    <a:lnTo>
                      <a:pt x="219075" y="480949"/>
                    </a:lnTo>
                    <a:lnTo>
                      <a:pt x="210470" y="523630"/>
                    </a:lnTo>
                    <a:lnTo>
                      <a:pt x="187007" y="558466"/>
                    </a:lnTo>
                    <a:lnTo>
                      <a:pt x="152209" y="581943"/>
                    </a:lnTo>
                    <a:lnTo>
                      <a:pt x="109600" y="590550"/>
                    </a:lnTo>
                    <a:lnTo>
                      <a:pt x="66919" y="581943"/>
                    </a:lnTo>
                    <a:lnTo>
                      <a:pt x="32083" y="558466"/>
                    </a:lnTo>
                    <a:lnTo>
                      <a:pt x="8606" y="523630"/>
                    </a:lnTo>
                    <a:lnTo>
                      <a:pt x="0" y="480949"/>
                    </a:lnTo>
                    <a:close/>
                  </a:path>
                  <a:path w="952500" h="590550">
                    <a:moveTo>
                      <a:pt x="742950" y="109474"/>
                    </a:moveTo>
                    <a:lnTo>
                      <a:pt x="751177" y="66865"/>
                    </a:lnTo>
                    <a:lnTo>
                      <a:pt x="773620" y="32067"/>
                    </a:lnTo>
                    <a:lnTo>
                      <a:pt x="806922" y="8604"/>
                    </a:lnTo>
                    <a:lnTo>
                      <a:pt x="847725" y="0"/>
                    </a:lnTo>
                    <a:lnTo>
                      <a:pt x="888527" y="8604"/>
                    </a:lnTo>
                    <a:lnTo>
                      <a:pt x="921829" y="32067"/>
                    </a:lnTo>
                    <a:lnTo>
                      <a:pt x="944272" y="66865"/>
                    </a:lnTo>
                    <a:lnTo>
                      <a:pt x="952500" y="109474"/>
                    </a:lnTo>
                    <a:lnTo>
                      <a:pt x="944272" y="152155"/>
                    </a:lnTo>
                    <a:lnTo>
                      <a:pt x="921829" y="186991"/>
                    </a:lnTo>
                    <a:lnTo>
                      <a:pt x="888527" y="210468"/>
                    </a:lnTo>
                    <a:lnTo>
                      <a:pt x="847725" y="219075"/>
                    </a:lnTo>
                    <a:lnTo>
                      <a:pt x="806922" y="210468"/>
                    </a:lnTo>
                    <a:lnTo>
                      <a:pt x="773620" y="186991"/>
                    </a:lnTo>
                    <a:lnTo>
                      <a:pt x="751177" y="152155"/>
                    </a:lnTo>
                    <a:lnTo>
                      <a:pt x="742950" y="109474"/>
                    </a:lnTo>
                    <a:close/>
                  </a:path>
                </a:pathLst>
              </a:custGeom>
              <a:ln w="41275">
                <a:solidFill>
                  <a:srgbClr val="4285F4"/>
                </a:solidFill>
              </a:ln>
            </p:spPr>
            <p:txBody>
              <a:bodyPr wrap="square" lIns="0" tIns="0" rIns="0" bIns="0" rtlCol="0"/>
              <a:lstStyle/>
              <a:p>
                <a:endParaRPr sz="1400"/>
              </a:p>
            </p:txBody>
          </p:sp>
          <p:pic>
            <p:nvPicPr>
              <p:cNvPr id="50" name="object 9">
                <a:extLst>
                  <a:ext uri="{FF2B5EF4-FFF2-40B4-BE49-F238E27FC236}">
                    <a16:creationId xmlns:a16="http://schemas.microsoft.com/office/drawing/2014/main" id="{A33FBFD5-F171-BA21-728E-45EEB475BD63}"/>
                  </a:ext>
                </a:extLst>
              </p:cNvPr>
              <p:cNvPicPr/>
              <p:nvPr/>
            </p:nvPicPr>
            <p:blipFill>
              <a:blip r:embed="rId17" cstate="print"/>
              <a:stretch>
                <a:fillRect/>
              </a:stretch>
            </p:blipFill>
            <p:spPr>
              <a:xfrm>
                <a:off x="4159630" y="2556255"/>
                <a:ext cx="221615" cy="221614"/>
              </a:xfrm>
              <a:prstGeom prst="rect">
                <a:avLst/>
              </a:prstGeom>
            </p:spPr>
          </p:pic>
          <p:pic>
            <p:nvPicPr>
              <p:cNvPr id="51" name="object 10">
                <a:extLst>
                  <a:ext uri="{FF2B5EF4-FFF2-40B4-BE49-F238E27FC236}">
                    <a16:creationId xmlns:a16="http://schemas.microsoft.com/office/drawing/2014/main" id="{917D5C97-CD6E-A3AD-E090-1065639A3D11}"/>
                  </a:ext>
                </a:extLst>
              </p:cNvPr>
              <p:cNvPicPr/>
              <p:nvPr/>
            </p:nvPicPr>
            <p:blipFill>
              <a:blip r:embed="rId18" cstate="print"/>
              <a:stretch>
                <a:fillRect/>
              </a:stretch>
            </p:blipFill>
            <p:spPr>
              <a:xfrm>
                <a:off x="4124706" y="1547622"/>
                <a:ext cx="221615" cy="221614"/>
              </a:xfrm>
              <a:prstGeom prst="rect">
                <a:avLst/>
              </a:prstGeom>
            </p:spPr>
          </p:pic>
          <p:pic>
            <p:nvPicPr>
              <p:cNvPr id="52" name="object 11">
                <a:extLst>
                  <a:ext uri="{FF2B5EF4-FFF2-40B4-BE49-F238E27FC236}">
                    <a16:creationId xmlns:a16="http://schemas.microsoft.com/office/drawing/2014/main" id="{F403E9B7-F79B-7084-0C7B-BBBD2A5423C9}"/>
                  </a:ext>
                </a:extLst>
              </p:cNvPr>
              <p:cNvPicPr/>
              <p:nvPr/>
            </p:nvPicPr>
            <p:blipFill>
              <a:blip r:embed="rId19" cstate="print"/>
              <a:stretch>
                <a:fillRect/>
              </a:stretch>
            </p:blipFill>
            <p:spPr>
              <a:xfrm>
                <a:off x="4439539" y="1689735"/>
                <a:ext cx="365378" cy="445642"/>
              </a:xfrm>
              <a:prstGeom prst="rect">
                <a:avLst/>
              </a:prstGeom>
            </p:spPr>
          </p:pic>
          <p:pic>
            <p:nvPicPr>
              <p:cNvPr id="53" name="object 12">
                <a:extLst>
                  <a:ext uri="{FF2B5EF4-FFF2-40B4-BE49-F238E27FC236}">
                    <a16:creationId xmlns:a16="http://schemas.microsoft.com/office/drawing/2014/main" id="{2EC8ED9E-D00E-C41D-D6A6-3FB489DB7735}"/>
                  </a:ext>
                </a:extLst>
              </p:cNvPr>
              <p:cNvPicPr/>
              <p:nvPr/>
            </p:nvPicPr>
            <p:blipFill>
              <a:blip r:embed="rId20" cstate="print"/>
              <a:stretch>
                <a:fillRect/>
              </a:stretch>
            </p:blipFill>
            <p:spPr>
              <a:xfrm>
                <a:off x="4859655" y="2117471"/>
                <a:ext cx="221615" cy="221742"/>
              </a:xfrm>
              <a:prstGeom prst="rect">
                <a:avLst/>
              </a:prstGeom>
            </p:spPr>
          </p:pic>
          <p:pic>
            <p:nvPicPr>
              <p:cNvPr id="54" name="object 13">
                <a:extLst>
                  <a:ext uri="{FF2B5EF4-FFF2-40B4-BE49-F238E27FC236}">
                    <a16:creationId xmlns:a16="http://schemas.microsoft.com/office/drawing/2014/main" id="{8E97C8F3-F9A7-EFFA-FFF2-B4F03DA46FEC}"/>
                  </a:ext>
                </a:extLst>
              </p:cNvPr>
              <p:cNvPicPr/>
              <p:nvPr/>
            </p:nvPicPr>
            <p:blipFill>
              <a:blip r:embed="rId21" cstate="print"/>
              <a:stretch>
                <a:fillRect/>
              </a:stretch>
            </p:blipFill>
            <p:spPr>
              <a:xfrm>
                <a:off x="4596638" y="1435226"/>
                <a:ext cx="221614" cy="221614"/>
              </a:xfrm>
              <a:prstGeom prst="rect">
                <a:avLst/>
              </a:prstGeom>
            </p:spPr>
          </p:pic>
          <p:pic>
            <p:nvPicPr>
              <p:cNvPr id="55" name="object 14">
                <a:extLst>
                  <a:ext uri="{FF2B5EF4-FFF2-40B4-BE49-F238E27FC236}">
                    <a16:creationId xmlns:a16="http://schemas.microsoft.com/office/drawing/2014/main" id="{4334E091-80FA-6BF0-5EEB-6C33A7DC6B1A}"/>
                  </a:ext>
                </a:extLst>
              </p:cNvPr>
              <p:cNvPicPr/>
              <p:nvPr/>
            </p:nvPicPr>
            <p:blipFill>
              <a:blip r:embed="rId22" cstate="print"/>
              <a:stretch>
                <a:fillRect/>
              </a:stretch>
            </p:blipFill>
            <p:spPr>
              <a:xfrm>
                <a:off x="5370830" y="2419096"/>
                <a:ext cx="221615" cy="221742"/>
              </a:xfrm>
              <a:prstGeom prst="rect">
                <a:avLst/>
              </a:prstGeom>
            </p:spPr>
          </p:pic>
          <p:pic>
            <p:nvPicPr>
              <p:cNvPr id="56" name="object 15">
                <a:extLst>
                  <a:ext uri="{FF2B5EF4-FFF2-40B4-BE49-F238E27FC236}">
                    <a16:creationId xmlns:a16="http://schemas.microsoft.com/office/drawing/2014/main" id="{106894AB-1DBB-6E75-1B74-B0F8234DC1BB}"/>
                  </a:ext>
                </a:extLst>
              </p:cNvPr>
              <p:cNvPicPr/>
              <p:nvPr/>
            </p:nvPicPr>
            <p:blipFill>
              <a:blip r:embed="rId23" cstate="print"/>
              <a:stretch>
                <a:fillRect/>
              </a:stretch>
            </p:blipFill>
            <p:spPr>
              <a:xfrm>
                <a:off x="5108194" y="2151380"/>
                <a:ext cx="221614" cy="221742"/>
              </a:xfrm>
              <a:prstGeom prst="rect">
                <a:avLst/>
              </a:prstGeom>
            </p:spPr>
          </p:pic>
          <p:sp>
            <p:nvSpPr>
              <p:cNvPr id="57" name="object 16">
                <a:extLst>
                  <a:ext uri="{FF2B5EF4-FFF2-40B4-BE49-F238E27FC236}">
                    <a16:creationId xmlns:a16="http://schemas.microsoft.com/office/drawing/2014/main" id="{1F75C40A-F5AC-3D4F-ED67-F64805680974}"/>
                  </a:ext>
                </a:extLst>
              </p:cNvPr>
              <p:cNvSpPr/>
              <p:nvPr/>
            </p:nvSpPr>
            <p:spPr>
              <a:xfrm>
                <a:off x="5349367" y="1914397"/>
                <a:ext cx="196850" cy="196215"/>
              </a:xfrm>
              <a:custGeom>
                <a:avLst/>
                <a:gdLst/>
                <a:ahLst/>
                <a:cxnLst/>
                <a:rect l="l" t="t" r="r" b="b"/>
                <a:pathLst>
                  <a:path w="196850" h="196214">
                    <a:moveTo>
                      <a:pt x="14350" y="0"/>
                    </a:moveTo>
                    <a:lnTo>
                      <a:pt x="1778" y="12318"/>
                    </a:lnTo>
                    <a:lnTo>
                      <a:pt x="85725" y="98043"/>
                    </a:lnTo>
                    <a:lnTo>
                      <a:pt x="0" y="181990"/>
                    </a:lnTo>
                    <a:lnTo>
                      <a:pt x="12319" y="194563"/>
                    </a:lnTo>
                    <a:lnTo>
                      <a:pt x="98044" y="110616"/>
                    </a:lnTo>
                    <a:lnTo>
                      <a:pt x="181991" y="196214"/>
                    </a:lnTo>
                    <a:lnTo>
                      <a:pt x="194563" y="183895"/>
                    </a:lnTo>
                    <a:lnTo>
                      <a:pt x="110617" y="98297"/>
                    </a:lnTo>
                    <a:lnTo>
                      <a:pt x="196342" y="14224"/>
                    </a:lnTo>
                    <a:lnTo>
                      <a:pt x="183896" y="1650"/>
                    </a:lnTo>
                    <a:lnTo>
                      <a:pt x="98298" y="85597"/>
                    </a:lnTo>
                    <a:lnTo>
                      <a:pt x="14350" y="0"/>
                    </a:lnTo>
                    <a:close/>
                  </a:path>
                </a:pathLst>
              </a:custGeom>
              <a:solidFill>
                <a:srgbClr val="000000"/>
              </a:solidFill>
            </p:spPr>
            <p:txBody>
              <a:bodyPr wrap="square" lIns="0" tIns="0" rIns="0" bIns="0" rtlCol="0"/>
              <a:lstStyle/>
              <a:p>
                <a:endParaRPr sz="1400"/>
              </a:p>
            </p:txBody>
          </p:sp>
          <p:sp>
            <p:nvSpPr>
              <p:cNvPr id="58" name="object 17">
                <a:extLst>
                  <a:ext uri="{FF2B5EF4-FFF2-40B4-BE49-F238E27FC236}">
                    <a16:creationId xmlns:a16="http://schemas.microsoft.com/office/drawing/2014/main" id="{64DD66C4-1A37-5515-E758-61DCB3F40797}"/>
                  </a:ext>
                </a:extLst>
              </p:cNvPr>
              <p:cNvSpPr/>
              <p:nvPr/>
            </p:nvSpPr>
            <p:spPr>
              <a:xfrm>
                <a:off x="5349367" y="1914397"/>
                <a:ext cx="196850" cy="196215"/>
              </a:xfrm>
              <a:custGeom>
                <a:avLst/>
                <a:gdLst/>
                <a:ahLst/>
                <a:cxnLst/>
                <a:rect l="l" t="t" r="r" b="b"/>
                <a:pathLst>
                  <a:path w="196850" h="196214">
                    <a:moveTo>
                      <a:pt x="14350" y="0"/>
                    </a:moveTo>
                    <a:lnTo>
                      <a:pt x="98298" y="85597"/>
                    </a:lnTo>
                    <a:lnTo>
                      <a:pt x="183896" y="1650"/>
                    </a:lnTo>
                    <a:lnTo>
                      <a:pt x="196342" y="14224"/>
                    </a:lnTo>
                    <a:lnTo>
                      <a:pt x="110617" y="98297"/>
                    </a:lnTo>
                    <a:lnTo>
                      <a:pt x="194563" y="183895"/>
                    </a:lnTo>
                    <a:lnTo>
                      <a:pt x="181991" y="196214"/>
                    </a:lnTo>
                    <a:lnTo>
                      <a:pt x="98044" y="110616"/>
                    </a:lnTo>
                    <a:lnTo>
                      <a:pt x="12319" y="194563"/>
                    </a:lnTo>
                    <a:lnTo>
                      <a:pt x="0" y="181990"/>
                    </a:lnTo>
                    <a:lnTo>
                      <a:pt x="85725" y="98043"/>
                    </a:lnTo>
                    <a:lnTo>
                      <a:pt x="1778" y="12318"/>
                    </a:lnTo>
                    <a:lnTo>
                      <a:pt x="14350" y="0"/>
                    </a:lnTo>
                    <a:close/>
                  </a:path>
                </a:pathLst>
              </a:custGeom>
              <a:ln w="25400">
                <a:solidFill>
                  <a:srgbClr val="C00000"/>
                </a:solidFill>
              </a:ln>
            </p:spPr>
            <p:txBody>
              <a:bodyPr wrap="square" lIns="0" tIns="0" rIns="0" bIns="0" rtlCol="0"/>
              <a:lstStyle/>
              <a:p>
                <a:endParaRPr sz="1400"/>
              </a:p>
            </p:txBody>
          </p:sp>
          <p:pic>
            <p:nvPicPr>
              <p:cNvPr id="59" name="object 18">
                <a:extLst>
                  <a:ext uri="{FF2B5EF4-FFF2-40B4-BE49-F238E27FC236}">
                    <a16:creationId xmlns:a16="http://schemas.microsoft.com/office/drawing/2014/main" id="{71468772-DFD2-2F7E-B5CE-4E78122A6345}"/>
                  </a:ext>
                </a:extLst>
              </p:cNvPr>
              <p:cNvPicPr/>
              <p:nvPr/>
            </p:nvPicPr>
            <p:blipFill>
              <a:blip r:embed="rId24" cstate="print"/>
              <a:stretch>
                <a:fillRect/>
              </a:stretch>
            </p:blipFill>
            <p:spPr>
              <a:xfrm>
                <a:off x="5020945" y="1608836"/>
                <a:ext cx="221614" cy="221741"/>
              </a:xfrm>
              <a:prstGeom prst="rect">
                <a:avLst/>
              </a:prstGeom>
            </p:spPr>
          </p:pic>
          <p:pic>
            <p:nvPicPr>
              <p:cNvPr id="60" name="object 19">
                <a:extLst>
                  <a:ext uri="{FF2B5EF4-FFF2-40B4-BE49-F238E27FC236}">
                    <a16:creationId xmlns:a16="http://schemas.microsoft.com/office/drawing/2014/main" id="{E0C2953D-4458-8C4D-5331-005BDEF374E0}"/>
                  </a:ext>
                </a:extLst>
              </p:cNvPr>
              <p:cNvPicPr/>
              <p:nvPr/>
            </p:nvPicPr>
            <p:blipFill>
              <a:blip r:embed="rId25" cstate="print"/>
              <a:stretch>
                <a:fillRect/>
              </a:stretch>
            </p:blipFill>
            <p:spPr>
              <a:xfrm>
                <a:off x="5006594" y="1187450"/>
                <a:ext cx="221614" cy="221614"/>
              </a:xfrm>
              <a:prstGeom prst="rect">
                <a:avLst/>
              </a:prstGeom>
            </p:spPr>
          </p:pic>
          <p:pic>
            <p:nvPicPr>
              <p:cNvPr id="61" name="object 20">
                <a:extLst>
                  <a:ext uri="{FF2B5EF4-FFF2-40B4-BE49-F238E27FC236}">
                    <a16:creationId xmlns:a16="http://schemas.microsoft.com/office/drawing/2014/main" id="{B3655CA4-02DE-DC46-8642-622EB1D07874}"/>
                  </a:ext>
                </a:extLst>
              </p:cNvPr>
              <p:cNvPicPr/>
              <p:nvPr/>
            </p:nvPicPr>
            <p:blipFill>
              <a:blip r:embed="rId26" cstate="print"/>
              <a:stretch>
                <a:fillRect/>
              </a:stretch>
            </p:blipFill>
            <p:spPr>
              <a:xfrm>
                <a:off x="5323967" y="1406270"/>
                <a:ext cx="221742" cy="221614"/>
              </a:xfrm>
              <a:prstGeom prst="rect">
                <a:avLst/>
              </a:prstGeom>
            </p:spPr>
          </p:pic>
          <p:sp>
            <p:nvSpPr>
              <p:cNvPr id="62" name="object 21">
                <a:extLst>
                  <a:ext uri="{FF2B5EF4-FFF2-40B4-BE49-F238E27FC236}">
                    <a16:creationId xmlns:a16="http://schemas.microsoft.com/office/drawing/2014/main" id="{4B5310B1-B464-E918-E40E-7C5ECCD81A21}"/>
                  </a:ext>
                </a:extLst>
              </p:cNvPr>
              <p:cNvSpPr/>
              <p:nvPr/>
            </p:nvSpPr>
            <p:spPr>
              <a:xfrm>
                <a:off x="5464048" y="1696211"/>
                <a:ext cx="196215" cy="196215"/>
              </a:xfrm>
              <a:custGeom>
                <a:avLst/>
                <a:gdLst/>
                <a:ahLst/>
                <a:cxnLst/>
                <a:rect l="l" t="t" r="r" b="b"/>
                <a:pathLst>
                  <a:path w="196214" h="196214">
                    <a:moveTo>
                      <a:pt x="14224" y="0"/>
                    </a:moveTo>
                    <a:lnTo>
                      <a:pt x="1650" y="12318"/>
                    </a:lnTo>
                    <a:lnTo>
                      <a:pt x="85598" y="97916"/>
                    </a:lnTo>
                    <a:lnTo>
                      <a:pt x="0" y="181990"/>
                    </a:lnTo>
                    <a:lnTo>
                      <a:pt x="12318" y="194563"/>
                    </a:lnTo>
                    <a:lnTo>
                      <a:pt x="97916" y="110616"/>
                    </a:lnTo>
                    <a:lnTo>
                      <a:pt x="181990" y="196214"/>
                    </a:lnTo>
                    <a:lnTo>
                      <a:pt x="194563" y="183896"/>
                    </a:lnTo>
                    <a:lnTo>
                      <a:pt x="110489" y="98171"/>
                    </a:lnTo>
                    <a:lnTo>
                      <a:pt x="196214" y="14224"/>
                    </a:lnTo>
                    <a:lnTo>
                      <a:pt x="183896" y="1650"/>
                    </a:lnTo>
                    <a:lnTo>
                      <a:pt x="98171" y="85598"/>
                    </a:lnTo>
                    <a:lnTo>
                      <a:pt x="14224" y="0"/>
                    </a:lnTo>
                    <a:close/>
                  </a:path>
                </a:pathLst>
              </a:custGeom>
              <a:solidFill>
                <a:srgbClr val="000000"/>
              </a:solidFill>
            </p:spPr>
            <p:txBody>
              <a:bodyPr wrap="square" lIns="0" tIns="0" rIns="0" bIns="0" rtlCol="0"/>
              <a:lstStyle/>
              <a:p>
                <a:endParaRPr sz="1400"/>
              </a:p>
            </p:txBody>
          </p:sp>
          <p:sp>
            <p:nvSpPr>
              <p:cNvPr id="63" name="object 22">
                <a:extLst>
                  <a:ext uri="{FF2B5EF4-FFF2-40B4-BE49-F238E27FC236}">
                    <a16:creationId xmlns:a16="http://schemas.microsoft.com/office/drawing/2014/main" id="{4A399466-4F9C-88B2-8AD9-F46A054D0C9F}"/>
                  </a:ext>
                </a:extLst>
              </p:cNvPr>
              <p:cNvSpPr/>
              <p:nvPr/>
            </p:nvSpPr>
            <p:spPr>
              <a:xfrm>
                <a:off x="5464048" y="1696211"/>
                <a:ext cx="196215" cy="196215"/>
              </a:xfrm>
              <a:custGeom>
                <a:avLst/>
                <a:gdLst/>
                <a:ahLst/>
                <a:cxnLst/>
                <a:rect l="l" t="t" r="r" b="b"/>
                <a:pathLst>
                  <a:path w="196214" h="196214">
                    <a:moveTo>
                      <a:pt x="14224" y="0"/>
                    </a:moveTo>
                    <a:lnTo>
                      <a:pt x="98171" y="85598"/>
                    </a:lnTo>
                    <a:lnTo>
                      <a:pt x="183896" y="1650"/>
                    </a:lnTo>
                    <a:lnTo>
                      <a:pt x="196214" y="14224"/>
                    </a:lnTo>
                    <a:lnTo>
                      <a:pt x="110489" y="98171"/>
                    </a:lnTo>
                    <a:lnTo>
                      <a:pt x="194563" y="183896"/>
                    </a:lnTo>
                    <a:lnTo>
                      <a:pt x="181990" y="196214"/>
                    </a:lnTo>
                    <a:lnTo>
                      <a:pt x="97916" y="110616"/>
                    </a:lnTo>
                    <a:lnTo>
                      <a:pt x="12318" y="194563"/>
                    </a:lnTo>
                    <a:lnTo>
                      <a:pt x="0" y="181990"/>
                    </a:lnTo>
                    <a:lnTo>
                      <a:pt x="85598" y="97916"/>
                    </a:lnTo>
                    <a:lnTo>
                      <a:pt x="1650" y="12318"/>
                    </a:lnTo>
                    <a:lnTo>
                      <a:pt x="14224" y="0"/>
                    </a:lnTo>
                    <a:close/>
                  </a:path>
                </a:pathLst>
              </a:custGeom>
              <a:ln w="25400">
                <a:solidFill>
                  <a:srgbClr val="C00000"/>
                </a:solidFill>
              </a:ln>
            </p:spPr>
            <p:txBody>
              <a:bodyPr wrap="square" lIns="0" tIns="0" rIns="0" bIns="0" rtlCol="0"/>
              <a:lstStyle/>
              <a:p>
                <a:endParaRPr sz="1400"/>
              </a:p>
            </p:txBody>
          </p:sp>
          <p:sp>
            <p:nvSpPr>
              <p:cNvPr id="64" name="object 23">
                <a:extLst>
                  <a:ext uri="{FF2B5EF4-FFF2-40B4-BE49-F238E27FC236}">
                    <a16:creationId xmlns:a16="http://schemas.microsoft.com/office/drawing/2014/main" id="{8A83ACDB-0CCD-85FD-448A-1006A09F14DE}"/>
                  </a:ext>
                </a:extLst>
              </p:cNvPr>
              <p:cNvSpPr/>
              <p:nvPr/>
            </p:nvSpPr>
            <p:spPr>
              <a:xfrm>
                <a:off x="2978023" y="1260601"/>
                <a:ext cx="2534920" cy="2159000"/>
              </a:xfrm>
              <a:custGeom>
                <a:avLst/>
                <a:gdLst/>
                <a:ahLst/>
                <a:cxnLst/>
                <a:rect l="l" t="t" r="r" b="b"/>
                <a:pathLst>
                  <a:path w="2534920" h="2159000">
                    <a:moveTo>
                      <a:pt x="2507253" y="2152014"/>
                    </a:moveTo>
                    <a:lnTo>
                      <a:pt x="2507741" y="2159000"/>
                    </a:lnTo>
                    <a:lnTo>
                      <a:pt x="2508377" y="2159000"/>
                    </a:lnTo>
                    <a:lnTo>
                      <a:pt x="2508250" y="2155825"/>
                    </a:lnTo>
                    <a:lnTo>
                      <a:pt x="2508203" y="2155536"/>
                    </a:lnTo>
                    <a:lnTo>
                      <a:pt x="2507253" y="2152014"/>
                    </a:lnTo>
                    <a:close/>
                  </a:path>
                  <a:path w="2534920" h="2159000">
                    <a:moveTo>
                      <a:pt x="2508250" y="2155825"/>
                    </a:moveTo>
                    <a:lnTo>
                      <a:pt x="2508377" y="2159000"/>
                    </a:lnTo>
                    <a:lnTo>
                      <a:pt x="2508757" y="2159000"/>
                    </a:lnTo>
                    <a:lnTo>
                      <a:pt x="2508250" y="2155825"/>
                    </a:lnTo>
                    <a:close/>
                  </a:path>
                  <a:path w="2534920" h="2159000">
                    <a:moveTo>
                      <a:pt x="2508244" y="2155686"/>
                    </a:moveTo>
                    <a:lnTo>
                      <a:pt x="2508263" y="2155910"/>
                    </a:lnTo>
                    <a:lnTo>
                      <a:pt x="2508757" y="2159000"/>
                    </a:lnTo>
                    <a:lnTo>
                      <a:pt x="2509012" y="2159000"/>
                    </a:lnTo>
                    <a:lnTo>
                      <a:pt x="2509012" y="2158529"/>
                    </a:lnTo>
                    <a:lnTo>
                      <a:pt x="2508244" y="2155686"/>
                    </a:lnTo>
                    <a:close/>
                  </a:path>
                  <a:path w="2534920" h="2159000">
                    <a:moveTo>
                      <a:pt x="2509012" y="2158529"/>
                    </a:moveTo>
                    <a:lnTo>
                      <a:pt x="2509012" y="2159000"/>
                    </a:lnTo>
                    <a:lnTo>
                      <a:pt x="2509012" y="2158529"/>
                    </a:lnTo>
                    <a:close/>
                  </a:path>
                  <a:path w="2534920" h="2159000">
                    <a:moveTo>
                      <a:pt x="2509046" y="2155910"/>
                    </a:moveTo>
                    <a:lnTo>
                      <a:pt x="2509139" y="2159000"/>
                    </a:lnTo>
                    <a:lnTo>
                      <a:pt x="2510281" y="2159000"/>
                    </a:lnTo>
                    <a:lnTo>
                      <a:pt x="2509046" y="2155910"/>
                    </a:lnTo>
                    <a:close/>
                  </a:path>
                  <a:path w="2534920" h="2159000">
                    <a:moveTo>
                      <a:pt x="2509012" y="2152315"/>
                    </a:moveTo>
                    <a:lnTo>
                      <a:pt x="2509046" y="2155910"/>
                    </a:lnTo>
                    <a:lnTo>
                      <a:pt x="2510281" y="2159000"/>
                    </a:lnTo>
                    <a:lnTo>
                      <a:pt x="2509012" y="2152315"/>
                    </a:lnTo>
                    <a:close/>
                  </a:path>
                  <a:path w="2534920" h="2159000">
                    <a:moveTo>
                      <a:pt x="2509012" y="2149666"/>
                    </a:moveTo>
                    <a:lnTo>
                      <a:pt x="2509075" y="2152650"/>
                    </a:lnTo>
                    <a:lnTo>
                      <a:pt x="2510281" y="2159000"/>
                    </a:lnTo>
                    <a:lnTo>
                      <a:pt x="2510663" y="2159000"/>
                    </a:lnTo>
                    <a:lnTo>
                      <a:pt x="2509426" y="2150165"/>
                    </a:lnTo>
                    <a:lnTo>
                      <a:pt x="2509012" y="2149666"/>
                    </a:lnTo>
                    <a:close/>
                  </a:path>
                  <a:path w="2534920" h="2159000">
                    <a:moveTo>
                      <a:pt x="2509426" y="2150165"/>
                    </a:moveTo>
                    <a:lnTo>
                      <a:pt x="2510663" y="2159000"/>
                    </a:lnTo>
                    <a:lnTo>
                      <a:pt x="2516759" y="2159000"/>
                    </a:lnTo>
                    <a:lnTo>
                      <a:pt x="2509426" y="2150165"/>
                    </a:lnTo>
                    <a:close/>
                  </a:path>
                  <a:path w="2534920" h="2159000">
                    <a:moveTo>
                      <a:pt x="2534412" y="2146300"/>
                    </a:moveTo>
                    <a:lnTo>
                      <a:pt x="2509012" y="2146300"/>
                    </a:lnTo>
                    <a:lnTo>
                      <a:pt x="2509082" y="2147711"/>
                    </a:lnTo>
                    <a:lnTo>
                      <a:pt x="2509356" y="2149666"/>
                    </a:lnTo>
                    <a:lnTo>
                      <a:pt x="2509461" y="2150207"/>
                    </a:lnTo>
                    <a:lnTo>
                      <a:pt x="2516759" y="2159000"/>
                    </a:lnTo>
                    <a:lnTo>
                      <a:pt x="2534412" y="2159000"/>
                    </a:lnTo>
                    <a:lnTo>
                      <a:pt x="2534412" y="2146300"/>
                    </a:lnTo>
                    <a:close/>
                  </a:path>
                  <a:path w="2534920" h="2159000">
                    <a:moveTo>
                      <a:pt x="2508165" y="2153708"/>
                    </a:moveTo>
                    <a:lnTo>
                      <a:pt x="2508207" y="2154766"/>
                    </a:lnTo>
                    <a:lnTo>
                      <a:pt x="2508304" y="2155910"/>
                    </a:lnTo>
                    <a:lnTo>
                      <a:pt x="2509012" y="2158529"/>
                    </a:lnTo>
                    <a:lnTo>
                      <a:pt x="2508896" y="2155536"/>
                    </a:lnTo>
                    <a:lnTo>
                      <a:pt x="2508165" y="2153708"/>
                    </a:lnTo>
                    <a:close/>
                  </a:path>
                  <a:path w="2534920" h="2159000">
                    <a:moveTo>
                      <a:pt x="2507952" y="2148389"/>
                    </a:moveTo>
                    <a:lnTo>
                      <a:pt x="2508165" y="2153708"/>
                    </a:lnTo>
                    <a:lnTo>
                      <a:pt x="2509012" y="2155825"/>
                    </a:lnTo>
                    <a:lnTo>
                      <a:pt x="2508924" y="2151856"/>
                    </a:lnTo>
                    <a:lnTo>
                      <a:pt x="2508359" y="2148879"/>
                    </a:lnTo>
                    <a:lnTo>
                      <a:pt x="2507952" y="2148389"/>
                    </a:lnTo>
                    <a:close/>
                  </a:path>
                  <a:path w="2534920" h="2159000">
                    <a:moveTo>
                      <a:pt x="2506911" y="2147135"/>
                    </a:moveTo>
                    <a:lnTo>
                      <a:pt x="2506951" y="2147711"/>
                    </a:lnTo>
                    <a:lnTo>
                      <a:pt x="2507741" y="2152650"/>
                    </a:lnTo>
                    <a:lnTo>
                      <a:pt x="2508165" y="2153708"/>
                    </a:lnTo>
                    <a:lnTo>
                      <a:pt x="2507952" y="2148389"/>
                    </a:lnTo>
                    <a:lnTo>
                      <a:pt x="2506911" y="2147135"/>
                    </a:lnTo>
                    <a:close/>
                  </a:path>
                  <a:path w="2534920" h="2159000">
                    <a:moveTo>
                      <a:pt x="2506951" y="2147711"/>
                    </a:moveTo>
                    <a:lnTo>
                      <a:pt x="2507203" y="2151303"/>
                    </a:lnTo>
                    <a:lnTo>
                      <a:pt x="2507741" y="2152650"/>
                    </a:lnTo>
                    <a:lnTo>
                      <a:pt x="2506951" y="2147711"/>
                    </a:lnTo>
                    <a:close/>
                  </a:path>
                  <a:path w="2534920" h="2159000">
                    <a:moveTo>
                      <a:pt x="2508853" y="2149474"/>
                    </a:moveTo>
                    <a:lnTo>
                      <a:pt x="2508908" y="2151303"/>
                    </a:lnTo>
                    <a:lnTo>
                      <a:pt x="2509012" y="2152315"/>
                    </a:lnTo>
                    <a:lnTo>
                      <a:pt x="2509012" y="2149666"/>
                    </a:lnTo>
                    <a:lnTo>
                      <a:pt x="2508853" y="2149474"/>
                    </a:lnTo>
                    <a:close/>
                  </a:path>
                  <a:path w="2534920" h="2159000">
                    <a:moveTo>
                      <a:pt x="2506765" y="2150207"/>
                    </a:moveTo>
                    <a:lnTo>
                      <a:pt x="2507253" y="2152014"/>
                    </a:lnTo>
                    <a:lnTo>
                      <a:pt x="2507203" y="2151303"/>
                    </a:lnTo>
                    <a:lnTo>
                      <a:pt x="2506765" y="2150207"/>
                    </a:lnTo>
                    <a:close/>
                  </a:path>
                  <a:path w="2534920" h="2159000">
                    <a:moveTo>
                      <a:pt x="2508359" y="2148879"/>
                    </a:moveTo>
                    <a:lnTo>
                      <a:pt x="2508924" y="2151856"/>
                    </a:lnTo>
                    <a:lnTo>
                      <a:pt x="2508853" y="2149474"/>
                    </a:lnTo>
                    <a:lnTo>
                      <a:pt x="2508359" y="2148879"/>
                    </a:lnTo>
                    <a:close/>
                  </a:path>
                  <a:path w="2534920" h="2159000">
                    <a:moveTo>
                      <a:pt x="2505710" y="2146300"/>
                    </a:moveTo>
                    <a:lnTo>
                      <a:pt x="2505202" y="2146300"/>
                    </a:lnTo>
                    <a:lnTo>
                      <a:pt x="2506765" y="2150207"/>
                    </a:lnTo>
                    <a:lnTo>
                      <a:pt x="2505710" y="2146300"/>
                    </a:lnTo>
                    <a:close/>
                  </a:path>
                  <a:path w="2534920" h="2159000">
                    <a:moveTo>
                      <a:pt x="2509012" y="2147207"/>
                    </a:moveTo>
                    <a:lnTo>
                      <a:pt x="2509012" y="2149666"/>
                    </a:lnTo>
                    <a:lnTo>
                      <a:pt x="2509426" y="2150165"/>
                    </a:lnTo>
                    <a:lnTo>
                      <a:pt x="2509012" y="2147207"/>
                    </a:lnTo>
                    <a:close/>
                  </a:path>
                  <a:path w="2534920" h="2159000">
                    <a:moveTo>
                      <a:pt x="2508885" y="2146300"/>
                    </a:moveTo>
                    <a:lnTo>
                      <a:pt x="2508757" y="2146300"/>
                    </a:lnTo>
                    <a:lnTo>
                      <a:pt x="2508853" y="2149474"/>
                    </a:lnTo>
                    <a:lnTo>
                      <a:pt x="2509012" y="2149666"/>
                    </a:lnTo>
                    <a:lnTo>
                      <a:pt x="2508885" y="2146300"/>
                    </a:lnTo>
                    <a:close/>
                  </a:path>
                  <a:path w="2534920" h="2159000">
                    <a:moveTo>
                      <a:pt x="2507868" y="2146300"/>
                    </a:moveTo>
                    <a:lnTo>
                      <a:pt x="2507952" y="2148389"/>
                    </a:lnTo>
                    <a:lnTo>
                      <a:pt x="2508359" y="2148879"/>
                    </a:lnTo>
                    <a:lnTo>
                      <a:pt x="2507868" y="2146300"/>
                    </a:lnTo>
                    <a:close/>
                  </a:path>
                  <a:path w="2534920" h="2159000">
                    <a:moveTo>
                      <a:pt x="2506853" y="2146300"/>
                    </a:moveTo>
                    <a:lnTo>
                      <a:pt x="2506847" y="2147058"/>
                    </a:lnTo>
                    <a:lnTo>
                      <a:pt x="2506853" y="2146300"/>
                    </a:lnTo>
                    <a:close/>
                  </a:path>
                  <a:path w="2534920" h="2159000">
                    <a:moveTo>
                      <a:pt x="2506726" y="2146300"/>
                    </a:moveTo>
                    <a:lnTo>
                      <a:pt x="2506217" y="2146300"/>
                    </a:lnTo>
                    <a:lnTo>
                      <a:pt x="2506847" y="2147058"/>
                    </a:lnTo>
                    <a:lnTo>
                      <a:pt x="2506726" y="2146300"/>
                    </a:lnTo>
                    <a:close/>
                  </a:path>
                  <a:path w="2534920" h="2159000">
                    <a:moveTo>
                      <a:pt x="2523363" y="2133600"/>
                    </a:moveTo>
                    <a:lnTo>
                      <a:pt x="2498852" y="2133600"/>
                    </a:lnTo>
                    <a:lnTo>
                      <a:pt x="2500756" y="2146300"/>
                    </a:lnTo>
                    <a:lnTo>
                      <a:pt x="2526791" y="2146300"/>
                    </a:lnTo>
                    <a:lnTo>
                      <a:pt x="2523363" y="2133600"/>
                    </a:lnTo>
                    <a:close/>
                  </a:path>
                  <a:path w="2534920" h="2159000">
                    <a:moveTo>
                      <a:pt x="2524125" y="2133600"/>
                    </a:moveTo>
                    <a:lnTo>
                      <a:pt x="2523363" y="2133600"/>
                    </a:lnTo>
                    <a:lnTo>
                      <a:pt x="2526791" y="2146300"/>
                    </a:lnTo>
                    <a:lnTo>
                      <a:pt x="2526819" y="2143578"/>
                    </a:lnTo>
                    <a:lnTo>
                      <a:pt x="2524125" y="2133600"/>
                    </a:lnTo>
                    <a:close/>
                  </a:path>
                  <a:path w="2534920" h="2159000">
                    <a:moveTo>
                      <a:pt x="2526819" y="2143578"/>
                    </a:moveTo>
                    <a:lnTo>
                      <a:pt x="2526791" y="2146300"/>
                    </a:lnTo>
                    <a:lnTo>
                      <a:pt x="2527554" y="2146300"/>
                    </a:lnTo>
                    <a:lnTo>
                      <a:pt x="2526819" y="2143578"/>
                    </a:lnTo>
                    <a:close/>
                  </a:path>
                  <a:path w="2534920" h="2159000">
                    <a:moveTo>
                      <a:pt x="2527554" y="2133600"/>
                    </a:moveTo>
                    <a:lnTo>
                      <a:pt x="2526918" y="2133600"/>
                    </a:lnTo>
                    <a:lnTo>
                      <a:pt x="2526819" y="2143578"/>
                    </a:lnTo>
                    <a:lnTo>
                      <a:pt x="2527554" y="2146300"/>
                    </a:lnTo>
                    <a:lnTo>
                      <a:pt x="2527554" y="2133600"/>
                    </a:lnTo>
                    <a:close/>
                  </a:path>
                  <a:path w="2534920" h="2159000">
                    <a:moveTo>
                      <a:pt x="2527680" y="2133600"/>
                    </a:moveTo>
                    <a:lnTo>
                      <a:pt x="2527554" y="2146300"/>
                    </a:lnTo>
                    <a:lnTo>
                      <a:pt x="2528442" y="2146300"/>
                    </a:lnTo>
                    <a:lnTo>
                      <a:pt x="2527680" y="2133600"/>
                    </a:lnTo>
                    <a:close/>
                  </a:path>
                  <a:path w="2534920" h="2159000">
                    <a:moveTo>
                      <a:pt x="2528149" y="2136530"/>
                    </a:moveTo>
                    <a:lnTo>
                      <a:pt x="2528442" y="2146300"/>
                    </a:lnTo>
                    <a:lnTo>
                      <a:pt x="2529331" y="2146300"/>
                    </a:lnTo>
                    <a:lnTo>
                      <a:pt x="2528697" y="2139950"/>
                    </a:lnTo>
                    <a:lnTo>
                      <a:pt x="2528149" y="2136530"/>
                    </a:lnTo>
                    <a:close/>
                  </a:path>
                  <a:path w="2534920" h="2159000">
                    <a:moveTo>
                      <a:pt x="2528697" y="2139950"/>
                    </a:moveTo>
                    <a:lnTo>
                      <a:pt x="2529331" y="2146300"/>
                    </a:lnTo>
                    <a:lnTo>
                      <a:pt x="2529713" y="2146300"/>
                    </a:lnTo>
                    <a:lnTo>
                      <a:pt x="2528697" y="2139950"/>
                    </a:lnTo>
                    <a:close/>
                  </a:path>
                  <a:path w="2534920" h="2159000">
                    <a:moveTo>
                      <a:pt x="2526918" y="2133600"/>
                    </a:moveTo>
                    <a:lnTo>
                      <a:pt x="2524125" y="2133600"/>
                    </a:lnTo>
                    <a:lnTo>
                      <a:pt x="2526819" y="2143578"/>
                    </a:lnTo>
                    <a:lnTo>
                      <a:pt x="2526918" y="2133600"/>
                    </a:lnTo>
                    <a:close/>
                  </a:path>
                  <a:path w="2534920" h="2159000">
                    <a:moveTo>
                      <a:pt x="2528062" y="2133600"/>
                    </a:moveTo>
                    <a:lnTo>
                      <a:pt x="2527680" y="2133600"/>
                    </a:lnTo>
                    <a:lnTo>
                      <a:pt x="2528149" y="2136530"/>
                    </a:lnTo>
                    <a:lnTo>
                      <a:pt x="2528062" y="2133600"/>
                    </a:lnTo>
                    <a:close/>
                  </a:path>
                  <a:path w="2534920" h="2159000">
                    <a:moveTo>
                      <a:pt x="2492248" y="2120900"/>
                    </a:moveTo>
                    <a:lnTo>
                      <a:pt x="2493391" y="2133600"/>
                    </a:lnTo>
                    <a:lnTo>
                      <a:pt x="2493644" y="2133600"/>
                    </a:lnTo>
                    <a:lnTo>
                      <a:pt x="2493238" y="2128519"/>
                    </a:lnTo>
                    <a:lnTo>
                      <a:pt x="2492248" y="2120900"/>
                    </a:lnTo>
                    <a:close/>
                  </a:path>
                  <a:path w="2534920" h="2159000">
                    <a:moveTo>
                      <a:pt x="2493238" y="2128519"/>
                    </a:moveTo>
                    <a:lnTo>
                      <a:pt x="2493644" y="2133600"/>
                    </a:lnTo>
                    <a:lnTo>
                      <a:pt x="2493899" y="2133600"/>
                    </a:lnTo>
                    <a:lnTo>
                      <a:pt x="2493238" y="2128519"/>
                    </a:lnTo>
                    <a:close/>
                  </a:path>
                  <a:path w="2534920" h="2159000">
                    <a:moveTo>
                      <a:pt x="2519044" y="2120900"/>
                    </a:moveTo>
                    <a:lnTo>
                      <a:pt x="2492629" y="2120900"/>
                    </a:lnTo>
                    <a:lnTo>
                      <a:pt x="2493238" y="2128519"/>
                    </a:lnTo>
                    <a:lnTo>
                      <a:pt x="2493899" y="2133600"/>
                    </a:lnTo>
                    <a:lnTo>
                      <a:pt x="2521330" y="2133600"/>
                    </a:lnTo>
                    <a:lnTo>
                      <a:pt x="2519044" y="2120900"/>
                    </a:lnTo>
                    <a:close/>
                  </a:path>
                  <a:path w="2534920" h="2159000">
                    <a:moveTo>
                      <a:pt x="2512567" y="2108200"/>
                    </a:moveTo>
                    <a:lnTo>
                      <a:pt x="2483357" y="2108200"/>
                    </a:lnTo>
                    <a:lnTo>
                      <a:pt x="2485516" y="2120900"/>
                    </a:lnTo>
                    <a:lnTo>
                      <a:pt x="2513584" y="2120900"/>
                    </a:lnTo>
                    <a:lnTo>
                      <a:pt x="2512567" y="2108200"/>
                    </a:lnTo>
                    <a:close/>
                  </a:path>
                  <a:path w="2534920" h="2159000">
                    <a:moveTo>
                      <a:pt x="2505582" y="2095500"/>
                    </a:moveTo>
                    <a:lnTo>
                      <a:pt x="2480055" y="2095500"/>
                    </a:lnTo>
                    <a:lnTo>
                      <a:pt x="2482215" y="2108200"/>
                    </a:lnTo>
                    <a:lnTo>
                      <a:pt x="2507741" y="2108200"/>
                    </a:lnTo>
                    <a:lnTo>
                      <a:pt x="2505582" y="2095500"/>
                    </a:lnTo>
                    <a:close/>
                  </a:path>
                  <a:path w="2534920" h="2159000">
                    <a:moveTo>
                      <a:pt x="2474849" y="2082800"/>
                    </a:moveTo>
                    <a:lnTo>
                      <a:pt x="2474087" y="2082800"/>
                    </a:lnTo>
                    <a:lnTo>
                      <a:pt x="2474976" y="2095500"/>
                    </a:lnTo>
                    <a:lnTo>
                      <a:pt x="2475991" y="2095500"/>
                    </a:lnTo>
                    <a:lnTo>
                      <a:pt x="2474849" y="2082800"/>
                    </a:lnTo>
                    <a:close/>
                  </a:path>
                  <a:path w="2534920" h="2159000">
                    <a:moveTo>
                      <a:pt x="2499360" y="2082800"/>
                    </a:moveTo>
                    <a:lnTo>
                      <a:pt x="2474849" y="2082800"/>
                    </a:lnTo>
                    <a:lnTo>
                      <a:pt x="2476627" y="2095500"/>
                    </a:lnTo>
                    <a:lnTo>
                      <a:pt x="2501265" y="2095500"/>
                    </a:lnTo>
                    <a:lnTo>
                      <a:pt x="2499360" y="2082800"/>
                    </a:lnTo>
                    <a:close/>
                  </a:path>
                  <a:path w="2534920" h="2159000">
                    <a:moveTo>
                      <a:pt x="2500756" y="2082800"/>
                    </a:moveTo>
                    <a:lnTo>
                      <a:pt x="2501265" y="2095500"/>
                    </a:lnTo>
                    <a:lnTo>
                      <a:pt x="2501900" y="2095500"/>
                    </a:lnTo>
                    <a:lnTo>
                      <a:pt x="2500756" y="2082800"/>
                    </a:lnTo>
                    <a:close/>
                  </a:path>
                  <a:path w="2534920" h="2159000">
                    <a:moveTo>
                      <a:pt x="2493899" y="2070100"/>
                    </a:moveTo>
                    <a:lnTo>
                      <a:pt x="2467737" y="2070100"/>
                    </a:lnTo>
                    <a:lnTo>
                      <a:pt x="2468499" y="2082800"/>
                    </a:lnTo>
                    <a:lnTo>
                      <a:pt x="2494915" y="2082800"/>
                    </a:lnTo>
                    <a:lnTo>
                      <a:pt x="2493899" y="2070100"/>
                    </a:lnTo>
                    <a:close/>
                  </a:path>
                  <a:path w="2534920" h="2159000">
                    <a:moveTo>
                      <a:pt x="2486025" y="2057400"/>
                    </a:moveTo>
                    <a:lnTo>
                      <a:pt x="2462022" y="2057400"/>
                    </a:lnTo>
                    <a:lnTo>
                      <a:pt x="2464942" y="2070100"/>
                    </a:lnTo>
                    <a:lnTo>
                      <a:pt x="2489707" y="2070100"/>
                    </a:lnTo>
                    <a:lnTo>
                      <a:pt x="2486025" y="2057400"/>
                    </a:lnTo>
                    <a:close/>
                  </a:path>
                  <a:path w="2534920" h="2159000">
                    <a:moveTo>
                      <a:pt x="2482341" y="2044700"/>
                    </a:moveTo>
                    <a:lnTo>
                      <a:pt x="2454021" y="2044700"/>
                    </a:lnTo>
                    <a:lnTo>
                      <a:pt x="2456179" y="2057400"/>
                    </a:lnTo>
                    <a:lnTo>
                      <a:pt x="2483357" y="2057400"/>
                    </a:lnTo>
                    <a:lnTo>
                      <a:pt x="2482341" y="2044700"/>
                    </a:lnTo>
                    <a:close/>
                  </a:path>
                  <a:path w="2534920" h="2159000">
                    <a:moveTo>
                      <a:pt x="2475103" y="2032000"/>
                    </a:moveTo>
                    <a:lnTo>
                      <a:pt x="2447925" y="2032000"/>
                    </a:lnTo>
                    <a:lnTo>
                      <a:pt x="2450338" y="2044700"/>
                    </a:lnTo>
                    <a:lnTo>
                      <a:pt x="2475865" y="2044700"/>
                    </a:lnTo>
                    <a:lnTo>
                      <a:pt x="2475103" y="2032000"/>
                    </a:lnTo>
                    <a:close/>
                  </a:path>
                  <a:path w="2534920" h="2159000">
                    <a:moveTo>
                      <a:pt x="2475229" y="2032000"/>
                    </a:moveTo>
                    <a:lnTo>
                      <a:pt x="2475865" y="2044700"/>
                    </a:lnTo>
                    <a:lnTo>
                      <a:pt x="2477389" y="2044700"/>
                    </a:lnTo>
                    <a:lnTo>
                      <a:pt x="2475229" y="2032000"/>
                    </a:lnTo>
                    <a:close/>
                  </a:path>
                  <a:path w="2534920" h="2159000">
                    <a:moveTo>
                      <a:pt x="2469006" y="2019300"/>
                    </a:moveTo>
                    <a:lnTo>
                      <a:pt x="2442717" y="2019300"/>
                    </a:lnTo>
                    <a:lnTo>
                      <a:pt x="2444496" y="2032000"/>
                    </a:lnTo>
                    <a:lnTo>
                      <a:pt x="2471547" y="2032000"/>
                    </a:lnTo>
                    <a:lnTo>
                      <a:pt x="2469006" y="2019300"/>
                    </a:lnTo>
                    <a:close/>
                  </a:path>
                  <a:path w="2534920" h="2159000">
                    <a:moveTo>
                      <a:pt x="2462911" y="2006600"/>
                    </a:moveTo>
                    <a:lnTo>
                      <a:pt x="2434336" y="2006600"/>
                    </a:lnTo>
                    <a:lnTo>
                      <a:pt x="2436876" y="2019300"/>
                    </a:lnTo>
                    <a:lnTo>
                      <a:pt x="2463673" y="2019300"/>
                    </a:lnTo>
                    <a:lnTo>
                      <a:pt x="2462911" y="2006600"/>
                    </a:lnTo>
                    <a:close/>
                  </a:path>
                  <a:path w="2534920" h="2159000">
                    <a:moveTo>
                      <a:pt x="2463418" y="2006600"/>
                    </a:moveTo>
                    <a:lnTo>
                      <a:pt x="2463673" y="2019300"/>
                    </a:lnTo>
                    <a:lnTo>
                      <a:pt x="2465197" y="2019300"/>
                    </a:lnTo>
                    <a:lnTo>
                      <a:pt x="2463418" y="2006600"/>
                    </a:lnTo>
                    <a:close/>
                  </a:path>
                  <a:path w="2534920" h="2159000">
                    <a:moveTo>
                      <a:pt x="2456815" y="1993900"/>
                    </a:moveTo>
                    <a:lnTo>
                      <a:pt x="2428875" y="1993900"/>
                    </a:lnTo>
                    <a:lnTo>
                      <a:pt x="2429637" y="2006600"/>
                    </a:lnTo>
                    <a:lnTo>
                      <a:pt x="2457196" y="2006600"/>
                    </a:lnTo>
                    <a:lnTo>
                      <a:pt x="2456815" y="1993900"/>
                    </a:lnTo>
                    <a:close/>
                  </a:path>
                  <a:path w="2534920" h="2159000">
                    <a:moveTo>
                      <a:pt x="2448814" y="1981200"/>
                    </a:moveTo>
                    <a:lnTo>
                      <a:pt x="2422779" y="1981200"/>
                    </a:lnTo>
                    <a:lnTo>
                      <a:pt x="2425954" y="1993900"/>
                    </a:lnTo>
                    <a:lnTo>
                      <a:pt x="2451354" y="1993900"/>
                    </a:lnTo>
                    <a:lnTo>
                      <a:pt x="2448814" y="1981200"/>
                    </a:lnTo>
                    <a:close/>
                  </a:path>
                  <a:path w="2534920" h="2159000">
                    <a:moveTo>
                      <a:pt x="2444496" y="1968500"/>
                    </a:moveTo>
                    <a:lnTo>
                      <a:pt x="2417953" y="1968500"/>
                    </a:lnTo>
                    <a:lnTo>
                      <a:pt x="2423032" y="1981200"/>
                    </a:lnTo>
                    <a:lnTo>
                      <a:pt x="2447798" y="1981200"/>
                    </a:lnTo>
                    <a:lnTo>
                      <a:pt x="2444496" y="1968500"/>
                    </a:lnTo>
                    <a:close/>
                  </a:path>
                  <a:path w="2534920" h="2159000">
                    <a:moveTo>
                      <a:pt x="2438018" y="1955800"/>
                    </a:moveTo>
                    <a:lnTo>
                      <a:pt x="2412746" y="1955800"/>
                    </a:lnTo>
                    <a:lnTo>
                      <a:pt x="2416302" y="1968500"/>
                    </a:lnTo>
                    <a:lnTo>
                      <a:pt x="2439416" y="1968500"/>
                    </a:lnTo>
                    <a:lnTo>
                      <a:pt x="2438018" y="1955800"/>
                    </a:lnTo>
                    <a:close/>
                  </a:path>
                  <a:path w="2534920" h="2159000">
                    <a:moveTo>
                      <a:pt x="2432685" y="1943100"/>
                    </a:moveTo>
                    <a:lnTo>
                      <a:pt x="2406396" y="1943100"/>
                    </a:lnTo>
                    <a:lnTo>
                      <a:pt x="2410714" y="1955800"/>
                    </a:lnTo>
                    <a:lnTo>
                      <a:pt x="2434463" y="1955800"/>
                    </a:lnTo>
                    <a:lnTo>
                      <a:pt x="2432685" y="1943100"/>
                    </a:lnTo>
                    <a:close/>
                  </a:path>
                  <a:path w="2534920" h="2159000">
                    <a:moveTo>
                      <a:pt x="2426716" y="1930400"/>
                    </a:moveTo>
                    <a:lnTo>
                      <a:pt x="2400554" y="1930400"/>
                    </a:lnTo>
                    <a:lnTo>
                      <a:pt x="2404491" y="1943100"/>
                    </a:lnTo>
                    <a:lnTo>
                      <a:pt x="2428493" y="1943100"/>
                    </a:lnTo>
                    <a:lnTo>
                      <a:pt x="2426716" y="1930400"/>
                    </a:lnTo>
                    <a:close/>
                  </a:path>
                  <a:path w="2534920" h="2159000">
                    <a:moveTo>
                      <a:pt x="2422905" y="1917700"/>
                    </a:moveTo>
                    <a:lnTo>
                      <a:pt x="2396236" y="1917700"/>
                    </a:lnTo>
                    <a:lnTo>
                      <a:pt x="2399029" y="1930400"/>
                    </a:lnTo>
                    <a:lnTo>
                      <a:pt x="2426842" y="1930400"/>
                    </a:lnTo>
                    <a:lnTo>
                      <a:pt x="2422905" y="1917700"/>
                    </a:lnTo>
                    <a:close/>
                  </a:path>
                  <a:path w="2534920" h="2159000">
                    <a:moveTo>
                      <a:pt x="2418588" y="1905000"/>
                    </a:moveTo>
                    <a:lnTo>
                      <a:pt x="2392299" y="1905000"/>
                    </a:lnTo>
                    <a:lnTo>
                      <a:pt x="2394839" y="1917700"/>
                    </a:lnTo>
                    <a:lnTo>
                      <a:pt x="2421381" y="1917700"/>
                    </a:lnTo>
                    <a:lnTo>
                      <a:pt x="2418588" y="1905000"/>
                    </a:lnTo>
                    <a:close/>
                  </a:path>
                  <a:path w="2534920" h="2159000">
                    <a:moveTo>
                      <a:pt x="2414016" y="1892300"/>
                    </a:moveTo>
                    <a:lnTo>
                      <a:pt x="2388489" y="1892300"/>
                    </a:lnTo>
                    <a:lnTo>
                      <a:pt x="2388489" y="1905000"/>
                    </a:lnTo>
                    <a:lnTo>
                      <a:pt x="2414524" y="1905000"/>
                    </a:lnTo>
                    <a:lnTo>
                      <a:pt x="2414016" y="1892300"/>
                    </a:lnTo>
                    <a:close/>
                  </a:path>
                  <a:path w="2534920" h="2159000">
                    <a:moveTo>
                      <a:pt x="2406015" y="1879600"/>
                    </a:moveTo>
                    <a:lnTo>
                      <a:pt x="2382139" y="1879600"/>
                    </a:lnTo>
                    <a:lnTo>
                      <a:pt x="2383154" y="1892300"/>
                    </a:lnTo>
                    <a:lnTo>
                      <a:pt x="2407666" y="1892300"/>
                    </a:lnTo>
                    <a:lnTo>
                      <a:pt x="2406015" y="1879600"/>
                    </a:lnTo>
                    <a:close/>
                  </a:path>
                  <a:path w="2534920" h="2159000">
                    <a:moveTo>
                      <a:pt x="2407030" y="1879600"/>
                    </a:moveTo>
                    <a:lnTo>
                      <a:pt x="2406015" y="1879600"/>
                    </a:lnTo>
                    <a:lnTo>
                      <a:pt x="2407666" y="1892300"/>
                    </a:lnTo>
                    <a:lnTo>
                      <a:pt x="2407030" y="1879600"/>
                    </a:lnTo>
                    <a:close/>
                  </a:path>
                  <a:path w="2534920" h="2159000">
                    <a:moveTo>
                      <a:pt x="2408047" y="1879600"/>
                    </a:moveTo>
                    <a:lnTo>
                      <a:pt x="2407030" y="1879600"/>
                    </a:lnTo>
                    <a:lnTo>
                      <a:pt x="2407666" y="1892300"/>
                    </a:lnTo>
                    <a:lnTo>
                      <a:pt x="2409571" y="1892300"/>
                    </a:lnTo>
                    <a:lnTo>
                      <a:pt x="2408047" y="1879600"/>
                    </a:lnTo>
                    <a:close/>
                  </a:path>
                  <a:path w="2534920" h="2159000">
                    <a:moveTo>
                      <a:pt x="2377059" y="1866900"/>
                    </a:moveTo>
                    <a:lnTo>
                      <a:pt x="2376678" y="1866900"/>
                    </a:lnTo>
                    <a:lnTo>
                      <a:pt x="2377821" y="1879600"/>
                    </a:lnTo>
                    <a:lnTo>
                      <a:pt x="2377059" y="1866900"/>
                    </a:lnTo>
                    <a:close/>
                  </a:path>
                  <a:path w="2534920" h="2159000">
                    <a:moveTo>
                      <a:pt x="2402840" y="1866900"/>
                    </a:moveTo>
                    <a:lnTo>
                      <a:pt x="2377059" y="1866900"/>
                    </a:lnTo>
                    <a:lnTo>
                      <a:pt x="2378837" y="1879600"/>
                    </a:lnTo>
                    <a:lnTo>
                      <a:pt x="2403982" y="1879600"/>
                    </a:lnTo>
                    <a:lnTo>
                      <a:pt x="2402840" y="1866900"/>
                    </a:lnTo>
                    <a:close/>
                  </a:path>
                  <a:path w="2534920" h="2159000">
                    <a:moveTo>
                      <a:pt x="2395474" y="1854200"/>
                    </a:moveTo>
                    <a:lnTo>
                      <a:pt x="2369439" y="1854200"/>
                    </a:lnTo>
                    <a:lnTo>
                      <a:pt x="2370201" y="1866900"/>
                    </a:lnTo>
                    <a:lnTo>
                      <a:pt x="2397632" y="1866900"/>
                    </a:lnTo>
                    <a:lnTo>
                      <a:pt x="2395474" y="1854200"/>
                    </a:lnTo>
                    <a:close/>
                  </a:path>
                  <a:path w="2534920" h="2159000">
                    <a:moveTo>
                      <a:pt x="2396998" y="1854200"/>
                    </a:moveTo>
                    <a:lnTo>
                      <a:pt x="2397632" y="1866900"/>
                    </a:lnTo>
                    <a:lnTo>
                      <a:pt x="2398014" y="1866900"/>
                    </a:lnTo>
                    <a:lnTo>
                      <a:pt x="2396998" y="1854200"/>
                    </a:lnTo>
                    <a:close/>
                  </a:path>
                  <a:path w="2534920" h="2159000">
                    <a:moveTo>
                      <a:pt x="2390140" y="1841500"/>
                    </a:moveTo>
                    <a:lnTo>
                      <a:pt x="2360676" y="1841500"/>
                    </a:lnTo>
                    <a:lnTo>
                      <a:pt x="2365121" y="1854200"/>
                    </a:lnTo>
                    <a:lnTo>
                      <a:pt x="2391155" y="1854200"/>
                    </a:lnTo>
                    <a:lnTo>
                      <a:pt x="2390140" y="1841500"/>
                    </a:lnTo>
                    <a:close/>
                  </a:path>
                  <a:path w="2534920" h="2159000">
                    <a:moveTo>
                      <a:pt x="2382012" y="1828800"/>
                    </a:moveTo>
                    <a:lnTo>
                      <a:pt x="2355468" y="1828800"/>
                    </a:lnTo>
                    <a:lnTo>
                      <a:pt x="2358643" y="1841500"/>
                    </a:lnTo>
                    <a:lnTo>
                      <a:pt x="2384932" y="1841500"/>
                    </a:lnTo>
                    <a:lnTo>
                      <a:pt x="2382012" y="1828800"/>
                    </a:lnTo>
                    <a:close/>
                  </a:path>
                  <a:path w="2534920" h="2159000">
                    <a:moveTo>
                      <a:pt x="2377186" y="1816100"/>
                    </a:moveTo>
                    <a:lnTo>
                      <a:pt x="2349880" y="1816100"/>
                    </a:lnTo>
                    <a:lnTo>
                      <a:pt x="2354199" y="1828800"/>
                    </a:lnTo>
                    <a:lnTo>
                      <a:pt x="2380361" y="1828800"/>
                    </a:lnTo>
                    <a:lnTo>
                      <a:pt x="2377186" y="1816100"/>
                    </a:lnTo>
                    <a:close/>
                  </a:path>
                  <a:path w="2534920" h="2159000">
                    <a:moveTo>
                      <a:pt x="2370581" y="1803400"/>
                    </a:moveTo>
                    <a:lnTo>
                      <a:pt x="2343657" y="1803400"/>
                    </a:lnTo>
                    <a:lnTo>
                      <a:pt x="2348356" y="1816100"/>
                    </a:lnTo>
                    <a:lnTo>
                      <a:pt x="2374900" y="1816100"/>
                    </a:lnTo>
                    <a:lnTo>
                      <a:pt x="2370581" y="1803400"/>
                    </a:lnTo>
                    <a:close/>
                  </a:path>
                  <a:path w="2534920" h="2159000">
                    <a:moveTo>
                      <a:pt x="2361691" y="1790700"/>
                    </a:moveTo>
                    <a:lnTo>
                      <a:pt x="2334005" y="1790700"/>
                    </a:lnTo>
                    <a:lnTo>
                      <a:pt x="2336418" y="1803400"/>
                    </a:lnTo>
                    <a:lnTo>
                      <a:pt x="2363851" y="1803400"/>
                    </a:lnTo>
                    <a:lnTo>
                      <a:pt x="2361691" y="1790700"/>
                    </a:lnTo>
                    <a:close/>
                  </a:path>
                  <a:path w="2534920" h="2159000">
                    <a:moveTo>
                      <a:pt x="2363724" y="1790700"/>
                    </a:moveTo>
                    <a:lnTo>
                      <a:pt x="2363851" y="1803400"/>
                    </a:lnTo>
                    <a:lnTo>
                      <a:pt x="2368423" y="1803400"/>
                    </a:lnTo>
                    <a:lnTo>
                      <a:pt x="2363724" y="1790700"/>
                    </a:lnTo>
                    <a:close/>
                  </a:path>
                  <a:path w="2534920" h="2159000">
                    <a:moveTo>
                      <a:pt x="2354706" y="1778000"/>
                    </a:moveTo>
                    <a:lnTo>
                      <a:pt x="2328799" y="1778000"/>
                    </a:lnTo>
                    <a:lnTo>
                      <a:pt x="2328799" y="1790700"/>
                    </a:lnTo>
                    <a:lnTo>
                      <a:pt x="2356866" y="1790700"/>
                    </a:lnTo>
                    <a:lnTo>
                      <a:pt x="2354706" y="1778000"/>
                    </a:lnTo>
                    <a:close/>
                  </a:path>
                  <a:path w="2534920" h="2159000">
                    <a:moveTo>
                      <a:pt x="2346579" y="1765300"/>
                    </a:moveTo>
                    <a:lnTo>
                      <a:pt x="2320543" y="1765300"/>
                    </a:lnTo>
                    <a:lnTo>
                      <a:pt x="2325878" y="1778000"/>
                    </a:lnTo>
                    <a:lnTo>
                      <a:pt x="2349118" y="1778000"/>
                    </a:lnTo>
                    <a:lnTo>
                      <a:pt x="2346579" y="1765300"/>
                    </a:lnTo>
                    <a:close/>
                  </a:path>
                  <a:path w="2534920" h="2159000">
                    <a:moveTo>
                      <a:pt x="2341626" y="1752600"/>
                    </a:moveTo>
                    <a:lnTo>
                      <a:pt x="2310891" y="1752600"/>
                    </a:lnTo>
                    <a:lnTo>
                      <a:pt x="2318130" y="1765300"/>
                    </a:lnTo>
                    <a:lnTo>
                      <a:pt x="2346960" y="1765300"/>
                    </a:lnTo>
                    <a:lnTo>
                      <a:pt x="2341626" y="1752600"/>
                    </a:lnTo>
                    <a:close/>
                  </a:path>
                  <a:path w="2534920" h="2159000">
                    <a:moveTo>
                      <a:pt x="2331719" y="1739900"/>
                    </a:moveTo>
                    <a:lnTo>
                      <a:pt x="2307843" y="1739900"/>
                    </a:lnTo>
                    <a:lnTo>
                      <a:pt x="2310765" y="1752600"/>
                    </a:lnTo>
                    <a:lnTo>
                      <a:pt x="2338959" y="1752600"/>
                    </a:lnTo>
                    <a:lnTo>
                      <a:pt x="2331719" y="1739900"/>
                    </a:lnTo>
                    <a:close/>
                  </a:path>
                  <a:path w="2534920" h="2159000">
                    <a:moveTo>
                      <a:pt x="2322194" y="1714500"/>
                    </a:moveTo>
                    <a:lnTo>
                      <a:pt x="2293874" y="1714500"/>
                    </a:lnTo>
                    <a:lnTo>
                      <a:pt x="2299589" y="1727200"/>
                    </a:lnTo>
                    <a:lnTo>
                      <a:pt x="2302510" y="1739900"/>
                    </a:lnTo>
                    <a:lnTo>
                      <a:pt x="2302002" y="1727200"/>
                    </a:lnTo>
                    <a:lnTo>
                      <a:pt x="2322703" y="1727200"/>
                    </a:lnTo>
                    <a:lnTo>
                      <a:pt x="2322194" y="1714500"/>
                    </a:lnTo>
                    <a:close/>
                  </a:path>
                  <a:path w="2534920" h="2159000">
                    <a:moveTo>
                      <a:pt x="2329053" y="1727200"/>
                    </a:moveTo>
                    <a:lnTo>
                      <a:pt x="2302002" y="1727200"/>
                    </a:lnTo>
                    <a:lnTo>
                      <a:pt x="2308098" y="1739900"/>
                    </a:lnTo>
                    <a:lnTo>
                      <a:pt x="2331847" y="1739900"/>
                    </a:lnTo>
                    <a:lnTo>
                      <a:pt x="2329053" y="1727200"/>
                    </a:lnTo>
                    <a:close/>
                  </a:path>
                  <a:path w="2534920" h="2159000">
                    <a:moveTo>
                      <a:pt x="2313559" y="1701800"/>
                    </a:moveTo>
                    <a:lnTo>
                      <a:pt x="2283205" y="1701800"/>
                    </a:lnTo>
                    <a:lnTo>
                      <a:pt x="2291079" y="1714500"/>
                    </a:lnTo>
                    <a:lnTo>
                      <a:pt x="2319274" y="1714500"/>
                    </a:lnTo>
                    <a:lnTo>
                      <a:pt x="2313559" y="1701800"/>
                    </a:lnTo>
                    <a:close/>
                  </a:path>
                  <a:path w="2534920" h="2159000">
                    <a:moveTo>
                      <a:pt x="2302637" y="1689100"/>
                    </a:moveTo>
                    <a:lnTo>
                      <a:pt x="2272284" y="1689100"/>
                    </a:lnTo>
                    <a:lnTo>
                      <a:pt x="2279777" y="1701800"/>
                    </a:lnTo>
                    <a:lnTo>
                      <a:pt x="2310511" y="1701800"/>
                    </a:lnTo>
                    <a:lnTo>
                      <a:pt x="2302637" y="1689100"/>
                    </a:lnTo>
                    <a:close/>
                  </a:path>
                  <a:path w="2534920" h="2159000">
                    <a:moveTo>
                      <a:pt x="2291968" y="1676400"/>
                    </a:moveTo>
                    <a:lnTo>
                      <a:pt x="2263266" y="1676400"/>
                    </a:lnTo>
                    <a:lnTo>
                      <a:pt x="2268981" y="1689100"/>
                    </a:lnTo>
                    <a:lnTo>
                      <a:pt x="2299462" y="1689100"/>
                    </a:lnTo>
                    <a:lnTo>
                      <a:pt x="2291968" y="1676400"/>
                    </a:lnTo>
                    <a:close/>
                  </a:path>
                  <a:path w="2534920" h="2159000">
                    <a:moveTo>
                      <a:pt x="2282825" y="1663700"/>
                    </a:moveTo>
                    <a:lnTo>
                      <a:pt x="2254504" y="1663700"/>
                    </a:lnTo>
                    <a:lnTo>
                      <a:pt x="2260346" y="1676400"/>
                    </a:lnTo>
                    <a:lnTo>
                      <a:pt x="2288666" y="1676400"/>
                    </a:lnTo>
                    <a:lnTo>
                      <a:pt x="2282825" y="1663700"/>
                    </a:lnTo>
                    <a:close/>
                  </a:path>
                  <a:path w="2534920" h="2159000">
                    <a:moveTo>
                      <a:pt x="2274316" y="1651000"/>
                    </a:moveTo>
                    <a:lnTo>
                      <a:pt x="2251582" y="1651000"/>
                    </a:lnTo>
                    <a:lnTo>
                      <a:pt x="2254377" y="1663700"/>
                    </a:lnTo>
                    <a:lnTo>
                      <a:pt x="2280157" y="1663700"/>
                    </a:lnTo>
                    <a:lnTo>
                      <a:pt x="2274316" y="1651000"/>
                    </a:lnTo>
                    <a:close/>
                  </a:path>
                  <a:path w="2534920" h="2159000">
                    <a:moveTo>
                      <a:pt x="2271649" y="1638300"/>
                    </a:moveTo>
                    <a:lnTo>
                      <a:pt x="2241804" y="1638300"/>
                    </a:lnTo>
                    <a:lnTo>
                      <a:pt x="2244725" y="1651000"/>
                    </a:lnTo>
                    <a:lnTo>
                      <a:pt x="2274442" y="1651000"/>
                    </a:lnTo>
                    <a:lnTo>
                      <a:pt x="2271649" y="1638300"/>
                    </a:lnTo>
                    <a:close/>
                  </a:path>
                  <a:path w="2534920" h="2159000">
                    <a:moveTo>
                      <a:pt x="2261869" y="1625600"/>
                    </a:moveTo>
                    <a:lnTo>
                      <a:pt x="2234311" y="1625600"/>
                    </a:lnTo>
                    <a:lnTo>
                      <a:pt x="2241930" y="1638300"/>
                    </a:lnTo>
                    <a:lnTo>
                      <a:pt x="2264791" y="1638300"/>
                    </a:lnTo>
                    <a:lnTo>
                      <a:pt x="2261869" y="1625600"/>
                    </a:lnTo>
                    <a:close/>
                  </a:path>
                  <a:path w="2534920" h="2159000">
                    <a:moveTo>
                      <a:pt x="2254250" y="1612900"/>
                    </a:moveTo>
                    <a:lnTo>
                      <a:pt x="2224151" y="1612900"/>
                    </a:lnTo>
                    <a:lnTo>
                      <a:pt x="2231390" y="1625600"/>
                    </a:lnTo>
                    <a:lnTo>
                      <a:pt x="2261742" y="1625600"/>
                    </a:lnTo>
                    <a:lnTo>
                      <a:pt x="2254250" y="1612900"/>
                    </a:lnTo>
                    <a:close/>
                  </a:path>
                  <a:path w="2534920" h="2159000">
                    <a:moveTo>
                      <a:pt x="2243581" y="1600200"/>
                    </a:moveTo>
                    <a:lnTo>
                      <a:pt x="2213610" y="1600200"/>
                    </a:lnTo>
                    <a:lnTo>
                      <a:pt x="2221229" y="1612900"/>
                    </a:lnTo>
                    <a:lnTo>
                      <a:pt x="2250693" y="1612900"/>
                    </a:lnTo>
                    <a:lnTo>
                      <a:pt x="2243581" y="1600200"/>
                    </a:lnTo>
                    <a:close/>
                  </a:path>
                  <a:path w="2534920" h="2159000">
                    <a:moveTo>
                      <a:pt x="2233167" y="1587500"/>
                    </a:moveTo>
                    <a:lnTo>
                      <a:pt x="2210054" y="1587500"/>
                    </a:lnTo>
                    <a:lnTo>
                      <a:pt x="2213355" y="1600200"/>
                    </a:lnTo>
                    <a:lnTo>
                      <a:pt x="2240661" y="1600200"/>
                    </a:lnTo>
                    <a:lnTo>
                      <a:pt x="2233167" y="1587500"/>
                    </a:lnTo>
                    <a:close/>
                  </a:path>
                  <a:path w="2534920" h="2159000">
                    <a:moveTo>
                      <a:pt x="2230247" y="1574800"/>
                    </a:moveTo>
                    <a:lnTo>
                      <a:pt x="2200275" y="1574800"/>
                    </a:lnTo>
                    <a:lnTo>
                      <a:pt x="2203196" y="1587500"/>
                    </a:lnTo>
                    <a:lnTo>
                      <a:pt x="2233549" y="1587500"/>
                    </a:lnTo>
                    <a:lnTo>
                      <a:pt x="2230247" y="1574800"/>
                    </a:lnTo>
                    <a:close/>
                  </a:path>
                  <a:path w="2534920" h="2159000">
                    <a:moveTo>
                      <a:pt x="2213737" y="1549400"/>
                    </a:moveTo>
                    <a:lnTo>
                      <a:pt x="2183384" y="1549400"/>
                    </a:lnTo>
                    <a:lnTo>
                      <a:pt x="2191004" y="1562100"/>
                    </a:lnTo>
                    <a:lnTo>
                      <a:pt x="2194305" y="1574800"/>
                    </a:lnTo>
                    <a:lnTo>
                      <a:pt x="2222754" y="1574800"/>
                    </a:lnTo>
                    <a:lnTo>
                      <a:pt x="2219832" y="1562100"/>
                    </a:lnTo>
                    <a:lnTo>
                      <a:pt x="2213737" y="1549400"/>
                    </a:lnTo>
                    <a:close/>
                  </a:path>
                  <a:path w="2534920" h="2159000">
                    <a:moveTo>
                      <a:pt x="2202941" y="1536700"/>
                    </a:moveTo>
                    <a:lnTo>
                      <a:pt x="2173351" y="1536700"/>
                    </a:lnTo>
                    <a:lnTo>
                      <a:pt x="2180590" y="1549400"/>
                    </a:lnTo>
                    <a:lnTo>
                      <a:pt x="2210435" y="1549400"/>
                    </a:lnTo>
                    <a:lnTo>
                      <a:pt x="2202941" y="1536700"/>
                    </a:lnTo>
                    <a:close/>
                  </a:path>
                  <a:path w="2534920" h="2159000">
                    <a:moveTo>
                      <a:pt x="2181987" y="1511300"/>
                    </a:moveTo>
                    <a:lnTo>
                      <a:pt x="2159380" y="1511300"/>
                    </a:lnTo>
                    <a:lnTo>
                      <a:pt x="2162302" y="1524000"/>
                    </a:lnTo>
                    <a:lnTo>
                      <a:pt x="2170556" y="1536700"/>
                    </a:lnTo>
                    <a:lnTo>
                      <a:pt x="2200021" y="1536700"/>
                    </a:lnTo>
                    <a:lnTo>
                      <a:pt x="2192781" y="1524000"/>
                    </a:lnTo>
                    <a:lnTo>
                      <a:pt x="2189861" y="1524000"/>
                    </a:lnTo>
                    <a:lnTo>
                      <a:pt x="2181987" y="1511300"/>
                    </a:lnTo>
                    <a:close/>
                  </a:path>
                  <a:path w="2534920" h="2159000">
                    <a:moveTo>
                      <a:pt x="2159380" y="1511300"/>
                    </a:moveTo>
                    <a:lnTo>
                      <a:pt x="2151888" y="1511300"/>
                    </a:lnTo>
                    <a:lnTo>
                      <a:pt x="2159762" y="1524000"/>
                    </a:lnTo>
                    <a:lnTo>
                      <a:pt x="2159380" y="1511300"/>
                    </a:lnTo>
                    <a:close/>
                  </a:path>
                  <a:path w="2534920" h="2159000">
                    <a:moveTo>
                      <a:pt x="2179447" y="1498600"/>
                    </a:moveTo>
                    <a:lnTo>
                      <a:pt x="2148840" y="1498600"/>
                    </a:lnTo>
                    <a:lnTo>
                      <a:pt x="2152141" y="1511300"/>
                    </a:lnTo>
                    <a:lnTo>
                      <a:pt x="2182241" y="1511300"/>
                    </a:lnTo>
                    <a:lnTo>
                      <a:pt x="2179447" y="1498600"/>
                    </a:lnTo>
                    <a:close/>
                  </a:path>
                  <a:path w="2534920" h="2159000">
                    <a:moveTo>
                      <a:pt x="2167636" y="1485900"/>
                    </a:moveTo>
                    <a:lnTo>
                      <a:pt x="2140712" y="1485900"/>
                    </a:lnTo>
                    <a:lnTo>
                      <a:pt x="2143125" y="1498600"/>
                    </a:lnTo>
                    <a:lnTo>
                      <a:pt x="2170938" y="1498600"/>
                    </a:lnTo>
                    <a:lnTo>
                      <a:pt x="2167636" y="1485900"/>
                    </a:lnTo>
                    <a:close/>
                  </a:path>
                  <a:path w="2534920" h="2159000">
                    <a:moveTo>
                      <a:pt x="2159889" y="1473200"/>
                    </a:moveTo>
                    <a:lnTo>
                      <a:pt x="2132203" y="1473200"/>
                    </a:lnTo>
                    <a:lnTo>
                      <a:pt x="2134997" y="1485900"/>
                    </a:lnTo>
                    <a:lnTo>
                      <a:pt x="2167763" y="1485900"/>
                    </a:lnTo>
                    <a:lnTo>
                      <a:pt x="2159889" y="1473200"/>
                    </a:lnTo>
                    <a:close/>
                  </a:path>
                  <a:path w="2534920" h="2159000">
                    <a:moveTo>
                      <a:pt x="2151126" y="1460500"/>
                    </a:moveTo>
                    <a:lnTo>
                      <a:pt x="2121535" y="1460500"/>
                    </a:lnTo>
                    <a:lnTo>
                      <a:pt x="2126106" y="1473200"/>
                    </a:lnTo>
                    <a:lnTo>
                      <a:pt x="2154047" y="1473200"/>
                    </a:lnTo>
                    <a:lnTo>
                      <a:pt x="2151126" y="1460500"/>
                    </a:lnTo>
                    <a:close/>
                  </a:path>
                  <a:path w="2534920" h="2159000">
                    <a:moveTo>
                      <a:pt x="2140204" y="1447800"/>
                    </a:moveTo>
                    <a:lnTo>
                      <a:pt x="2112517" y="1447800"/>
                    </a:lnTo>
                    <a:lnTo>
                      <a:pt x="2115185" y="1460500"/>
                    </a:lnTo>
                    <a:lnTo>
                      <a:pt x="2143760" y="1460500"/>
                    </a:lnTo>
                    <a:lnTo>
                      <a:pt x="2140204" y="1447800"/>
                    </a:lnTo>
                    <a:close/>
                  </a:path>
                  <a:path w="2534920" h="2159000">
                    <a:moveTo>
                      <a:pt x="2142743" y="1447800"/>
                    </a:moveTo>
                    <a:lnTo>
                      <a:pt x="2143760" y="1460500"/>
                    </a:lnTo>
                    <a:lnTo>
                      <a:pt x="2144903" y="1460500"/>
                    </a:lnTo>
                    <a:lnTo>
                      <a:pt x="2142743" y="1447800"/>
                    </a:lnTo>
                    <a:close/>
                  </a:path>
                  <a:path w="2534920" h="2159000">
                    <a:moveTo>
                      <a:pt x="2131314" y="1435100"/>
                    </a:moveTo>
                    <a:lnTo>
                      <a:pt x="2102104" y="1435100"/>
                    </a:lnTo>
                    <a:lnTo>
                      <a:pt x="2106041" y="1447800"/>
                    </a:lnTo>
                    <a:lnTo>
                      <a:pt x="2133473" y="1447800"/>
                    </a:lnTo>
                    <a:lnTo>
                      <a:pt x="2131314" y="1435100"/>
                    </a:lnTo>
                    <a:close/>
                  </a:path>
                  <a:path w="2534920" h="2159000">
                    <a:moveTo>
                      <a:pt x="2132838" y="1435100"/>
                    </a:moveTo>
                    <a:lnTo>
                      <a:pt x="2133473" y="1447800"/>
                    </a:lnTo>
                    <a:lnTo>
                      <a:pt x="2137917" y="1447800"/>
                    </a:lnTo>
                    <a:lnTo>
                      <a:pt x="2132838" y="1435100"/>
                    </a:lnTo>
                    <a:close/>
                  </a:path>
                  <a:path w="2534920" h="2159000">
                    <a:moveTo>
                      <a:pt x="2121407" y="1422400"/>
                    </a:moveTo>
                    <a:lnTo>
                      <a:pt x="2090292" y="1422400"/>
                    </a:lnTo>
                    <a:lnTo>
                      <a:pt x="2095627" y="1435100"/>
                    </a:lnTo>
                    <a:lnTo>
                      <a:pt x="2124710" y="1435100"/>
                    </a:lnTo>
                    <a:lnTo>
                      <a:pt x="2121407" y="1422400"/>
                    </a:lnTo>
                    <a:close/>
                  </a:path>
                  <a:path w="2534920" h="2159000">
                    <a:moveTo>
                      <a:pt x="2107438" y="1409700"/>
                    </a:moveTo>
                    <a:lnTo>
                      <a:pt x="2080005" y="1409700"/>
                    </a:lnTo>
                    <a:lnTo>
                      <a:pt x="2081529" y="1422400"/>
                    </a:lnTo>
                    <a:lnTo>
                      <a:pt x="2112772" y="1422400"/>
                    </a:lnTo>
                    <a:lnTo>
                      <a:pt x="2107438" y="1409700"/>
                    </a:lnTo>
                    <a:close/>
                  </a:path>
                  <a:path w="2534920" h="2159000">
                    <a:moveTo>
                      <a:pt x="2100706" y="1397000"/>
                    </a:moveTo>
                    <a:lnTo>
                      <a:pt x="2067432" y="1397000"/>
                    </a:lnTo>
                    <a:lnTo>
                      <a:pt x="2072513" y="1409700"/>
                    </a:lnTo>
                    <a:lnTo>
                      <a:pt x="2105787" y="1409700"/>
                    </a:lnTo>
                    <a:lnTo>
                      <a:pt x="2100706" y="1397000"/>
                    </a:lnTo>
                    <a:close/>
                  </a:path>
                  <a:path w="2534920" h="2159000">
                    <a:moveTo>
                      <a:pt x="2085593" y="1384300"/>
                    </a:moveTo>
                    <a:lnTo>
                      <a:pt x="2058797" y="1384300"/>
                    </a:lnTo>
                    <a:lnTo>
                      <a:pt x="2065274" y="1397000"/>
                    </a:lnTo>
                    <a:lnTo>
                      <a:pt x="2090674" y="1397000"/>
                    </a:lnTo>
                    <a:lnTo>
                      <a:pt x="2085593" y="1384300"/>
                    </a:lnTo>
                    <a:close/>
                  </a:path>
                  <a:path w="2534920" h="2159000">
                    <a:moveTo>
                      <a:pt x="2076196" y="1371600"/>
                    </a:moveTo>
                    <a:lnTo>
                      <a:pt x="2048510" y="1371600"/>
                    </a:lnTo>
                    <a:lnTo>
                      <a:pt x="2055114" y="1384300"/>
                    </a:lnTo>
                    <a:lnTo>
                      <a:pt x="2082673" y="1384300"/>
                    </a:lnTo>
                    <a:lnTo>
                      <a:pt x="2076196" y="1371600"/>
                    </a:lnTo>
                    <a:close/>
                  </a:path>
                  <a:path w="2534920" h="2159000">
                    <a:moveTo>
                      <a:pt x="2037841" y="1358900"/>
                    </a:moveTo>
                    <a:lnTo>
                      <a:pt x="2029460" y="1358900"/>
                    </a:lnTo>
                    <a:lnTo>
                      <a:pt x="2038350" y="1371600"/>
                    </a:lnTo>
                    <a:lnTo>
                      <a:pt x="2037841" y="1358900"/>
                    </a:lnTo>
                    <a:close/>
                  </a:path>
                  <a:path w="2534920" h="2159000">
                    <a:moveTo>
                      <a:pt x="2067305" y="1358900"/>
                    </a:moveTo>
                    <a:lnTo>
                      <a:pt x="2037841" y="1358900"/>
                    </a:lnTo>
                    <a:lnTo>
                      <a:pt x="2040763" y="1371600"/>
                    </a:lnTo>
                    <a:lnTo>
                      <a:pt x="2073402" y="1371600"/>
                    </a:lnTo>
                    <a:lnTo>
                      <a:pt x="2067305" y="1358900"/>
                    </a:lnTo>
                    <a:close/>
                  </a:path>
                  <a:path w="2534920" h="2159000">
                    <a:moveTo>
                      <a:pt x="2046604" y="1333500"/>
                    </a:moveTo>
                    <a:lnTo>
                      <a:pt x="2013203" y="1333500"/>
                    </a:lnTo>
                    <a:lnTo>
                      <a:pt x="2016760" y="1346200"/>
                    </a:lnTo>
                    <a:lnTo>
                      <a:pt x="2025396" y="1346200"/>
                    </a:lnTo>
                    <a:lnTo>
                      <a:pt x="2029714" y="1358900"/>
                    </a:lnTo>
                    <a:lnTo>
                      <a:pt x="2059051" y="1358900"/>
                    </a:lnTo>
                    <a:lnTo>
                      <a:pt x="2055622" y="1346200"/>
                    </a:lnTo>
                    <a:lnTo>
                      <a:pt x="2046604" y="1333500"/>
                    </a:lnTo>
                    <a:close/>
                  </a:path>
                  <a:path w="2534920" h="2159000">
                    <a:moveTo>
                      <a:pt x="2033651" y="1320800"/>
                    </a:moveTo>
                    <a:lnTo>
                      <a:pt x="2001265" y="1320800"/>
                    </a:lnTo>
                    <a:lnTo>
                      <a:pt x="2005202" y="1333500"/>
                    </a:lnTo>
                    <a:lnTo>
                      <a:pt x="2042667" y="1333500"/>
                    </a:lnTo>
                    <a:lnTo>
                      <a:pt x="2033651" y="1320800"/>
                    </a:lnTo>
                    <a:close/>
                  </a:path>
                  <a:path w="2534920" h="2159000">
                    <a:moveTo>
                      <a:pt x="2021839" y="1308100"/>
                    </a:moveTo>
                    <a:lnTo>
                      <a:pt x="1982977" y="1308100"/>
                    </a:lnTo>
                    <a:lnTo>
                      <a:pt x="1990471" y="1320800"/>
                    </a:lnTo>
                    <a:lnTo>
                      <a:pt x="2029714" y="1320800"/>
                    </a:lnTo>
                    <a:lnTo>
                      <a:pt x="2021839" y="1308100"/>
                    </a:lnTo>
                    <a:close/>
                  </a:path>
                  <a:path w="2534920" h="2159000">
                    <a:moveTo>
                      <a:pt x="2007742" y="1295400"/>
                    </a:moveTo>
                    <a:lnTo>
                      <a:pt x="1973326" y="1295400"/>
                    </a:lnTo>
                    <a:lnTo>
                      <a:pt x="1979802" y="1308100"/>
                    </a:lnTo>
                    <a:lnTo>
                      <a:pt x="2011044" y="1308100"/>
                    </a:lnTo>
                    <a:lnTo>
                      <a:pt x="2007742" y="1295400"/>
                    </a:lnTo>
                    <a:close/>
                  </a:path>
                  <a:path w="2534920" h="2159000">
                    <a:moveTo>
                      <a:pt x="1997328" y="1282700"/>
                    </a:moveTo>
                    <a:lnTo>
                      <a:pt x="1962150" y="1282700"/>
                    </a:lnTo>
                    <a:lnTo>
                      <a:pt x="1970404" y="1295400"/>
                    </a:lnTo>
                    <a:lnTo>
                      <a:pt x="2000630" y="1295400"/>
                    </a:lnTo>
                    <a:lnTo>
                      <a:pt x="1997328" y="1282700"/>
                    </a:lnTo>
                    <a:close/>
                  </a:path>
                  <a:path w="2534920" h="2159000">
                    <a:moveTo>
                      <a:pt x="1979294" y="1270000"/>
                    </a:moveTo>
                    <a:lnTo>
                      <a:pt x="1950212" y="1270000"/>
                    </a:lnTo>
                    <a:lnTo>
                      <a:pt x="1958466" y="1282700"/>
                    </a:lnTo>
                    <a:lnTo>
                      <a:pt x="1987550" y="1282700"/>
                    </a:lnTo>
                    <a:lnTo>
                      <a:pt x="1979294" y="1270000"/>
                    </a:lnTo>
                    <a:close/>
                  </a:path>
                  <a:path w="2534920" h="2159000">
                    <a:moveTo>
                      <a:pt x="1975612" y="1257300"/>
                    </a:moveTo>
                    <a:lnTo>
                      <a:pt x="1940560" y="1257300"/>
                    </a:lnTo>
                    <a:lnTo>
                      <a:pt x="1947164" y="1270000"/>
                    </a:lnTo>
                    <a:lnTo>
                      <a:pt x="1976374" y="1270000"/>
                    </a:lnTo>
                    <a:lnTo>
                      <a:pt x="1975612" y="1257300"/>
                    </a:lnTo>
                    <a:close/>
                  </a:path>
                  <a:path w="2534920" h="2159000">
                    <a:moveTo>
                      <a:pt x="1964563" y="1244600"/>
                    </a:moveTo>
                    <a:lnTo>
                      <a:pt x="1927732" y="1244600"/>
                    </a:lnTo>
                    <a:lnTo>
                      <a:pt x="1937257" y="1257300"/>
                    </a:lnTo>
                    <a:lnTo>
                      <a:pt x="1967864" y="1257300"/>
                    </a:lnTo>
                    <a:lnTo>
                      <a:pt x="1964563" y="1244600"/>
                    </a:lnTo>
                    <a:close/>
                  </a:path>
                  <a:path w="2534920" h="2159000">
                    <a:moveTo>
                      <a:pt x="1944497" y="1231900"/>
                    </a:moveTo>
                    <a:lnTo>
                      <a:pt x="1916049" y="1231900"/>
                    </a:lnTo>
                    <a:lnTo>
                      <a:pt x="1923923" y="1244600"/>
                    </a:lnTo>
                    <a:lnTo>
                      <a:pt x="1953894" y="1244600"/>
                    </a:lnTo>
                    <a:lnTo>
                      <a:pt x="1944497" y="1231900"/>
                    </a:lnTo>
                    <a:close/>
                  </a:path>
                  <a:path w="2534920" h="2159000">
                    <a:moveTo>
                      <a:pt x="1933193" y="1219200"/>
                    </a:moveTo>
                    <a:lnTo>
                      <a:pt x="1902332" y="1219200"/>
                    </a:lnTo>
                    <a:lnTo>
                      <a:pt x="1912365" y="1231900"/>
                    </a:lnTo>
                    <a:lnTo>
                      <a:pt x="1941067" y="1231900"/>
                    </a:lnTo>
                    <a:lnTo>
                      <a:pt x="1933193" y="1219200"/>
                    </a:lnTo>
                    <a:close/>
                  </a:path>
                  <a:path w="2534920" h="2159000">
                    <a:moveTo>
                      <a:pt x="1923923" y="1206500"/>
                    </a:moveTo>
                    <a:lnTo>
                      <a:pt x="1893062" y="1206500"/>
                    </a:lnTo>
                    <a:lnTo>
                      <a:pt x="1902078" y="1219200"/>
                    </a:lnTo>
                    <a:lnTo>
                      <a:pt x="1930400" y="1219200"/>
                    </a:lnTo>
                    <a:lnTo>
                      <a:pt x="1923923" y="1206500"/>
                    </a:lnTo>
                    <a:close/>
                  </a:path>
                  <a:path w="2534920" h="2159000">
                    <a:moveTo>
                      <a:pt x="1911477" y="1193800"/>
                    </a:moveTo>
                    <a:lnTo>
                      <a:pt x="1881251" y="1193800"/>
                    </a:lnTo>
                    <a:lnTo>
                      <a:pt x="1889252" y="1206500"/>
                    </a:lnTo>
                    <a:lnTo>
                      <a:pt x="1920493" y="1206500"/>
                    </a:lnTo>
                    <a:lnTo>
                      <a:pt x="1911477" y="1193800"/>
                    </a:lnTo>
                    <a:close/>
                  </a:path>
                  <a:path w="2534920" h="2159000">
                    <a:moveTo>
                      <a:pt x="1906524" y="1181100"/>
                    </a:moveTo>
                    <a:lnTo>
                      <a:pt x="1871090" y="1181100"/>
                    </a:lnTo>
                    <a:lnTo>
                      <a:pt x="1878584" y="1193800"/>
                    </a:lnTo>
                    <a:lnTo>
                      <a:pt x="1910841" y="1193800"/>
                    </a:lnTo>
                    <a:lnTo>
                      <a:pt x="1906524" y="1181100"/>
                    </a:lnTo>
                    <a:close/>
                  </a:path>
                  <a:path w="2534920" h="2159000">
                    <a:moveTo>
                      <a:pt x="1894204" y="1168400"/>
                    </a:moveTo>
                    <a:lnTo>
                      <a:pt x="1859406" y="1168400"/>
                    </a:lnTo>
                    <a:lnTo>
                      <a:pt x="1868042" y="1181100"/>
                    </a:lnTo>
                    <a:lnTo>
                      <a:pt x="1897761" y="1181100"/>
                    </a:lnTo>
                    <a:lnTo>
                      <a:pt x="1894204" y="1168400"/>
                    </a:lnTo>
                    <a:close/>
                  </a:path>
                  <a:path w="2534920" h="2159000">
                    <a:moveTo>
                      <a:pt x="1883537" y="1155700"/>
                    </a:moveTo>
                    <a:lnTo>
                      <a:pt x="1841627" y="1155700"/>
                    </a:lnTo>
                    <a:lnTo>
                      <a:pt x="1847468" y="1168400"/>
                    </a:lnTo>
                    <a:lnTo>
                      <a:pt x="1887092" y="1168400"/>
                    </a:lnTo>
                    <a:lnTo>
                      <a:pt x="1883537" y="1155700"/>
                    </a:lnTo>
                    <a:close/>
                  </a:path>
                  <a:path w="2534920" h="2159000">
                    <a:moveTo>
                      <a:pt x="1864360" y="1143000"/>
                    </a:moveTo>
                    <a:lnTo>
                      <a:pt x="1828164" y="1143000"/>
                    </a:lnTo>
                    <a:lnTo>
                      <a:pt x="1828673" y="1155700"/>
                    </a:lnTo>
                    <a:lnTo>
                      <a:pt x="1870455" y="1155700"/>
                    </a:lnTo>
                    <a:lnTo>
                      <a:pt x="1864360" y="1143000"/>
                    </a:lnTo>
                    <a:close/>
                  </a:path>
                  <a:path w="2534920" h="2159000">
                    <a:moveTo>
                      <a:pt x="1845437" y="1130300"/>
                    </a:moveTo>
                    <a:lnTo>
                      <a:pt x="1813432" y="1130300"/>
                    </a:lnTo>
                    <a:lnTo>
                      <a:pt x="1818131" y="1143000"/>
                    </a:lnTo>
                    <a:lnTo>
                      <a:pt x="1852294" y="1143000"/>
                    </a:lnTo>
                    <a:lnTo>
                      <a:pt x="1845437" y="1130300"/>
                    </a:lnTo>
                    <a:close/>
                  </a:path>
                  <a:path w="2534920" h="2159000">
                    <a:moveTo>
                      <a:pt x="1834514" y="1117600"/>
                    </a:moveTo>
                    <a:lnTo>
                      <a:pt x="1800352" y="1117600"/>
                    </a:lnTo>
                    <a:lnTo>
                      <a:pt x="1806193" y="1130300"/>
                    </a:lnTo>
                    <a:lnTo>
                      <a:pt x="1837054" y="1130300"/>
                    </a:lnTo>
                    <a:lnTo>
                      <a:pt x="1834514" y="1117600"/>
                    </a:lnTo>
                    <a:close/>
                  </a:path>
                  <a:path w="2534920" h="2159000">
                    <a:moveTo>
                      <a:pt x="1822068" y="1104900"/>
                    </a:moveTo>
                    <a:lnTo>
                      <a:pt x="1786001" y="1104900"/>
                    </a:lnTo>
                    <a:lnTo>
                      <a:pt x="1790700" y="1117600"/>
                    </a:lnTo>
                    <a:lnTo>
                      <a:pt x="1822957" y="1117600"/>
                    </a:lnTo>
                    <a:lnTo>
                      <a:pt x="1822068" y="1104900"/>
                    </a:lnTo>
                    <a:close/>
                  </a:path>
                  <a:path w="2534920" h="2159000">
                    <a:moveTo>
                      <a:pt x="1808606" y="1092200"/>
                    </a:moveTo>
                    <a:lnTo>
                      <a:pt x="1771268" y="1092200"/>
                    </a:lnTo>
                    <a:lnTo>
                      <a:pt x="1776729" y="1104900"/>
                    </a:lnTo>
                    <a:lnTo>
                      <a:pt x="1813687" y="1104900"/>
                    </a:lnTo>
                    <a:lnTo>
                      <a:pt x="1808606" y="1092200"/>
                    </a:lnTo>
                    <a:close/>
                  </a:path>
                  <a:path w="2534920" h="2159000">
                    <a:moveTo>
                      <a:pt x="1794255" y="1079500"/>
                    </a:moveTo>
                    <a:lnTo>
                      <a:pt x="1753107" y="1079500"/>
                    </a:lnTo>
                    <a:lnTo>
                      <a:pt x="1761743" y="1092200"/>
                    </a:lnTo>
                    <a:lnTo>
                      <a:pt x="1799716" y="1092200"/>
                    </a:lnTo>
                    <a:lnTo>
                      <a:pt x="1794255" y="1079500"/>
                    </a:lnTo>
                    <a:close/>
                  </a:path>
                  <a:path w="2534920" h="2159000">
                    <a:moveTo>
                      <a:pt x="1781048" y="1066800"/>
                    </a:moveTo>
                    <a:lnTo>
                      <a:pt x="1740280" y="1066800"/>
                    </a:lnTo>
                    <a:lnTo>
                      <a:pt x="1744599" y="1079500"/>
                    </a:lnTo>
                    <a:lnTo>
                      <a:pt x="1786889" y="1079500"/>
                    </a:lnTo>
                    <a:lnTo>
                      <a:pt x="1781048" y="1066800"/>
                    </a:lnTo>
                    <a:close/>
                  </a:path>
                  <a:path w="2534920" h="2159000">
                    <a:moveTo>
                      <a:pt x="1763394" y="1054100"/>
                    </a:moveTo>
                    <a:lnTo>
                      <a:pt x="1712594" y="1054100"/>
                    </a:lnTo>
                    <a:lnTo>
                      <a:pt x="1724787" y="1066800"/>
                    </a:lnTo>
                    <a:lnTo>
                      <a:pt x="1767204" y="1066800"/>
                    </a:lnTo>
                    <a:lnTo>
                      <a:pt x="1763394" y="1054100"/>
                    </a:lnTo>
                    <a:close/>
                  </a:path>
                  <a:path w="2534920" h="2159000">
                    <a:moveTo>
                      <a:pt x="1740789" y="1041400"/>
                    </a:moveTo>
                    <a:lnTo>
                      <a:pt x="1695957" y="1041400"/>
                    </a:lnTo>
                    <a:lnTo>
                      <a:pt x="1707134" y="1054100"/>
                    </a:lnTo>
                    <a:lnTo>
                      <a:pt x="1748663" y="1054100"/>
                    </a:lnTo>
                    <a:lnTo>
                      <a:pt x="1740789" y="1041400"/>
                    </a:lnTo>
                    <a:close/>
                  </a:path>
                  <a:path w="2534920" h="2159000">
                    <a:moveTo>
                      <a:pt x="1720341" y="1028700"/>
                    </a:moveTo>
                    <a:lnTo>
                      <a:pt x="1682114" y="1028700"/>
                    </a:lnTo>
                    <a:lnTo>
                      <a:pt x="1690751" y="1041400"/>
                    </a:lnTo>
                    <a:lnTo>
                      <a:pt x="1725422" y="1041400"/>
                    </a:lnTo>
                    <a:lnTo>
                      <a:pt x="1720341" y="1028700"/>
                    </a:lnTo>
                    <a:close/>
                  </a:path>
                  <a:path w="2534920" h="2159000">
                    <a:moveTo>
                      <a:pt x="1703704" y="1016000"/>
                    </a:moveTo>
                    <a:lnTo>
                      <a:pt x="1664080" y="1016000"/>
                    </a:lnTo>
                    <a:lnTo>
                      <a:pt x="1676653" y="1028700"/>
                    </a:lnTo>
                    <a:lnTo>
                      <a:pt x="1708785" y="1028700"/>
                    </a:lnTo>
                    <a:lnTo>
                      <a:pt x="1703704" y="1016000"/>
                    </a:lnTo>
                    <a:close/>
                  </a:path>
                  <a:path w="2534920" h="2159000">
                    <a:moveTo>
                      <a:pt x="1678177" y="1003300"/>
                    </a:moveTo>
                    <a:lnTo>
                      <a:pt x="1645792" y="1003300"/>
                    </a:lnTo>
                    <a:lnTo>
                      <a:pt x="1658112" y="1016000"/>
                    </a:lnTo>
                    <a:lnTo>
                      <a:pt x="1690751" y="1016000"/>
                    </a:lnTo>
                    <a:lnTo>
                      <a:pt x="1678177" y="1003300"/>
                    </a:lnTo>
                    <a:close/>
                  </a:path>
                  <a:path w="2534920" h="2159000">
                    <a:moveTo>
                      <a:pt x="1660525" y="990600"/>
                    </a:moveTo>
                    <a:lnTo>
                      <a:pt x="1630426" y="990600"/>
                    </a:lnTo>
                    <a:lnTo>
                      <a:pt x="1641221" y="1003300"/>
                    </a:lnTo>
                    <a:lnTo>
                      <a:pt x="1672716" y="1003300"/>
                    </a:lnTo>
                    <a:lnTo>
                      <a:pt x="1660525" y="990600"/>
                    </a:lnTo>
                    <a:close/>
                  </a:path>
                  <a:path w="2534920" h="2159000">
                    <a:moveTo>
                      <a:pt x="1656461" y="977900"/>
                    </a:moveTo>
                    <a:lnTo>
                      <a:pt x="1613662" y="977900"/>
                    </a:lnTo>
                    <a:lnTo>
                      <a:pt x="1625853" y="990600"/>
                    </a:lnTo>
                    <a:lnTo>
                      <a:pt x="1660905" y="990600"/>
                    </a:lnTo>
                    <a:lnTo>
                      <a:pt x="1656461" y="977900"/>
                    </a:lnTo>
                    <a:close/>
                  </a:path>
                  <a:path w="2534920" h="2159000">
                    <a:moveTo>
                      <a:pt x="1624964" y="952500"/>
                    </a:moveTo>
                    <a:lnTo>
                      <a:pt x="1593468" y="952500"/>
                    </a:lnTo>
                    <a:lnTo>
                      <a:pt x="1598422" y="965200"/>
                    </a:lnTo>
                    <a:lnTo>
                      <a:pt x="1609216" y="977900"/>
                    </a:lnTo>
                    <a:lnTo>
                      <a:pt x="1646174" y="977900"/>
                    </a:lnTo>
                    <a:lnTo>
                      <a:pt x="1641475" y="965200"/>
                    </a:lnTo>
                    <a:lnTo>
                      <a:pt x="1629282" y="965200"/>
                    </a:lnTo>
                    <a:lnTo>
                      <a:pt x="1624964" y="952500"/>
                    </a:lnTo>
                    <a:close/>
                  </a:path>
                  <a:path w="2534920" h="2159000">
                    <a:moveTo>
                      <a:pt x="1597914" y="927100"/>
                    </a:moveTo>
                    <a:lnTo>
                      <a:pt x="1565402" y="927100"/>
                    </a:lnTo>
                    <a:lnTo>
                      <a:pt x="1577721" y="939800"/>
                    </a:lnTo>
                    <a:lnTo>
                      <a:pt x="1582419" y="952500"/>
                    </a:lnTo>
                    <a:lnTo>
                      <a:pt x="1624329" y="952500"/>
                    </a:lnTo>
                    <a:lnTo>
                      <a:pt x="1613535" y="939800"/>
                    </a:lnTo>
                    <a:lnTo>
                      <a:pt x="1608709" y="939800"/>
                    </a:lnTo>
                    <a:lnTo>
                      <a:pt x="1597914" y="927100"/>
                    </a:lnTo>
                    <a:close/>
                  </a:path>
                  <a:path w="2534920" h="2159000">
                    <a:moveTo>
                      <a:pt x="1581150" y="914400"/>
                    </a:moveTo>
                    <a:lnTo>
                      <a:pt x="1549653" y="914400"/>
                    </a:lnTo>
                    <a:lnTo>
                      <a:pt x="1560449" y="927100"/>
                    </a:lnTo>
                    <a:lnTo>
                      <a:pt x="1593341" y="927100"/>
                    </a:lnTo>
                    <a:lnTo>
                      <a:pt x="1581150" y="914400"/>
                    </a:lnTo>
                    <a:close/>
                  </a:path>
                  <a:path w="2534920" h="2159000">
                    <a:moveTo>
                      <a:pt x="1565148" y="901700"/>
                    </a:moveTo>
                    <a:lnTo>
                      <a:pt x="1531492" y="901700"/>
                    </a:lnTo>
                    <a:lnTo>
                      <a:pt x="1536573" y="914400"/>
                    </a:lnTo>
                    <a:lnTo>
                      <a:pt x="1575942" y="914400"/>
                    </a:lnTo>
                    <a:lnTo>
                      <a:pt x="1565148" y="901700"/>
                    </a:lnTo>
                    <a:close/>
                  </a:path>
                  <a:path w="2534920" h="2159000">
                    <a:moveTo>
                      <a:pt x="1550797" y="889000"/>
                    </a:moveTo>
                    <a:lnTo>
                      <a:pt x="1514982" y="889000"/>
                    </a:lnTo>
                    <a:lnTo>
                      <a:pt x="1520063" y="901700"/>
                    </a:lnTo>
                    <a:lnTo>
                      <a:pt x="1560067" y="901700"/>
                    </a:lnTo>
                    <a:lnTo>
                      <a:pt x="1550797" y="889000"/>
                    </a:lnTo>
                    <a:close/>
                  </a:path>
                  <a:path w="2534920" h="2159000">
                    <a:moveTo>
                      <a:pt x="1534540" y="876300"/>
                    </a:moveTo>
                    <a:lnTo>
                      <a:pt x="1500631" y="876300"/>
                    </a:lnTo>
                    <a:lnTo>
                      <a:pt x="1505712" y="889000"/>
                    </a:lnTo>
                    <a:lnTo>
                      <a:pt x="1545716" y="889000"/>
                    </a:lnTo>
                    <a:lnTo>
                      <a:pt x="1534540" y="876300"/>
                    </a:lnTo>
                    <a:close/>
                  </a:path>
                  <a:path w="2534920" h="2159000">
                    <a:moveTo>
                      <a:pt x="1519301" y="863600"/>
                    </a:moveTo>
                    <a:lnTo>
                      <a:pt x="1482343" y="863600"/>
                    </a:lnTo>
                    <a:lnTo>
                      <a:pt x="1488439" y="876300"/>
                    </a:lnTo>
                    <a:lnTo>
                      <a:pt x="1529461" y="876300"/>
                    </a:lnTo>
                    <a:lnTo>
                      <a:pt x="1519301" y="863600"/>
                    </a:lnTo>
                    <a:close/>
                  </a:path>
                  <a:path w="2534920" h="2159000">
                    <a:moveTo>
                      <a:pt x="1501902" y="850900"/>
                    </a:moveTo>
                    <a:lnTo>
                      <a:pt x="1467865" y="850900"/>
                    </a:lnTo>
                    <a:lnTo>
                      <a:pt x="1482216" y="863600"/>
                    </a:lnTo>
                    <a:lnTo>
                      <a:pt x="1514221" y="863600"/>
                    </a:lnTo>
                    <a:lnTo>
                      <a:pt x="1501902" y="850900"/>
                    </a:lnTo>
                    <a:close/>
                  </a:path>
                  <a:path w="2534920" h="2159000">
                    <a:moveTo>
                      <a:pt x="1481327" y="838200"/>
                    </a:moveTo>
                    <a:lnTo>
                      <a:pt x="1450593" y="838200"/>
                    </a:lnTo>
                    <a:lnTo>
                      <a:pt x="1462404" y="850900"/>
                    </a:lnTo>
                    <a:lnTo>
                      <a:pt x="1495805" y="850900"/>
                    </a:lnTo>
                    <a:lnTo>
                      <a:pt x="1481327" y="838200"/>
                    </a:lnTo>
                    <a:close/>
                  </a:path>
                  <a:path w="2534920" h="2159000">
                    <a:moveTo>
                      <a:pt x="1464817" y="825500"/>
                    </a:moveTo>
                    <a:lnTo>
                      <a:pt x="1428496" y="825500"/>
                    </a:lnTo>
                    <a:lnTo>
                      <a:pt x="1445894" y="838200"/>
                    </a:lnTo>
                    <a:lnTo>
                      <a:pt x="1476628" y="838200"/>
                    </a:lnTo>
                    <a:lnTo>
                      <a:pt x="1464817" y="825500"/>
                    </a:lnTo>
                    <a:close/>
                  </a:path>
                  <a:path w="2534920" h="2159000">
                    <a:moveTo>
                      <a:pt x="1447546" y="812800"/>
                    </a:moveTo>
                    <a:lnTo>
                      <a:pt x="1414779" y="812800"/>
                    </a:lnTo>
                    <a:lnTo>
                      <a:pt x="1428750" y="825500"/>
                    </a:lnTo>
                    <a:lnTo>
                      <a:pt x="1459356" y="825500"/>
                    </a:lnTo>
                    <a:lnTo>
                      <a:pt x="1447546" y="812800"/>
                    </a:lnTo>
                    <a:close/>
                  </a:path>
                  <a:path w="2534920" h="2159000">
                    <a:moveTo>
                      <a:pt x="1427861" y="800100"/>
                    </a:moveTo>
                    <a:lnTo>
                      <a:pt x="1396746" y="800100"/>
                    </a:lnTo>
                    <a:lnTo>
                      <a:pt x="1415034" y="812800"/>
                    </a:lnTo>
                    <a:lnTo>
                      <a:pt x="1441957" y="812800"/>
                    </a:lnTo>
                    <a:lnTo>
                      <a:pt x="1427861" y="800100"/>
                    </a:lnTo>
                    <a:close/>
                  </a:path>
                  <a:path w="2534920" h="2159000">
                    <a:moveTo>
                      <a:pt x="1409191" y="787400"/>
                    </a:moveTo>
                    <a:lnTo>
                      <a:pt x="1376172" y="787400"/>
                    </a:lnTo>
                    <a:lnTo>
                      <a:pt x="1381125" y="800100"/>
                    </a:lnTo>
                    <a:lnTo>
                      <a:pt x="1421511" y="800100"/>
                    </a:lnTo>
                    <a:lnTo>
                      <a:pt x="1409191" y="787400"/>
                    </a:lnTo>
                    <a:close/>
                  </a:path>
                  <a:path w="2534920" h="2159000">
                    <a:moveTo>
                      <a:pt x="1394332" y="774700"/>
                    </a:moveTo>
                    <a:lnTo>
                      <a:pt x="1358773" y="774700"/>
                    </a:lnTo>
                    <a:lnTo>
                      <a:pt x="1363726" y="787400"/>
                    </a:lnTo>
                    <a:lnTo>
                      <a:pt x="1404365" y="787400"/>
                    </a:lnTo>
                    <a:lnTo>
                      <a:pt x="1394332" y="774700"/>
                    </a:lnTo>
                    <a:close/>
                  </a:path>
                  <a:path w="2534920" h="2159000">
                    <a:moveTo>
                      <a:pt x="1377314" y="762000"/>
                    </a:moveTo>
                    <a:lnTo>
                      <a:pt x="1339977" y="762000"/>
                    </a:lnTo>
                    <a:lnTo>
                      <a:pt x="1345438" y="774700"/>
                    </a:lnTo>
                    <a:lnTo>
                      <a:pt x="1389126" y="774700"/>
                    </a:lnTo>
                    <a:lnTo>
                      <a:pt x="1377314" y="762000"/>
                    </a:lnTo>
                    <a:close/>
                  </a:path>
                  <a:path w="2534920" h="2159000">
                    <a:moveTo>
                      <a:pt x="1359153" y="749300"/>
                    </a:moveTo>
                    <a:lnTo>
                      <a:pt x="1324482" y="749300"/>
                    </a:lnTo>
                    <a:lnTo>
                      <a:pt x="1329181" y="762000"/>
                    </a:lnTo>
                    <a:lnTo>
                      <a:pt x="1372489" y="762000"/>
                    </a:lnTo>
                    <a:lnTo>
                      <a:pt x="1359153" y="749300"/>
                    </a:lnTo>
                    <a:close/>
                  </a:path>
                  <a:path w="2534920" h="2159000">
                    <a:moveTo>
                      <a:pt x="1342136" y="736600"/>
                    </a:moveTo>
                    <a:lnTo>
                      <a:pt x="1297304" y="736600"/>
                    </a:lnTo>
                    <a:lnTo>
                      <a:pt x="1309624" y="749300"/>
                    </a:lnTo>
                    <a:lnTo>
                      <a:pt x="1353692" y="749300"/>
                    </a:lnTo>
                    <a:lnTo>
                      <a:pt x="1342136" y="736600"/>
                    </a:lnTo>
                    <a:close/>
                  </a:path>
                  <a:path w="2534920" h="2159000">
                    <a:moveTo>
                      <a:pt x="1328419" y="723900"/>
                    </a:moveTo>
                    <a:lnTo>
                      <a:pt x="1291971" y="723900"/>
                    </a:lnTo>
                    <a:lnTo>
                      <a:pt x="1292098" y="736600"/>
                    </a:lnTo>
                    <a:lnTo>
                      <a:pt x="1337817" y="736600"/>
                    </a:lnTo>
                    <a:lnTo>
                      <a:pt x="1328419" y="723900"/>
                    </a:lnTo>
                    <a:close/>
                  </a:path>
                  <a:path w="2534920" h="2159000">
                    <a:moveTo>
                      <a:pt x="1311275" y="711200"/>
                    </a:moveTo>
                    <a:lnTo>
                      <a:pt x="1267078" y="711200"/>
                    </a:lnTo>
                    <a:lnTo>
                      <a:pt x="1277619" y="723900"/>
                    </a:lnTo>
                    <a:lnTo>
                      <a:pt x="1323593" y="723900"/>
                    </a:lnTo>
                    <a:lnTo>
                      <a:pt x="1311275" y="711200"/>
                    </a:lnTo>
                    <a:close/>
                  </a:path>
                  <a:path w="2534920" h="2159000">
                    <a:moveTo>
                      <a:pt x="1295400" y="698500"/>
                    </a:moveTo>
                    <a:lnTo>
                      <a:pt x="1251585" y="698500"/>
                    </a:lnTo>
                    <a:lnTo>
                      <a:pt x="1262252" y="711200"/>
                    </a:lnTo>
                    <a:lnTo>
                      <a:pt x="1305940" y="711200"/>
                    </a:lnTo>
                    <a:lnTo>
                      <a:pt x="1295400" y="698500"/>
                    </a:lnTo>
                    <a:close/>
                  </a:path>
                  <a:path w="2534920" h="2159000">
                    <a:moveTo>
                      <a:pt x="1276350" y="685800"/>
                    </a:moveTo>
                    <a:lnTo>
                      <a:pt x="1238377" y="685800"/>
                    </a:lnTo>
                    <a:lnTo>
                      <a:pt x="1248410" y="698500"/>
                    </a:lnTo>
                    <a:lnTo>
                      <a:pt x="1291463" y="698500"/>
                    </a:lnTo>
                    <a:lnTo>
                      <a:pt x="1276350" y="685800"/>
                    </a:lnTo>
                    <a:close/>
                  </a:path>
                  <a:path w="2534920" h="2159000">
                    <a:moveTo>
                      <a:pt x="1263396" y="673100"/>
                    </a:moveTo>
                    <a:lnTo>
                      <a:pt x="1218184" y="673100"/>
                    </a:lnTo>
                    <a:lnTo>
                      <a:pt x="1228216" y="685800"/>
                    </a:lnTo>
                    <a:lnTo>
                      <a:pt x="1266952" y="685800"/>
                    </a:lnTo>
                    <a:lnTo>
                      <a:pt x="1263396" y="673100"/>
                    </a:lnTo>
                    <a:close/>
                  </a:path>
                  <a:path w="2534920" h="2159000">
                    <a:moveTo>
                      <a:pt x="1242694" y="660400"/>
                    </a:moveTo>
                    <a:lnTo>
                      <a:pt x="1205991" y="660400"/>
                    </a:lnTo>
                    <a:lnTo>
                      <a:pt x="1218564" y="673100"/>
                    </a:lnTo>
                    <a:lnTo>
                      <a:pt x="1252727" y="673100"/>
                    </a:lnTo>
                    <a:lnTo>
                      <a:pt x="1242694" y="660400"/>
                    </a:lnTo>
                    <a:close/>
                  </a:path>
                  <a:path w="2534920" h="2159000">
                    <a:moveTo>
                      <a:pt x="1232789" y="647700"/>
                    </a:moveTo>
                    <a:lnTo>
                      <a:pt x="1191514" y="647700"/>
                    </a:lnTo>
                    <a:lnTo>
                      <a:pt x="1200912" y="660400"/>
                    </a:lnTo>
                    <a:lnTo>
                      <a:pt x="1242822" y="660400"/>
                    </a:lnTo>
                    <a:lnTo>
                      <a:pt x="1232789" y="647700"/>
                    </a:lnTo>
                    <a:close/>
                  </a:path>
                  <a:path w="2534920" h="2159000">
                    <a:moveTo>
                      <a:pt x="1213865" y="635000"/>
                    </a:moveTo>
                    <a:lnTo>
                      <a:pt x="1173734" y="635000"/>
                    </a:lnTo>
                    <a:lnTo>
                      <a:pt x="1178432" y="647700"/>
                    </a:lnTo>
                    <a:lnTo>
                      <a:pt x="1219200" y="647700"/>
                    </a:lnTo>
                    <a:lnTo>
                      <a:pt x="1213865" y="635000"/>
                    </a:lnTo>
                    <a:close/>
                  </a:path>
                  <a:path w="2534920" h="2159000">
                    <a:moveTo>
                      <a:pt x="1154176" y="622300"/>
                    </a:moveTo>
                    <a:lnTo>
                      <a:pt x="1145031" y="622300"/>
                    </a:lnTo>
                    <a:lnTo>
                      <a:pt x="1154429" y="635000"/>
                    </a:lnTo>
                    <a:lnTo>
                      <a:pt x="1154176" y="622300"/>
                    </a:lnTo>
                    <a:close/>
                  </a:path>
                  <a:path w="2534920" h="2159000">
                    <a:moveTo>
                      <a:pt x="1190625" y="622300"/>
                    </a:moveTo>
                    <a:lnTo>
                      <a:pt x="1154176" y="622300"/>
                    </a:lnTo>
                    <a:lnTo>
                      <a:pt x="1158875" y="635000"/>
                    </a:lnTo>
                    <a:lnTo>
                      <a:pt x="1199641" y="635000"/>
                    </a:lnTo>
                    <a:lnTo>
                      <a:pt x="1190625" y="622300"/>
                    </a:lnTo>
                    <a:close/>
                  </a:path>
                  <a:path w="2534920" h="2159000">
                    <a:moveTo>
                      <a:pt x="1171575" y="609600"/>
                    </a:moveTo>
                    <a:lnTo>
                      <a:pt x="1131189" y="609600"/>
                    </a:lnTo>
                    <a:lnTo>
                      <a:pt x="1140840" y="622300"/>
                    </a:lnTo>
                    <a:lnTo>
                      <a:pt x="1178814" y="622300"/>
                    </a:lnTo>
                    <a:lnTo>
                      <a:pt x="1171575" y="609600"/>
                    </a:lnTo>
                    <a:close/>
                  </a:path>
                  <a:path w="2534920" h="2159000">
                    <a:moveTo>
                      <a:pt x="1153414" y="596900"/>
                    </a:moveTo>
                    <a:lnTo>
                      <a:pt x="1113536" y="596900"/>
                    </a:lnTo>
                    <a:lnTo>
                      <a:pt x="1126109" y="609600"/>
                    </a:lnTo>
                    <a:lnTo>
                      <a:pt x="1157731" y="609600"/>
                    </a:lnTo>
                    <a:lnTo>
                      <a:pt x="1153414" y="596900"/>
                    </a:lnTo>
                    <a:close/>
                  </a:path>
                  <a:path w="2534920" h="2159000">
                    <a:moveTo>
                      <a:pt x="1126489" y="584200"/>
                    </a:moveTo>
                    <a:lnTo>
                      <a:pt x="1093851" y="584200"/>
                    </a:lnTo>
                    <a:lnTo>
                      <a:pt x="1098168" y="596900"/>
                    </a:lnTo>
                    <a:lnTo>
                      <a:pt x="1139063" y="596900"/>
                    </a:lnTo>
                    <a:lnTo>
                      <a:pt x="1126489" y="584200"/>
                    </a:lnTo>
                    <a:close/>
                  </a:path>
                  <a:path w="2534920" h="2159000">
                    <a:moveTo>
                      <a:pt x="1110996" y="571500"/>
                    </a:moveTo>
                    <a:lnTo>
                      <a:pt x="1070102" y="571500"/>
                    </a:lnTo>
                    <a:lnTo>
                      <a:pt x="1079880" y="584200"/>
                    </a:lnTo>
                    <a:lnTo>
                      <a:pt x="1121537" y="584200"/>
                    </a:lnTo>
                    <a:lnTo>
                      <a:pt x="1110996" y="571500"/>
                    </a:lnTo>
                    <a:close/>
                  </a:path>
                  <a:path w="2534920" h="2159000">
                    <a:moveTo>
                      <a:pt x="1095755" y="558800"/>
                    </a:moveTo>
                    <a:lnTo>
                      <a:pt x="1042288" y="558800"/>
                    </a:lnTo>
                    <a:lnTo>
                      <a:pt x="1052702" y="571500"/>
                    </a:lnTo>
                    <a:lnTo>
                      <a:pt x="1105915" y="571500"/>
                    </a:lnTo>
                    <a:lnTo>
                      <a:pt x="1095755" y="558800"/>
                    </a:lnTo>
                    <a:close/>
                  </a:path>
                  <a:path w="2534920" h="2159000">
                    <a:moveTo>
                      <a:pt x="1076452" y="546100"/>
                    </a:moveTo>
                    <a:lnTo>
                      <a:pt x="1025651" y="546100"/>
                    </a:lnTo>
                    <a:lnTo>
                      <a:pt x="1036701" y="558800"/>
                    </a:lnTo>
                    <a:lnTo>
                      <a:pt x="1081404" y="558800"/>
                    </a:lnTo>
                    <a:lnTo>
                      <a:pt x="1076452" y="546100"/>
                    </a:lnTo>
                    <a:close/>
                  </a:path>
                  <a:path w="2534920" h="2159000">
                    <a:moveTo>
                      <a:pt x="1047368" y="533400"/>
                    </a:moveTo>
                    <a:lnTo>
                      <a:pt x="1003300" y="533400"/>
                    </a:lnTo>
                    <a:lnTo>
                      <a:pt x="1008761" y="546100"/>
                    </a:lnTo>
                    <a:lnTo>
                      <a:pt x="1052322" y="546100"/>
                    </a:lnTo>
                    <a:lnTo>
                      <a:pt x="1047368" y="533400"/>
                    </a:lnTo>
                    <a:close/>
                  </a:path>
                  <a:path w="2534920" h="2159000">
                    <a:moveTo>
                      <a:pt x="1020317" y="520700"/>
                    </a:moveTo>
                    <a:lnTo>
                      <a:pt x="973454" y="520700"/>
                    </a:lnTo>
                    <a:lnTo>
                      <a:pt x="985265" y="533400"/>
                    </a:lnTo>
                    <a:lnTo>
                      <a:pt x="1031366" y="533400"/>
                    </a:lnTo>
                    <a:lnTo>
                      <a:pt x="1020317" y="520700"/>
                    </a:lnTo>
                    <a:close/>
                  </a:path>
                  <a:path w="2534920" h="2159000">
                    <a:moveTo>
                      <a:pt x="1003300" y="508000"/>
                    </a:moveTo>
                    <a:lnTo>
                      <a:pt x="960754" y="508000"/>
                    </a:lnTo>
                    <a:lnTo>
                      <a:pt x="969010" y="520700"/>
                    </a:lnTo>
                    <a:lnTo>
                      <a:pt x="1015873" y="520700"/>
                    </a:lnTo>
                    <a:lnTo>
                      <a:pt x="1003300" y="508000"/>
                    </a:lnTo>
                    <a:close/>
                  </a:path>
                  <a:path w="2534920" h="2159000">
                    <a:moveTo>
                      <a:pt x="986536" y="495300"/>
                    </a:moveTo>
                    <a:lnTo>
                      <a:pt x="943990" y="495300"/>
                    </a:lnTo>
                    <a:lnTo>
                      <a:pt x="948689" y="508000"/>
                    </a:lnTo>
                    <a:lnTo>
                      <a:pt x="998347" y="508000"/>
                    </a:lnTo>
                    <a:lnTo>
                      <a:pt x="986536" y="495300"/>
                    </a:lnTo>
                    <a:close/>
                  </a:path>
                  <a:path w="2534920" h="2159000">
                    <a:moveTo>
                      <a:pt x="959865" y="482600"/>
                    </a:moveTo>
                    <a:lnTo>
                      <a:pt x="917193" y="482600"/>
                    </a:lnTo>
                    <a:lnTo>
                      <a:pt x="927988" y="495300"/>
                    </a:lnTo>
                    <a:lnTo>
                      <a:pt x="968882" y="495300"/>
                    </a:lnTo>
                    <a:lnTo>
                      <a:pt x="959865" y="482600"/>
                    </a:lnTo>
                    <a:close/>
                  </a:path>
                  <a:path w="2534920" h="2159000">
                    <a:moveTo>
                      <a:pt x="942593" y="469900"/>
                    </a:moveTo>
                    <a:lnTo>
                      <a:pt x="887222" y="469900"/>
                    </a:lnTo>
                    <a:lnTo>
                      <a:pt x="897636" y="482600"/>
                    </a:lnTo>
                    <a:lnTo>
                      <a:pt x="954151" y="482600"/>
                    </a:lnTo>
                    <a:lnTo>
                      <a:pt x="942593" y="469900"/>
                    </a:lnTo>
                    <a:close/>
                  </a:path>
                  <a:path w="2534920" h="2159000">
                    <a:moveTo>
                      <a:pt x="913511" y="457200"/>
                    </a:moveTo>
                    <a:lnTo>
                      <a:pt x="873887" y="457200"/>
                    </a:lnTo>
                    <a:lnTo>
                      <a:pt x="882141" y="469900"/>
                    </a:lnTo>
                    <a:lnTo>
                      <a:pt x="923163" y="469900"/>
                    </a:lnTo>
                    <a:lnTo>
                      <a:pt x="913511" y="457200"/>
                    </a:lnTo>
                    <a:close/>
                  </a:path>
                  <a:path w="2534920" h="2159000">
                    <a:moveTo>
                      <a:pt x="895096" y="444500"/>
                    </a:moveTo>
                    <a:lnTo>
                      <a:pt x="849756" y="444500"/>
                    </a:lnTo>
                    <a:lnTo>
                      <a:pt x="858774" y="457200"/>
                    </a:lnTo>
                    <a:lnTo>
                      <a:pt x="899413" y="457200"/>
                    </a:lnTo>
                    <a:lnTo>
                      <a:pt x="895096" y="444500"/>
                    </a:lnTo>
                    <a:close/>
                  </a:path>
                  <a:path w="2534920" h="2159000">
                    <a:moveTo>
                      <a:pt x="875664" y="431800"/>
                    </a:moveTo>
                    <a:lnTo>
                      <a:pt x="836549" y="431800"/>
                    </a:lnTo>
                    <a:lnTo>
                      <a:pt x="845947" y="444500"/>
                    </a:lnTo>
                    <a:lnTo>
                      <a:pt x="883412" y="444500"/>
                    </a:lnTo>
                    <a:lnTo>
                      <a:pt x="875664" y="431800"/>
                    </a:lnTo>
                    <a:close/>
                  </a:path>
                  <a:path w="2534920" h="2159000">
                    <a:moveTo>
                      <a:pt x="856868" y="419100"/>
                    </a:moveTo>
                    <a:lnTo>
                      <a:pt x="809371" y="419100"/>
                    </a:lnTo>
                    <a:lnTo>
                      <a:pt x="819403" y="431800"/>
                    </a:lnTo>
                    <a:lnTo>
                      <a:pt x="861187" y="431800"/>
                    </a:lnTo>
                    <a:lnTo>
                      <a:pt x="856868" y="419100"/>
                    </a:lnTo>
                    <a:close/>
                  </a:path>
                  <a:path w="2534920" h="2159000">
                    <a:moveTo>
                      <a:pt x="834263" y="406400"/>
                    </a:moveTo>
                    <a:lnTo>
                      <a:pt x="777748" y="406400"/>
                    </a:lnTo>
                    <a:lnTo>
                      <a:pt x="789686" y="419100"/>
                    </a:lnTo>
                    <a:lnTo>
                      <a:pt x="843914" y="419100"/>
                    </a:lnTo>
                    <a:lnTo>
                      <a:pt x="834263" y="406400"/>
                    </a:lnTo>
                    <a:close/>
                  </a:path>
                  <a:path w="2534920" h="2159000">
                    <a:moveTo>
                      <a:pt x="799591" y="393700"/>
                    </a:moveTo>
                    <a:lnTo>
                      <a:pt x="759713" y="393700"/>
                    </a:lnTo>
                    <a:lnTo>
                      <a:pt x="772287" y="406400"/>
                    </a:lnTo>
                    <a:lnTo>
                      <a:pt x="814959" y="406400"/>
                    </a:lnTo>
                    <a:lnTo>
                      <a:pt x="799591" y="393700"/>
                    </a:lnTo>
                    <a:close/>
                  </a:path>
                  <a:path w="2534920" h="2159000">
                    <a:moveTo>
                      <a:pt x="783209" y="381000"/>
                    </a:moveTo>
                    <a:lnTo>
                      <a:pt x="740790" y="381000"/>
                    </a:lnTo>
                    <a:lnTo>
                      <a:pt x="754379" y="393700"/>
                    </a:lnTo>
                    <a:lnTo>
                      <a:pt x="788288" y="393700"/>
                    </a:lnTo>
                    <a:lnTo>
                      <a:pt x="783209" y="381000"/>
                    </a:lnTo>
                    <a:close/>
                  </a:path>
                  <a:path w="2534920" h="2159000">
                    <a:moveTo>
                      <a:pt x="752475" y="368300"/>
                    </a:moveTo>
                    <a:lnTo>
                      <a:pt x="722122" y="368300"/>
                    </a:lnTo>
                    <a:lnTo>
                      <a:pt x="734822" y="381000"/>
                    </a:lnTo>
                    <a:lnTo>
                      <a:pt x="765428" y="381000"/>
                    </a:lnTo>
                    <a:lnTo>
                      <a:pt x="752475" y="368300"/>
                    </a:lnTo>
                    <a:close/>
                  </a:path>
                  <a:path w="2534920" h="2159000">
                    <a:moveTo>
                      <a:pt x="734440" y="355600"/>
                    </a:moveTo>
                    <a:lnTo>
                      <a:pt x="699007" y="355600"/>
                    </a:lnTo>
                    <a:lnTo>
                      <a:pt x="704850" y="368300"/>
                    </a:lnTo>
                    <a:lnTo>
                      <a:pt x="747013" y="368300"/>
                    </a:lnTo>
                    <a:lnTo>
                      <a:pt x="734440" y="355600"/>
                    </a:lnTo>
                    <a:close/>
                  </a:path>
                  <a:path w="2534920" h="2159000">
                    <a:moveTo>
                      <a:pt x="716534" y="342900"/>
                    </a:moveTo>
                    <a:lnTo>
                      <a:pt x="681481" y="342900"/>
                    </a:lnTo>
                    <a:lnTo>
                      <a:pt x="687197" y="355600"/>
                    </a:lnTo>
                    <a:lnTo>
                      <a:pt x="728852" y="355600"/>
                    </a:lnTo>
                    <a:lnTo>
                      <a:pt x="716534" y="342900"/>
                    </a:lnTo>
                    <a:close/>
                  </a:path>
                  <a:path w="2534920" h="2159000">
                    <a:moveTo>
                      <a:pt x="698246" y="330200"/>
                    </a:moveTo>
                    <a:lnTo>
                      <a:pt x="646811" y="330200"/>
                    </a:lnTo>
                    <a:lnTo>
                      <a:pt x="662686" y="342900"/>
                    </a:lnTo>
                    <a:lnTo>
                      <a:pt x="711453" y="342900"/>
                    </a:lnTo>
                    <a:lnTo>
                      <a:pt x="698246" y="330200"/>
                    </a:lnTo>
                    <a:close/>
                  </a:path>
                  <a:path w="2534920" h="2159000">
                    <a:moveTo>
                      <a:pt x="679576" y="317500"/>
                    </a:moveTo>
                    <a:lnTo>
                      <a:pt x="625093" y="317500"/>
                    </a:lnTo>
                    <a:lnTo>
                      <a:pt x="640206" y="330200"/>
                    </a:lnTo>
                    <a:lnTo>
                      <a:pt x="692530" y="330200"/>
                    </a:lnTo>
                    <a:lnTo>
                      <a:pt x="679576" y="317500"/>
                    </a:lnTo>
                    <a:close/>
                  </a:path>
                  <a:path w="2534920" h="2159000">
                    <a:moveTo>
                      <a:pt x="658622" y="304800"/>
                    </a:moveTo>
                    <a:lnTo>
                      <a:pt x="618998" y="304800"/>
                    </a:lnTo>
                    <a:lnTo>
                      <a:pt x="624839" y="317500"/>
                    </a:lnTo>
                    <a:lnTo>
                      <a:pt x="674115" y="317500"/>
                    </a:lnTo>
                    <a:lnTo>
                      <a:pt x="658622" y="304800"/>
                    </a:lnTo>
                    <a:close/>
                  </a:path>
                  <a:path w="2534920" h="2159000">
                    <a:moveTo>
                      <a:pt x="637159" y="292100"/>
                    </a:moveTo>
                    <a:lnTo>
                      <a:pt x="588644" y="292100"/>
                    </a:lnTo>
                    <a:lnTo>
                      <a:pt x="601217" y="304800"/>
                    </a:lnTo>
                    <a:lnTo>
                      <a:pt x="652272" y="304800"/>
                    </a:lnTo>
                    <a:lnTo>
                      <a:pt x="637159" y="292100"/>
                    </a:lnTo>
                    <a:close/>
                  </a:path>
                  <a:path w="2534920" h="2159000">
                    <a:moveTo>
                      <a:pt x="618871" y="279400"/>
                    </a:moveTo>
                    <a:lnTo>
                      <a:pt x="573024" y="279400"/>
                    </a:lnTo>
                    <a:lnTo>
                      <a:pt x="583818" y="292100"/>
                    </a:lnTo>
                    <a:lnTo>
                      <a:pt x="631443" y="292100"/>
                    </a:lnTo>
                    <a:lnTo>
                      <a:pt x="618871" y="279400"/>
                    </a:lnTo>
                    <a:close/>
                  </a:path>
                  <a:path w="2534920" h="2159000">
                    <a:moveTo>
                      <a:pt x="600075" y="266700"/>
                    </a:moveTo>
                    <a:lnTo>
                      <a:pt x="555243" y="266700"/>
                    </a:lnTo>
                    <a:lnTo>
                      <a:pt x="567816" y="279400"/>
                    </a:lnTo>
                    <a:lnTo>
                      <a:pt x="612775" y="279400"/>
                    </a:lnTo>
                    <a:lnTo>
                      <a:pt x="600075" y="266700"/>
                    </a:lnTo>
                    <a:close/>
                  </a:path>
                  <a:path w="2534920" h="2159000">
                    <a:moveTo>
                      <a:pt x="566674" y="254000"/>
                    </a:moveTo>
                    <a:lnTo>
                      <a:pt x="534797" y="254000"/>
                    </a:lnTo>
                    <a:lnTo>
                      <a:pt x="535813" y="266700"/>
                    </a:lnTo>
                    <a:lnTo>
                      <a:pt x="579247" y="266700"/>
                    </a:lnTo>
                    <a:lnTo>
                      <a:pt x="566674" y="254000"/>
                    </a:lnTo>
                    <a:close/>
                  </a:path>
                  <a:path w="2534920" h="2159000">
                    <a:moveTo>
                      <a:pt x="547115" y="241300"/>
                    </a:moveTo>
                    <a:lnTo>
                      <a:pt x="508762" y="241300"/>
                    </a:lnTo>
                    <a:lnTo>
                      <a:pt x="517778" y="254000"/>
                    </a:lnTo>
                    <a:lnTo>
                      <a:pt x="561213" y="254000"/>
                    </a:lnTo>
                    <a:lnTo>
                      <a:pt x="547115" y="241300"/>
                    </a:lnTo>
                    <a:close/>
                  </a:path>
                  <a:path w="2534920" h="2159000">
                    <a:moveTo>
                      <a:pt x="533653" y="228600"/>
                    </a:moveTo>
                    <a:lnTo>
                      <a:pt x="491616" y="228600"/>
                    </a:lnTo>
                    <a:lnTo>
                      <a:pt x="504443" y="241300"/>
                    </a:lnTo>
                    <a:lnTo>
                      <a:pt x="542925" y="241300"/>
                    </a:lnTo>
                    <a:lnTo>
                      <a:pt x="533653" y="228600"/>
                    </a:lnTo>
                    <a:close/>
                  </a:path>
                  <a:path w="2534920" h="2159000">
                    <a:moveTo>
                      <a:pt x="514350" y="215900"/>
                    </a:moveTo>
                    <a:lnTo>
                      <a:pt x="459866" y="215900"/>
                    </a:lnTo>
                    <a:lnTo>
                      <a:pt x="471042" y="228600"/>
                    </a:lnTo>
                    <a:lnTo>
                      <a:pt x="520191" y="228600"/>
                    </a:lnTo>
                    <a:lnTo>
                      <a:pt x="514350" y="215900"/>
                    </a:lnTo>
                    <a:close/>
                  </a:path>
                  <a:path w="2534920" h="2159000">
                    <a:moveTo>
                      <a:pt x="485139" y="203200"/>
                    </a:moveTo>
                    <a:lnTo>
                      <a:pt x="442467" y="203200"/>
                    </a:lnTo>
                    <a:lnTo>
                      <a:pt x="453643" y="215900"/>
                    </a:lnTo>
                    <a:lnTo>
                      <a:pt x="496188" y="215900"/>
                    </a:lnTo>
                    <a:lnTo>
                      <a:pt x="485139" y="203200"/>
                    </a:lnTo>
                    <a:close/>
                  </a:path>
                  <a:path w="2534920" h="2159000">
                    <a:moveTo>
                      <a:pt x="463550" y="190500"/>
                    </a:moveTo>
                    <a:lnTo>
                      <a:pt x="409575" y="190500"/>
                    </a:lnTo>
                    <a:lnTo>
                      <a:pt x="421259" y="203200"/>
                    </a:lnTo>
                    <a:lnTo>
                      <a:pt x="469391" y="203200"/>
                    </a:lnTo>
                    <a:lnTo>
                      <a:pt x="463550" y="190500"/>
                    </a:lnTo>
                    <a:close/>
                  </a:path>
                  <a:path w="2534920" h="2159000">
                    <a:moveTo>
                      <a:pt x="437006" y="177800"/>
                    </a:moveTo>
                    <a:lnTo>
                      <a:pt x="391540" y="177800"/>
                    </a:lnTo>
                    <a:lnTo>
                      <a:pt x="396493" y="190500"/>
                    </a:lnTo>
                    <a:lnTo>
                      <a:pt x="448055" y="190500"/>
                    </a:lnTo>
                    <a:lnTo>
                      <a:pt x="437006" y="177800"/>
                    </a:lnTo>
                    <a:close/>
                  </a:path>
                  <a:path w="2534920" h="2159000">
                    <a:moveTo>
                      <a:pt x="415671" y="165100"/>
                    </a:moveTo>
                    <a:lnTo>
                      <a:pt x="360934" y="165100"/>
                    </a:lnTo>
                    <a:lnTo>
                      <a:pt x="373888" y="177800"/>
                    </a:lnTo>
                    <a:lnTo>
                      <a:pt x="420624" y="177800"/>
                    </a:lnTo>
                    <a:lnTo>
                      <a:pt x="415671" y="165100"/>
                    </a:lnTo>
                    <a:close/>
                  </a:path>
                  <a:path w="2534920" h="2159000">
                    <a:moveTo>
                      <a:pt x="388365" y="152400"/>
                    </a:moveTo>
                    <a:lnTo>
                      <a:pt x="340867" y="152400"/>
                    </a:lnTo>
                    <a:lnTo>
                      <a:pt x="355600" y="165100"/>
                    </a:lnTo>
                    <a:lnTo>
                      <a:pt x="400938" y="165100"/>
                    </a:lnTo>
                    <a:lnTo>
                      <a:pt x="388365" y="152400"/>
                    </a:lnTo>
                    <a:close/>
                  </a:path>
                  <a:path w="2534920" h="2159000">
                    <a:moveTo>
                      <a:pt x="366013" y="139700"/>
                    </a:moveTo>
                    <a:lnTo>
                      <a:pt x="303656" y="139700"/>
                    </a:lnTo>
                    <a:lnTo>
                      <a:pt x="334644" y="152400"/>
                    </a:lnTo>
                    <a:lnTo>
                      <a:pt x="371348" y="152400"/>
                    </a:lnTo>
                    <a:lnTo>
                      <a:pt x="366013" y="139700"/>
                    </a:lnTo>
                    <a:close/>
                  </a:path>
                  <a:path w="2534920" h="2159000">
                    <a:moveTo>
                      <a:pt x="331469" y="127000"/>
                    </a:moveTo>
                    <a:lnTo>
                      <a:pt x="283463" y="127000"/>
                    </a:lnTo>
                    <a:lnTo>
                      <a:pt x="297434" y="139700"/>
                    </a:lnTo>
                    <a:lnTo>
                      <a:pt x="344424" y="139700"/>
                    </a:lnTo>
                    <a:lnTo>
                      <a:pt x="331469" y="127000"/>
                    </a:lnTo>
                    <a:close/>
                  </a:path>
                  <a:path w="2534920" h="2159000">
                    <a:moveTo>
                      <a:pt x="313181" y="114300"/>
                    </a:moveTo>
                    <a:lnTo>
                      <a:pt x="266064" y="114300"/>
                    </a:lnTo>
                    <a:lnTo>
                      <a:pt x="277875" y="127000"/>
                    </a:lnTo>
                    <a:lnTo>
                      <a:pt x="326389" y="127000"/>
                    </a:lnTo>
                    <a:lnTo>
                      <a:pt x="313181" y="114300"/>
                    </a:lnTo>
                    <a:close/>
                  </a:path>
                  <a:path w="2534920" h="2159000">
                    <a:moveTo>
                      <a:pt x="287909" y="101600"/>
                    </a:moveTo>
                    <a:lnTo>
                      <a:pt x="243077" y="101600"/>
                    </a:lnTo>
                    <a:lnTo>
                      <a:pt x="248157" y="114300"/>
                    </a:lnTo>
                    <a:lnTo>
                      <a:pt x="293624" y="114300"/>
                    </a:lnTo>
                    <a:lnTo>
                      <a:pt x="287909" y="101600"/>
                    </a:lnTo>
                    <a:close/>
                  </a:path>
                  <a:path w="2534920" h="2159000">
                    <a:moveTo>
                      <a:pt x="258318" y="88900"/>
                    </a:moveTo>
                    <a:lnTo>
                      <a:pt x="217043" y="88900"/>
                    </a:lnTo>
                    <a:lnTo>
                      <a:pt x="228853" y="101600"/>
                    </a:lnTo>
                    <a:lnTo>
                      <a:pt x="271018" y="101600"/>
                    </a:lnTo>
                    <a:lnTo>
                      <a:pt x="258318" y="88900"/>
                    </a:lnTo>
                    <a:close/>
                  </a:path>
                  <a:path w="2534920" h="2159000">
                    <a:moveTo>
                      <a:pt x="238125" y="76200"/>
                    </a:moveTo>
                    <a:lnTo>
                      <a:pt x="182371" y="76200"/>
                    </a:lnTo>
                    <a:lnTo>
                      <a:pt x="193420" y="88900"/>
                    </a:lnTo>
                    <a:lnTo>
                      <a:pt x="243077" y="88900"/>
                    </a:lnTo>
                    <a:lnTo>
                      <a:pt x="238125" y="76200"/>
                    </a:lnTo>
                    <a:close/>
                  </a:path>
                  <a:path w="2534920" h="2159000">
                    <a:moveTo>
                      <a:pt x="206247" y="63500"/>
                    </a:moveTo>
                    <a:lnTo>
                      <a:pt x="136651" y="63500"/>
                    </a:lnTo>
                    <a:lnTo>
                      <a:pt x="148844" y="76200"/>
                    </a:lnTo>
                    <a:lnTo>
                      <a:pt x="220599" y="76200"/>
                    </a:lnTo>
                    <a:lnTo>
                      <a:pt x="206247" y="63500"/>
                    </a:lnTo>
                    <a:close/>
                  </a:path>
                  <a:path w="2534920" h="2159000">
                    <a:moveTo>
                      <a:pt x="101853" y="50800"/>
                    </a:moveTo>
                    <a:lnTo>
                      <a:pt x="95757" y="50800"/>
                    </a:lnTo>
                    <a:lnTo>
                      <a:pt x="103250" y="63500"/>
                    </a:lnTo>
                    <a:lnTo>
                      <a:pt x="101853" y="50800"/>
                    </a:lnTo>
                    <a:close/>
                  </a:path>
                  <a:path w="2534920" h="2159000">
                    <a:moveTo>
                      <a:pt x="174878" y="50800"/>
                    </a:moveTo>
                    <a:lnTo>
                      <a:pt x="101853" y="50800"/>
                    </a:lnTo>
                    <a:lnTo>
                      <a:pt x="105409" y="63500"/>
                    </a:lnTo>
                    <a:lnTo>
                      <a:pt x="184276" y="63500"/>
                    </a:lnTo>
                    <a:lnTo>
                      <a:pt x="174878" y="50800"/>
                    </a:lnTo>
                    <a:close/>
                  </a:path>
                  <a:path w="2534920" h="2159000">
                    <a:moveTo>
                      <a:pt x="126745" y="38100"/>
                    </a:moveTo>
                    <a:lnTo>
                      <a:pt x="66928" y="38100"/>
                    </a:lnTo>
                    <a:lnTo>
                      <a:pt x="68960" y="50800"/>
                    </a:lnTo>
                    <a:lnTo>
                      <a:pt x="137159" y="50800"/>
                    </a:lnTo>
                    <a:lnTo>
                      <a:pt x="126745" y="38100"/>
                    </a:lnTo>
                    <a:close/>
                  </a:path>
                  <a:path w="2534920" h="2159000">
                    <a:moveTo>
                      <a:pt x="91693" y="25400"/>
                    </a:moveTo>
                    <a:lnTo>
                      <a:pt x="42671" y="25400"/>
                    </a:lnTo>
                    <a:lnTo>
                      <a:pt x="44450" y="38100"/>
                    </a:lnTo>
                    <a:lnTo>
                      <a:pt x="93852" y="38100"/>
                    </a:lnTo>
                    <a:lnTo>
                      <a:pt x="91693" y="25400"/>
                    </a:lnTo>
                    <a:close/>
                  </a:path>
                  <a:path w="2534920" h="2159000">
                    <a:moveTo>
                      <a:pt x="17779" y="12700"/>
                    </a:moveTo>
                    <a:lnTo>
                      <a:pt x="16128" y="12700"/>
                    </a:lnTo>
                    <a:lnTo>
                      <a:pt x="18795" y="25400"/>
                    </a:lnTo>
                    <a:lnTo>
                      <a:pt x="21716" y="25400"/>
                    </a:lnTo>
                    <a:lnTo>
                      <a:pt x="18034" y="13123"/>
                    </a:lnTo>
                    <a:lnTo>
                      <a:pt x="17779" y="12700"/>
                    </a:lnTo>
                    <a:close/>
                  </a:path>
                  <a:path w="2534920" h="2159000">
                    <a:moveTo>
                      <a:pt x="21985" y="22577"/>
                    </a:moveTo>
                    <a:lnTo>
                      <a:pt x="22351" y="25400"/>
                    </a:lnTo>
                    <a:lnTo>
                      <a:pt x="22859" y="25400"/>
                    </a:lnTo>
                    <a:lnTo>
                      <a:pt x="21985" y="22577"/>
                    </a:lnTo>
                    <a:close/>
                  </a:path>
                  <a:path w="2534920" h="2159000">
                    <a:moveTo>
                      <a:pt x="21508" y="18914"/>
                    </a:moveTo>
                    <a:lnTo>
                      <a:pt x="21985" y="22577"/>
                    </a:lnTo>
                    <a:lnTo>
                      <a:pt x="22859" y="25400"/>
                    </a:lnTo>
                    <a:lnTo>
                      <a:pt x="25400" y="25400"/>
                    </a:lnTo>
                    <a:lnTo>
                      <a:pt x="21508" y="18914"/>
                    </a:lnTo>
                    <a:close/>
                  </a:path>
                  <a:path w="2534920" h="2159000">
                    <a:moveTo>
                      <a:pt x="67563" y="12700"/>
                    </a:moveTo>
                    <a:lnTo>
                      <a:pt x="20700" y="12700"/>
                    </a:lnTo>
                    <a:lnTo>
                      <a:pt x="21508" y="18914"/>
                    </a:lnTo>
                    <a:lnTo>
                      <a:pt x="25400" y="25400"/>
                    </a:lnTo>
                    <a:lnTo>
                      <a:pt x="68833" y="25400"/>
                    </a:lnTo>
                    <a:lnTo>
                      <a:pt x="67563" y="12700"/>
                    </a:lnTo>
                    <a:close/>
                  </a:path>
                  <a:path w="2534920" h="2159000">
                    <a:moveTo>
                      <a:pt x="20144" y="16641"/>
                    </a:moveTo>
                    <a:lnTo>
                      <a:pt x="21985" y="22577"/>
                    </a:lnTo>
                    <a:lnTo>
                      <a:pt x="21508" y="18914"/>
                    </a:lnTo>
                    <a:lnTo>
                      <a:pt x="20144" y="16641"/>
                    </a:lnTo>
                    <a:close/>
                  </a:path>
                  <a:path w="2534920" h="2159000">
                    <a:moveTo>
                      <a:pt x="18922" y="12700"/>
                    </a:moveTo>
                    <a:lnTo>
                      <a:pt x="17906" y="12700"/>
                    </a:lnTo>
                    <a:lnTo>
                      <a:pt x="18034" y="13123"/>
                    </a:lnTo>
                    <a:lnTo>
                      <a:pt x="20144" y="16641"/>
                    </a:lnTo>
                    <a:lnTo>
                      <a:pt x="18922" y="12700"/>
                    </a:lnTo>
                    <a:close/>
                  </a:path>
                  <a:path w="2534920" h="2159000">
                    <a:moveTo>
                      <a:pt x="35559" y="0"/>
                    </a:moveTo>
                    <a:lnTo>
                      <a:pt x="1904" y="0"/>
                    </a:lnTo>
                    <a:lnTo>
                      <a:pt x="0" y="12700"/>
                    </a:lnTo>
                    <a:lnTo>
                      <a:pt x="39496" y="12700"/>
                    </a:lnTo>
                    <a:lnTo>
                      <a:pt x="35559" y="0"/>
                    </a:lnTo>
                    <a:close/>
                  </a:path>
                </a:pathLst>
              </a:custGeom>
              <a:solidFill>
                <a:srgbClr val="FF40FF"/>
              </a:solidFill>
            </p:spPr>
            <p:txBody>
              <a:bodyPr wrap="square" lIns="0" tIns="0" rIns="0" bIns="0" rtlCol="0"/>
              <a:lstStyle/>
              <a:p>
                <a:endParaRPr sz="1400"/>
              </a:p>
            </p:txBody>
          </p:sp>
          <p:pic>
            <p:nvPicPr>
              <p:cNvPr id="65" name="object 24">
                <a:extLst>
                  <a:ext uri="{FF2B5EF4-FFF2-40B4-BE49-F238E27FC236}">
                    <a16:creationId xmlns:a16="http://schemas.microsoft.com/office/drawing/2014/main" id="{F17C10BF-5850-57B1-5508-6F445B1E5B22}"/>
                  </a:ext>
                </a:extLst>
              </p:cNvPr>
              <p:cNvPicPr/>
              <p:nvPr/>
            </p:nvPicPr>
            <p:blipFill>
              <a:blip r:embed="rId27" cstate="print"/>
              <a:stretch>
                <a:fillRect/>
              </a:stretch>
            </p:blipFill>
            <p:spPr>
              <a:xfrm>
                <a:off x="3394837" y="1198372"/>
                <a:ext cx="157987" cy="198120"/>
              </a:xfrm>
              <a:prstGeom prst="rect">
                <a:avLst/>
              </a:prstGeom>
            </p:spPr>
          </p:pic>
          <p:pic>
            <p:nvPicPr>
              <p:cNvPr id="66" name="object 25">
                <a:extLst>
                  <a:ext uri="{FF2B5EF4-FFF2-40B4-BE49-F238E27FC236}">
                    <a16:creationId xmlns:a16="http://schemas.microsoft.com/office/drawing/2014/main" id="{2FFEC4F4-9D29-60F1-D2AD-EF757F4FC936}"/>
                  </a:ext>
                </a:extLst>
              </p:cNvPr>
              <p:cNvPicPr/>
              <p:nvPr/>
            </p:nvPicPr>
            <p:blipFill>
              <a:blip r:embed="rId28" cstate="print"/>
              <a:stretch>
                <a:fillRect/>
              </a:stretch>
            </p:blipFill>
            <p:spPr>
              <a:xfrm>
                <a:off x="3530346" y="855217"/>
                <a:ext cx="1176803" cy="266954"/>
              </a:xfrm>
              <a:prstGeom prst="rect">
                <a:avLst/>
              </a:prstGeom>
            </p:spPr>
          </p:pic>
          <p:pic>
            <p:nvPicPr>
              <p:cNvPr id="67" name="object 26">
                <a:extLst>
                  <a:ext uri="{FF2B5EF4-FFF2-40B4-BE49-F238E27FC236}">
                    <a16:creationId xmlns:a16="http://schemas.microsoft.com/office/drawing/2014/main" id="{0F824EB6-7243-CA63-155C-0910468BDDC5}"/>
                  </a:ext>
                </a:extLst>
              </p:cNvPr>
              <p:cNvPicPr/>
              <p:nvPr/>
            </p:nvPicPr>
            <p:blipFill>
              <a:blip r:embed="rId29" cstate="print"/>
              <a:stretch>
                <a:fillRect/>
              </a:stretch>
            </p:blipFill>
            <p:spPr>
              <a:xfrm>
                <a:off x="2944749" y="1387348"/>
                <a:ext cx="665861" cy="387603"/>
              </a:xfrm>
              <a:prstGeom prst="rect">
                <a:avLst/>
              </a:prstGeom>
            </p:spPr>
          </p:pic>
          <p:pic>
            <p:nvPicPr>
              <p:cNvPr id="68" name="object 27">
                <a:extLst>
                  <a:ext uri="{FF2B5EF4-FFF2-40B4-BE49-F238E27FC236}">
                    <a16:creationId xmlns:a16="http://schemas.microsoft.com/office/drawing/2014/main" id="{F3E5A5BD-F90C-C2DE-8738-5063D970BF32}"/>
                  </a:ext>
                </a:extLst>
              </p:cNvPr>
              <p:cNvPicPr/>
              <p:nvPr/>
            </p:nvPicPr>
            <p:blipFill>
              <a:blip r:embed="rId30" cstate="print"/>
              <a:stretch>
                <a:fillRect/>
              </a:stretch>
            </p:blipFill>
            <p:spPr>
              <a:xfrm>
                <a:off x="4065524" y="3458336"/>
                <a:ext cx="139191" cy="259079"/>
              </a:xfrm>
              <a:prstGeom prst="rect">
                <a:avLst/>
              </a:prstGeom>
            </p:spPr>
          </p:pic>
          <p:pic>
            <p:nvPicPr>
              <p:cNvPr id="69" name="object 28">
                <a:extLst>
                  <a:ext uri="{FF2B5EF4-FFF2-40B4-BE49-F238E27FC236}">
                    <a16:creationId xmlns:a16="http://schemas.microsoft.com/office/drawing/2014/main" id="{8DEF6FF4-E8B0-6C04-5C99-AE33705BA0C4}"/>
                  </a:ext>
                </a:extLst>
              </p:cNvPr>
              <p:cNvPicPr/>
              <p:nvPr/>
            </p:nvPicPr>
            <p:blipFill>
              <a:blip r:embed="rId31" cstate="print"/>
              <a:stretch>
                <a:fillRect/>
              </a:stretch>
            </p:blipFill>
            <p:spPr>
              <a:xfrm>
                <a:off x="2503551" y="2216658"/>
                <a:ext cx="262890" cy="146050"/>
              </a:xfrm>
              <a:prstGeom prst="rect">
                <a:avLst/>
              </a:prstGeom>
            </p:spPr>
          </p:pic>
          <p:pic>
            <p:nvPicPr>
              <p:cNvPr id="70" name="object 29">
                <a:extLst>
                  <a:ext uri="{FF2B5EF4-FFF2-40B4-BE49-F238E27FC236}">
                    <a16:creationId xmlns:a16="http://schemas.microsoft.com/office/drawing/2014/main" id="{AC21CCE8-4A03-451A-749A-260E118337DF}"/>
                  </a:ext>
                </a:extLst>
              </p:cNvPr>
              <p:cNvPicPr/>
              <p:nvPr/>
            </p:nvPicPr>
            <p:blipFill>
              <a:blip r:embed="rId32" cstate="print"/>
              <a:stretch>
                <a:fillRect/>
              </a:stretch>
            </p:blipFill>
            <p:spPr>
              <a:xfrm>
                <a:off x="2866560" y="2115438"/>
                <a:ext cx="1312628" cy="1275587"/>
              </a:xfrm>
              <a:prstGeom prst="rect">
                <a:avLst/>
              </a:prstGeom>
            </p:spPr>
          </p:pic>
          <p:pic>
            <p:nvPicPr>
              <p:cNvPr id="71" name="object 30">
                <a:extLst>
                  <a:ext uri="{FF2B5EF4-FFF2-40B4-BE49-F238E27FC236}">
                    <a16:creationId xmlns:a16="http://schemas.microsoft.com/office/drawing/2014/main" id="{4AB5D845-0BA6-6A5E-74DB-9956E90F33D5}"/>
                  </a:ext>
                </a:extLst>
              </p:cNvPr>
              <p:cNvPicPr/>
              <p:nvPr/>
            </p:nvPicPr>
            <p:blipFill>
              <a:blip r:embed="rId33" cstate="print"/>
              <a:stretch>
                <a:fillRect/>
              </a:stretch>
            </p:blipFill>
            <p:spPr>
              <a:xfrm>
                <a:off x="5323586" y="1039495"/>
                <a:ext cx="231012" cy="137160"/>
              </a:xfrm>
              <a:prstGeom prst="rect">
                <a:avLst/>
              </a:prstGeom>
            </p:spPr>
          </p:pic>
          <p:pic>
            <p:nvPicPr>
              <p:cNvPr id="72" name="object 31">
                <a:extLst>
                  <a:ext uri="{FF2B5EF4-FFF2-40B4-BE49-F238E27FC236}">
                    <a16:creationId xmlns:a16="http://schemas.microsoft.com/office/drawing/2014/main" id="{49D96C3D-8F3C-7D67-7D5A-CFA353ACED22}"/>
                  </a:ext>
                </a:extLst>
              </p:cNvPr>
              <p:cNvPicPr/>
              <p:nvPr/>
            </p:nvPicPr>
            <p:blipFill>
              <a:blip r:embed="rId34" cstate="print"/>
              <a:stretch>
                <a:fillRect/>
              </a:stretch>
            </p:blipFill>
            <p:spPr>
              <a:xfrm>
                <a:off x="5643752" y="871855"/>
                <a:ext cx="1148181" cy="282575"/>
              </a:xfrm>
              <a:prstGeom prst="rect">
                <a:avLst/>
              </a:prstGeom>
            </p:spPr>
          </p:pic>
        </p:grpSp>
        <p:sp>
          <p:nvSpPr>
            <p:cNvPr id="42" name="object 32">
              <a:extLst>
                <a:ext uri="{FF2B5EF4-FFF2-40B4-BE49-F238E27FC236}">
                  <a16:creationId xmlns:a16="http://schemas.microsoft.com/office/drawing/2014/main" id="{E83E0D1C-88C9-87BF-9BA5-FC06EAE1C7CA}"/>
                </a:ext>
              </a:extLst>
            </p:cNvPr>
            <p:cNvSpPr txBox="1"/>
            <p:nvPr/>
          </p:nvSpPr>
          <p:spPr>
            <a:xfrm>
              <a:off x="5187527" y="4998722"/>
              <a:ext cx="1713652" cy="342825"/>
            </a:xfrm>
            <a:prstGeom prst="rect">
              <a:avLst/>
            </a:prstGeom>
          </p:spPr>
          <p:txBody>
            <a:bodyPr vert="horz" wrap="square" lIns="0" tIns="16933" rIns="0" bIns="0" rtlCol="0">
              <a:spAutoFit/>
            </a:bodyPr>
            <a:lstStyle/>
            <a:p>
              <a:pPr marL="16933">
                <a:spcBef>
                  <a:spcPts val="133"/>
                </a:spcBef>
              </a:pPr>
              <a:r>
                <a:rPr sz="1400" spc="-7" dirty="0">
                  <a:solidFill>
                    <a:srgbClr val="FF9300"/>
                  </a:solidFill>
                  <a:latin typeface="Verdana"/>
                  <a:cs typeface="Verdana"/>
                </a:rPr>
                <a:t>Tumor</a:t>
              </a:r>
              <a:r>
                <a:rPr sz="1400" spc="-153" dirty="0">
                  <a:solidFill>
                    <a:srgbClr val="FF9300"/>
                  </a:solidFill>
                  <a:latin typeface="Verdana"/>
                  <a:cs typeface="Verdana"/>
                </a:rPr>
                <a:t> </a:t>
              </a:r>
              <a:r>
                <a:rPr sz="1400" dirty="0">
                  <a:solidFill>
                    <a:srgbClr val="FF9300"/>
                  </a:solidFill>
                  <a:latin typeface="Verdana"/>
                  <a:cs typeface="Verdana"/>
                </a:rPr>
                <a:t>size</a:t>
              </a:r>
              <a:endParaRPr sz="1400">
                <a:latin typeface="Verdana"/>
                <a:cs typeface="Verdana"/>
              </a:endParaRPr>
            </a:p>
          </p:txBody>
        </p:sp>
        <p:sp>
          <p:nvSpPr>
            <p:cNvPr id="43" name="object 33">
              <a:extLst>
                <a:ext uri="{FF2B5EF4-FFF2-40B4-BE49-F238E27FC236}">
                  <a16:creationId xmlns:a16="http://schemas.microsoft.com/office/drawing/2014/main" id="{6D88BCAA-F4F7-0044-23FC-8FECAA827778}"/>
                </a:ext>
              </a:extLst>
            </p:cNvPr>
            <p:cNvSpPr txBox="1"/>
            <p:nvPr/>
          </p:nvSpPr>
          <p:spPr>
            <a:xfrm>
              <a:off x="2610272" y="2720764"/>
              <a:ext cx="609601" cy="342825"/>
            </a:xfrm>
            <a:prstGeom prst="rect">
              <a:avLst/>
            </a:prstGeom>
          </p:spPr>
          <p:txBody>
            <a:bodyPr vert="horz" wrap="square" lIns="0" tIns="16933" rIns="0" bIns="0" rtlCol="0">
              <a:spAutoFit/>
            </a:bodyPr>
            <a:lstStyle/>
            <a:p>
              <a:pPr marL="16933">
                <a:spcBef>
                  <a:spcPts val="133"/>
                </a:spcBef>
              </a:pPr>
              <a:r>
                <a:rPr sz="1400" spc="-41" dirty="0">
                  <a:solidFill>
                    <a:srgbClr val="FF9300"/>
                  </a:solidFill>
                  <a:latin typeface="Verdana"/>
                  <a:cs typeface="Verdana"/>
                </a:rPr>
                <a:t>A</a:t>
              </a:r>
              <a:r>
                <a:rPr sz="1400" spc="-7" dirty="0">
                  <a:solidFill>
                    <a:srgbClr val="FF9300"/>
                  </a:solidFill>
                  <a:latin typeface="Verdana"/>
                  <a:cs typeface="Verdana"/>
                </a:rPr>
                <a:t>ge</a:t>
              </a:r>
              <a:endParaRPr sz="1400">
                <a:latin typeface="Verdana"/>
                <a:cs typeface="Verdana"/>
              </a:endParaRPr>
            </a:p>
          </p:txBody>
        </p:sp>
      </p:grpSp>
      <p:sp>
        <p:nvSpPr>
          <p:cNvPr id="7" name="Slide Number Placeholder 6">
            <a:extLst>
              <a:ext uri="{FF2B5EF4-FFF2-40B4-BE49-F238E27FC236}">
                <a16:creationId xmlns:a16="http://schemas.microsoft.com/office/drawing/2014/main" id="{E8D6FC5D-8AD1-109E-83AB-F7B81DAFEB3C}"/>
              </a:ext>
            </a:extLst>
          </p:cNvPr>
          <p:cNvSpPr>
            <a:spLocks noGrp="1"/>
          </p:cNvSpPr>
          <p:nvPr>
            <p:ph type="sldNum" sz="quarter" idx="12"/>
          </p:nvPr>
        </p:nvSpPr>
        <p:spPr/>
        <p:txBody>
          <a:bodyPr/>
          <a:lstStyle/>
          <a:p>
            <a:fld id="{EB17D4FA-7C84-BF4C-87EB-41A15D920012}" type="slidenum">
              <a:rPr lang="en-PS" smtClean="0"/>
              <a:t>9</a:t>
            </a:fld>
            <a:endParaRPr lang="en-P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774551" y="1306232"/>
            <a:ext cx="9809411" cy="871094"/>
          </a:xfrm>
          <a:prstGeom prst="rect">
            <a:avLst/>
          </a:prstGeom>
        </p:spPr>
        <p:txBody>
          <a:bodyPr vert="horz" wrap="square" lIns="0" tIns="44027" rIns="0" bIns="0" rtlCol="0" anchor="ctr">
            <a:spAutoFit/>
          </a:bodyPr>
          <a:lstStyle/>
          <a:p>
            <a:pPr marL="5243513" marR="6773" indent="-4391025" algn="l">
              <a:lnSpc>
                <a:spcPts val="7614"/>
              </a:lnSpc>
              <a:spcBef>
                <a:spcPts val="347"/>
              </a:spcBef>
            </a:pPr>
            <a:r>
              <a:rPr sz="3600" spc="7" dirty="0"/>
              <a:t>Machine</a:t>
            </a:r>
            <a:r>
              <a:rPr sz="3600" spc="-160" dirty="0"/>
              <a:t> </a:t>
            </a:r>
            <a:r>
              <a:rPr sz="3600" spc="7" dirty="0"/>
              <a:t>Learning </a:t>
            </a:r>
            <a:r>
              <a:rPr sz="3600" spc="-2233" dirty="0"/>
              <a:t> </a:t>
            </a:r>
            <a:r>
              <a:rPr sz="3600" dirty="0"/>
              <a:t>Overview</a:t>
            </a:r>
          </a:p>
        </p:txBody>
      </p:sp>
      <p:sp>
        <p:nvSpPr>
          <p:cNvPr id="3" name="object 3"/>
          <p:cNvSpPr txBox="1">
            <a:spLocks noGrp="1"/>
          </p:cNvSpPr>
          <p:nvPr>
            <p:ph type="subTitle" idx="4"/>
          </p:nvPr>
        </p:nvSpPr>
        <p:spPr>
          <a:xfrm>
            <a:off x="640049" y="4106732"/>
            <a:ext cx="10312400" cy="792034"/>
          </a:xfrm>
          <a:prstGeom prst="rect">
            <a:avLst/>
          </a:prstGeom>
        </p:spPr>
        <p:txBody>
          <a:bodyPr vert="horz" wrap="square" lIns="0" tIns="16087" rIns="0" bIns="0" rtlCol="0">
            <a:spAutoFit/>
          </a:bodyPr>
          <a:lstStyle/>
          <a:p>
            <a:pPr marL="585788" marR="6773" indent="0">
              <a:lnSpc>
                <a:spcPct val="117400"/>
              </a:lnSpc>
              <a:spcBef>
                <a:spcPts val="127"/>
              </a:spcBef>
              <a:buNone/>
            </a:pPr>
            <a:r>
              <a:rPr sz="4800" spc="41" dirty="0"/>
              <a:t>Unsupervised</a:t>
            </a:r>
            <a:r>
              <a:rPr sz="4800" spc="-167" dirty="0"/>
              <a:t> </a:t>
            </a:r>
            <a:r>
              <a:rPr sz="4800" spc="47" dirty="0"/>
              <a:t>Learning </a:t>
            </a:r>
            <a:r>
              <a:rPr sz="4800" spc="-1833" dirty="0"/>
              <a:t> </a:t>
            </a:r>
            <a:r>
              <a:rPr sz="4800" spc="27" dirty="0"/>
              <a:t>Part</a:t>
            </a:r>
            <a:r>
              <a:rPr sz="4800" spc="33" dirty="0"/>
              <a:t> </a:t>
            </a:r>
            <a:r>
              <a:rPr sz="4800" spc="20" dirty="0"/>
              <a:t>1</a:t>
            </a:r>
          </a:p>
        </p:txBody>
      </p:sp>
      <p:sp>
        <p:nvSpPr>
          <p:cNvPr id="4" name="Slide Number Placeholder 3">
            <a:extLst>
              <a:ext uri="{FF2B5EF4-FFF2-40B4-BE49-F238E27FC236}">
                <a16:creationId xmlns:a16="http://schemas.microsoft.com/office/drawing/2014/main" id="{A11F21AC-58E5-B31E-0954-7371CCD4D68C}"/>
              </a:ext>
            </a:extLst>
          </p:cNvPr>
          <p:cNvSpPr>
            <a:spLocks noGrp="1"/>
          </p:cNvSpPr>
          <p:nvPr>
            <p:ph type="sldNum" sz="quarter" idx="7"/>
          </p:nvPr>
        </p:nvSpPr>
        <p:spPr/>
        <p:txBody>
          <a:bodyPr/>
          <a:lstStyle/>
          <a:p>
            <a:fld id="{B6F15528-21DE-4FAA-801E-634DDDAF4B2B}" type="slidenum">
              <a:rPr lang="en-PS" smtClean="0"/>
              <a:t>10</a:t>
            </a:fld>
            <a:endParaRPr lang="en-P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507" y="923576"/>
            <a:ext cx="5124027" cy="432663"/>
          </a:xfrm>
          <a:prstGeom prst="rect">
            <a:avLst/>
          </a:prstGeom>
        </p:spPr>
        <p:txBody>
          <a:bodyPr vert="horz" wrap="square" lIns="0" tIns="22015" rIns="0" bIns="0" rtlCol="0">
            <a:spAutoFit/>
          </a:bodyPr>
          <a:lstStyle/>
          <a:p>
            <a:pPr marL="16933">
              <a:spcBef>
                <a:spcPts val="175"/>
              </a:spcBef>
            </a:pPr>
            <a:r>
              <a:rPr sz="2667" spc="-15" dirty="0">
                <a:solidFill>
                  <a:schemeClr val="accent1"/>
                </a:solidFill>
                <a:latin typeface="Verdana"/>
                <a:cs typeface="Verdana"/>
              </a:rPr>
              <a:t>P</a:t>
            </a:r>
            <a:r>
              <a:rPr sz="2667" spc="53" dirty="0">
                <a:solidFill>
                  <a:schemeClr val="accent1"/>
                </a:solidFill>
                <a:latin typeface="Verdana"/>
                <a:cs typeface="Verdana"/>
              </a:rPr>
              <a:t>r</a:t>
            </a:r>
            <a:r>
              <a:rPr sz="2667" spc="7" dirty="0">
                <a:solidFill>
                  <a:schemeClr val="accent1"/>
                </a:solidFill>
                <a:latin typeface="Verdana"/>
                <a:cs typeface="Verdana"/>
              </a:rPr>
              <a:t>e</a:t>
            </a:r>
            <a:r>
              <a:rPr sz="2667" spc="20" dirty="0">
                <a:solidFill>
                  <a:schemeClr val="accent1"/>
                </a:solidFill>
                <a:latin typeface="Verdana"/>
                <a:cs typeface="Verdana"/>
              </a:rPr>
              <a:t>v</a:t>
            </a:r>
            <a:r>
              <a:rPr sz="2667" spc="-33" dirty="0">
                <a:solidFill>
                  <a:schemeClr val="accent1"/>
                </a:solidFill>
                <a:latin typeface="Verdana"/>
                <a:cs typeface="Verdana"/>
              </a:rPr>
              <a:t>io</a:t>
            </a:r>
            <a:r>
              <a:rPr sz="2667" spc="7" dirty="0">
                <a:solidFill>
                  <a:schemeClr val="accent1"/>
                </a:solidFill>
                <a:latin typeface="Verdana"/>
                <a:cs typeface="Verdana"/>
              </a:rPr>
              <a:t>us</a:t>
            </a:r>
            <a:r>
              <a:rPr sz="2667" spc="15" dirty="0">
                <a:solidFill>
                  <a:schemeClr val="accent1"/>
                </a:solidFill>
                <a:latin typeface="Verdana"/>
                <a:cs typeface="Verdana"/>
              </a:rPr>
              <a:t>:</a:t>
            </a:r>
            <a:r>
              <a:rPr sz="2667" spc="-68" dirty="0">
                <a:solidFill>
                  <a:schemeClr val="accent1"/>
                </a:solidFill>
                <a:latin typeface="Verdana"/>
                <a:cs typeface="Verdana"/>
              </a:rPr>
              <a:t> </a:t>
            </a:r>
            <a:r>
              <a:rPr sz="2667" spc="-27" dirty="0">
                <a:solidFill>
                  <a:schemeClr val="accent1"/>
                </a:solidFill>
                <a:latin typeface="Verdana"/>
                <a:cs typeface="Verdana"/>
              </a:rPr>
              <a:t>S</a:t>
            </a:r>
            <a:r>
              <a:rPr sz="2667" spc="7" dirty="0">
                <a:solidFill>
                  <a:schemeClr val="accent1"/>
                </a:solidFill>
                <a:latin typeface="Verdana"/>
                <a:cs typeface="Verdana"/>
              </a:rPr>
              <a:t>u</a:t>
            </a:r>
            <a:r>
              <a:rPr sz="2667" spc="27" dirty="0">
                <a:solidFill>
                  <a:schemeClr val="accent1"/>
                </a:solidFill>
                <a:latin typeface="Verdana"/>
                <a:cs typeface="Verdana"/>
              </a:rPr>
              <a:t>p</a:t>
            </a:r>
            <a:r>
              <a:rPr sz="2667" spc="7" dirty="0">
                <a:solidFill>
                  <a:schemeClr val="accent1"/>
                </a:solidFill>
                <a:latin typeface="Verdana"/>
                <a:cs typeface="Verdana"/>
              </a:rPr>
              <a:t>e</a:t>
            </a:r>
            <a:r>
              <a:rPr sz="2667" spc="53" dirty="0">
                <a:solidFill>
                  <a:schemeClr val="accent1"/>
                </a:solidFill>
                <a:latin typeface="Verdana"/>
                <a:cs typeface="Verdana"/>
              </a:rPr>
              <a:t>r</a:t>
            </a:r>
            <a:r>
              <a:rPr sz="2667" spc="20" dirty="0">
                <a:solidFill>
                  <a:schemeClr val="accent1"/>
                </a:solidFill>
                <a:latin typeface="Verdana"/>
                <a:cs typeface="Verdana"/>
              </a:rPr>
              <a:t>v</a:t>
            </a:r>
            <a:r>
              <a:rPr sz="2667" spc="-41" dirty="0">
                <a:solidFill>
                  <a:schemeClr val="accent1"/>
                </a:solidFill>
                <a:latin typeface="Verdana"/>
                <a:cs typeface="Verdana"/>
              </a:rPr>
              <a:t>i</a:t>
            </a:r>
            <a:r>
              <a:rPr sz="2667" spc="7" dirty="0">
                <a:solidFill>
                  <a:schemeClr val="accent1"/>
                </a:solidFill>
                <a:latin typeface="Verdana"/>
                <a:cs typeface="Verdana"/>
              </a:rPr>
              <a:t>se</a:t>
            </a:r>
            <a:r>
              <a:rPr sz="2667" spc="20" dirty="0">
                <a:solidFill>
                  <a:schemeClr val="accent1"/>
                </a:solidFill>
                <a:latin typeface="Verdana"/>
                <a:cs typeface="Verdana"/>
              </a:rPr>
              <a:t>d</a:t>
            </a:r>
            <a:r>
              <a:rPr sz="2667" spc="-225" dirty="0">
                <a:solidFill>
                  <a:schemeClr val="accent1"/>
                </a:solidFill>
                <a:latin typeface="Verdana"/>
                <a:cs typeface="Verdana"/>
              </a:rPr>
              <a:t> </a:t>
            </a:r>
            <a:r>
              <a:rPr sz="2667" spc="-41" dirty="0">
                <a:solidFill>
                  <a:schemeClr val="accent1"/>
                </a:solidFill>
                <a:latin typeface="Verdana"/>
                <a:cs typeface="Verdana"/>
              </a:rPr>
              <a:t>l</a:t>
            </a:r>
            <a:r>
              <a:rPr sz="2667" spc="7" dirty="0">
                <a:solidFill>
                  <a:schemeClr val="accent1"/>
                </a:solidFill>
                <a:latin typeface="Verdana"/>
                <a:cs typeface="Verdana"/>
              </a:rPr>
              <a:t>e</a:t>
            </a:r>
            <a:r>
              <a:rPr sz="2667" spc="-7" dirty="0">
                <a:solidFill>
                  <a:schemeClr val="accent1"/>
                </a:solidFill>
                <a:latin typeface="Verdana"/>
                <a:cs typeface="Verdana"/>
              </a:rPr>
              <a:t>a</a:t>
            </a:r>
            <a:r>
              <a:rPr sz="2667" spc="53" dirty="0">
                <a:solidFill>
                  <a:schemeClr val="accent1"/>
                </a:solidFill>
                <a:latin typeface="Verdana"/>
                <a:cs typeface="Verdana"/>
              </a:rPr>
              <a:t>r</a:t>
            </a:r>
            <a:r>
              <a:rPr sz="2667" spc="7" dirty="0">
                <a:solidFill>
                  <a:schemeClr val="accent1"/>
                </a:solidFill>
                <a:latin typeface="Verdana"/>
                <a:cs typeface="Verdana"/>
              </a:rPr>
              <a:t>n</a:t>
            </a:r>
            <a:r>
              <a:rPr sz="2667" spc="-41" dirty="0">
                <a:solidFill>
                  <a:schemeClr val="accent1"/>
                </a:solidFill>
                <a:latin typeface="Verdana"/>
                <a:cs typeface="Verdana"/>
              </a:rPr>
              <a:t>i</a:t>
            </a:r>
            <a:r>
              <a:rPr sz="2667" spc="7" dirty="0">
                <a:solidFill>
                  <a:schemeClr val="accent1"/>
                </a:solidFill>
                <a:latin typeface="Verdana"/>
                <a:cs typeface="Verdana"/>
              </a:rPr>
              <a:t>n</a:t>
            </a:r>
            <a:r>
              <a:rPr sz="2667" spc="20" dirty="0">
                <a:solidFill>
                  <a:schemeClr val="accent1"/>
                </a:solidFill>
                <a:latin typeface="Verdana"/>
                <a:cs typeface="Verdana"/>
              </a:rPr>
              <a:t>g</a:t>
            </a:r>
            <a:endParaRPr sz="2667" dirty="0">
              <a:solidFill>
                <a:schemeClr val="accent1"/>
              </a:solidFill>
              <a:latin typeface="Verdana"/>
              <a:cs typeface="Verdana"/>
            </a:endParaRPr>
          </a:p>
        </p:txBody>
      </p:sp>
      <p:sp>
        <p:nvSpPr>
          <p:cNvPr id="8" name="TextBox 7">
            <a:extLst>
              <a:ext uri="{FF2B5EF4-FFF2-40B4-BE49-F238E27FC236}">
                <a16:creationId xmlns:a16="http://schemas.microsoft.com/office/drawing/2014/main" id="{6AA20076-EB64-A5A1-CB4E-E0E1AF2A960C}"/>
              </a:ext>
            </a:extLst>
          </p:cNvPr>
          <p:cNvSpPr txBox="1"/>
          <p:nvPr/>
        </p:nvSpPr>
        <p:spPr>
          <a:xfrm>
            <a:off x="417040" y="1917601"/>
            <a:ext cx="5489490" cy="2677656"/>
          </a:xfrm>
          <a:prstGeom prst="rect">
            <a:avLst/>
          </a:prstGeom>
          <a:noFill/>
        </p:spPr>
        <p:txBody>
          <a:bodyPr wrap="square">
            <a:spAutoFit/>
          </a:bodyPr>
          <a:lstStyle/>
          <a:p>
            <a:r>
              <a:rPr lang="en-US" sz="2800" dirty="0">
                <a:solidFill>
                  <a:schemeClr val="accent1"/>
                </a:solidFill>
              </a:rPr>
              <a:t>In supervised learning, we focus on input-output mappings, where each example is associated with a specific output label (Y). For example, classifying tumors as benign or malignant</a:t>
            </a:r>
            <a:endParaRPr lang="en-PS" sz="2800" dirty="0">
              <a:solidFill>
                <a:schemeClr val="accent1"/>
              </a:solidFill>
            </a:endParaRPr>
          </a:p>
        </p:txBody>
      </p:sp>
      <p:sp>
        <p:nvSpPr>
          <p:cNvPr id="10" name="TextBox 9">
            <a:extLst>
              <a:ext uri="{FF2B5EF4-FFF2-40B4-BE49-F238E27FC236}">
                <a16:creationId xmlns:a16="http://schemas.microsoft.com/office/drawing/2014/main" id="{6DD45B91-618B-3601-822F-283203F23361}"/>
              </a:ext>
            </a:extLst>
          </p:cNvPr>
          <p:cNvSpPr txBox="1"/>
          <p:nvPr/>
        </p:nvSpPr>
        <p:spPr>
          <a:xfrm>
            <a:off x="6687067" y="1917601"/>
            <a:ext cx="4915928" cy="3539430"/>
          </a:xfrm>
          <a:prstGeom prst="rect">
            <a:avLst/>
          </a:prstGeom>
          <a:noFill/>
        </p:spPr>
        <p:txBody>
          <a:bodyPr wrap="square">
            <a:spAutoFit/>
          </a:bodyPr>
          <a:lstStyle/>
          <a:p>
            <a:r>
              <a:rPr lang="en-US" sz="2800" dirty="0">
                <a:solidFill>
                  <a:srgbClr val="C00000"/>
                </a:solidFill>
              </a:rPr>
              <a:t>In contrast, unsupervised learning deals with data that lacks any output labels (Y). Consider a dataset with information on patients, tumor size, and age, but no information about tumor malignancy</a:t>
            </a:r>
            <a:endParaRPr lang="en-PS" sz="2800" dirty="0">
              <a:solidFill>
                <a:srgbClr val="C00000"/>
              </a:solidFill>
            </a:endParaRPr>
          </a:p>
        </p:txBody>
      </p:sp>
      <p:sp>
        <p:nvSpPr>
          <p:cNvPr id="11" name="object 2">
            <a:extLst>
              <a:ext uri="{FF2B5EF4-FFF2-40B4-BE49-F238E27FC236}">
                <a16:creationId xmlns:a16="http://schemas.microsoft.com/office/drawing/2014/main" id="{9020C8BA-882B-D1BC-A0A2-6683DA7767DC}"/>
              </a:ext>
            </a:extLst>
          </p:cNvPr>
          <p:cNvSpPr txBox="1"/>
          <p:nvPr/>
        </p:nvSpPr>
        <p:spPr>
          <a:xfrm>
            <a:off x="6349576" y="923576"/>
            <a:ext cx="5124027" cy="432663"/>
          </a:xfrm>
          <a:prstGeom prst="rect">
            <a:avLst/>
          </a:prstGeom>
        </p:spPr>
        <p:txBody>
          <a:bodyPr vert="horz" wrap="square" lIns="0" tIns="22015" rIns="0" bIns="0" rtlCol="0">
            <a:spAutoFit/>
          </a:bodyPr>
          <a:lstStyle/>
          <a:p>
            <a:pPr marL="16933">
              <a:spcBef>
                <a:spcPts val="175"/>
              </a:spcBef>
            </a:pPr>
            <a:r>
              <a:rPr lang="en-GB" sz="2667" spc="-15" dirty="0">
                <a:solidFill>
                  <a:srgbClr val="C00000"/>
                </a:solidFill>
                <a:latin typeface="Verdana"/>
                <a:cs typeface="Verdana"/>
              </a:rPr>
              <a:t>Now</a:t>
            </a:r>
            <a:r>
              <a:rPr sz="2667" spc="15" dirty="0">
                <a:solidFill>
                  <a:srgbClr val="C00000"/>
                </a:solidFill>
                <a:latin typeface="Verdana"/>
                <a:cs typeface="Verdana"/>
              </a:rPr>
              <a:t>:</a:t>
            </a:r>
            <a:r>
              <a:rPr sz="2667" spc="-68" dirty="0">
                <a:solidFill>
                  <a:srgbClr val="C00000"/>
                </a:solidFill>
                <a:latin typeface="Verdana"/>
                <a:cs typeface="Verdana"/>
              </a:rPr>
              <a:t> </a:t>
            </a:r>
            <a:r>
              <a:rPr lang="en-GB" sz="2667" spc="-68" dirty="0">
                <a:solidFill>
                  <a:srgbClr val="C00000"/>
                </a:solidFill>
                <a:latin typeface="Verdana"/>
                <a:cs typeface="Verdana"/>
              </a:rPr>
              <a:t>Un</a:t>
            </a:r>
            <a:r>
              <a:rPr sz="2667" spc="-27" dirty="0">
                <a:solidFill>
                  <a:srgbClr val="C00000"/>
                </a:solidFill>
                <a:latin typeface="Verdana"/>
                <a:cs typeface="Verdana"/>
              </a:rPr>
              <a:t>S</a:t>
            </a:r>
            <a:r>
              <a:rPr sz="2667" spc="7" dirty="0">
                <a:solidFill>
                  <a:srgbClr val="C00000"/>
                </a:solidFill>
                <a:latin typeface="Verdana"/>
                <a:cs typeface="Verdana"/>
              </a:rPr>
              <a:t>u</a:t>
            </a:r>
            <a:r>
              <a:rPr sz="2667" spc="27" dirty="0">
                <a:solidFill>
                  <a:srgbClr val="C00000"/>
                </a:solidFill>
                <a:latin typeface="Verdana"/>
                <a:cs typeface="Verdana"/>
              </a:rPr>
              <a:t>p</a:t>
            </a:r>
            <a:r>
              <a:rPr sz="2667" spc="7" dirty="0">
                <a:solidFill>
                  <a:srgbClr val="C00000"/>
                </a:solidFill>
                <a:latin typeface="Verdana"/>
                <a:cs typeface="Verdana"/>
              </a:rPr>
              <a:t>e</a:t>
            </a:r>
            <a:r>
              <a:rPr sz="2667" spc="53" dirty="0">
                <a:solidFill>
                  <a:srgbClr val="C00000"/>
                </a:solidFill>
                <a:latin typeface="Verdana"/>
                <a:cs typeface="Verdana"/>
              </a:rPr>
              <a:t>r</a:t>
            </a:r>
            <a:r>
              <a:rPr sz="2667" spc="20" dirty="0">
                <a:solidFill>
                  <a:srgbClr val="C00000"/>
                </a:solidFill>
                <a:latin typeface="Verdana"/>
                <a:cs typeface="Verdana"/>
              </a:rPr>
              <a:t>v</a:t>
            </a:r>
            <a:r>
              <a:rPr sz="2667" spc="-41" dirty="0">
                <a:solidFill>
                  <a:srgbClr val="C00000"/>
                </a:solidFill>
                <a:latin typeface="Verdana"/>
                <a:cs typeface="Verdana"/>
              </a:rPr>
              <a:t>i</a:t>
            </a:r>
            <a:r>
              <a:rPr sz="2667" spc="7" dirty="0">
                <a:solidFill>
                  <a:srgbClr val="C00000"/>
                </a:solidFill>
                <a:latin typeface="Verdana"/>
                <a:cs typeface="Verdana"/>
              </a:rPr>
              <a:t>se</a:t>
            </a:r>
            <a:r>
              <a:rPr sz="2667" spc="20" dirty="0">
                <a:solidFill>
                  <a:srgbClr val="C00000"/>
                </a:solidFill>
                <a:latin typeface="Verdana"/>
                <a:cs typeface="Verdana"/>
              </a:rPr>
              <a:t>d</a:t>
            </a:r>
            <a:r>
              <a:rPr sz="2667" spc="-225" dirty="0">
                <a:solidFill>
                  <a:srgbClr val="C00000"/>
                </a:solidFill>
                <a:latin typeface="Verdana"/>
                <a:cs typeface="Verdana"/>
              </a:rPr>
              <a:t> </a:t>
            </a:r>
            <a:r>
              <a:rPr sz="2667" spc="-41" dirty="0">
                <a:solidFill>
                  <a:srgbClr val="C00000"/>
                </a:solidFill>
                <a:latin typeface="Verdana"/>
                <a:cs typeface="Verdana"/>
              </a:rPr>
              <a:t>l</a:t>
            </a:r>
            <a:r>
              <a:rPr sz="2667" spc="7" dirty="0">
                <a:solidFill>
                  <a:srgbClr val="C00000"/>
                </a:solidFill>
                <a:latin typeface="Verdana"/>
                <a:cs typeface="Verdana"/>
              </a:rPr>
              <a:t>e</a:t>
            </a:r>
            <a:r>
              <a:rPr sz="2667" spc="-7" dirty="0">
                <a:solidFill>
                  <a:srgbClr val="C00000"/>
                </a:solidFill>
                <a:latin typeface="Verdana"/>
                <a:cs typeface="Verdana"/>
              </a:rPr>
              <a:t>a</a:t>
            </a:r>
            <a:r>
              <a:rPr sz="2667" spc="53" dirty="0">
                <a:solidFill>
                  <a:srgbClr val="C00000"/>
                </a:solidFill>
                <a:latin typeface="Verdana"/>
                <a:cs typeface="Verdana"/>
              </a:rPr>
              <a:t>r</a:t>
            </a:r>
            <a:r>
              <a:rPr sz="2667" spc="7" dirty="0">
                <a:solidFill>
                  <a:srgbClr val="C00000"/>
                </a:solidFill>
                <a:latin typeface="Verdana"/>
                <a:cs typeface="Verdana"/>
              </a:rPr>
              <a:t>n</a:t>
            </a:r>
            <a:r>
              <a:rPr sz="2667" spc="-41" dirty="0">
                <a:solidFill>
                  <a:srgbClr val="C00000"/>
                </a:solidFill>
                <a:latin typeface="Verdana"/>
                <a:cs typeface="Verdana"/>
              </a:rPr>
              <a:t>i</a:t>
            </a:r>
            <a:r>
              <a:rPr sz="2667" spc="7" dirty="0">
                <a:solidFill>
                  <a:srgbClr val="C00000"/>
                </a:solidFill>
                <a:latin typeface="Verdana"/>
                <a:cs typeface="Verdana"/>
              </a:rPr>
              <a:t>n</a:t>
            </a:r>
            <a:r>
              <a:rPr sz="2667" spc="20" dirty="0">
                <a:solidFill>
                  <a:srgbClr val="C00000"/>
                </a:solidFill>
                <a:latin typeface="Verdana"/>
                <a:cs typeface="Verdana"/>
              </a:rPr>
              <a:t>g</a:t>
            </a:r>
            <a:endParaRPr sz="2667" dirty="0">
              <a:solidFill>
                <a:srgbClr val="C00000"/>
              </a:solidFill>
              <a:latin typeface="Verdana"/>
              <a:cs typeface="Verdana"/>
            </a:endParaRPr>
          </a:p>
        </p:txBody>
      </p:sp>
      <p:sp>
        <p:nvSpPr>
          <p:cNvPr id="3" name="Slide Number Placeholder 2">
            <a:extLst>
              <a:ext uri="{FF2B5EF4-FFF2-40B4-BE49-F238E27FC236}">
                <a16:creationId xmlns:a16="http://schemas.microsoft.com/office/drawing/2014/main" id="{2C49DC2F-EB94-A0AB-E865-67ED67767CF6}"/>
              </a:ext>
            </a:extLst>
          </p:cNvPr>
          <p:cNvSpPr>
            <a:spLocks noGrp="1"/>
          </p:cNvSpPr>
          <p:nvPr>
            <p:ph type="sldNum" sz="quarter" idx="12"/>
          </p:nvPr>
        </p:nvSpPr>
        <p:spPr/>
        <p:txBody>
          <a:bodyPr/>
          <a:lstStyle/>
          <a:p>
            <a:fld id="{EB17D4FA-7C84-BF4C-87EB-41A15D920012}" type="slidenum">
              <a:rPr lang="en-PS" smtClean="0"/>
              <a:t>11</a:t>
            </a:fld>
            <a:endParaRPr lang="en-P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594100" y="2827361"/>
            <a:ext cx="467360" cy="938953"/>
            <a:chOff x="2695575" y="2120519"/>
            <a:chExt cx="350520" cy="704215"/>
          </a:xfrm>
        </p:grpSpPr>
        <p:sp>
          <p:nvSpPr>
            <p:cNvPr id="3" name="object 3"/>
            <p:cNvSpPr/>
            <p:nvPr/>
          </p:nvSpPr>
          <p:spPr>
            <a:xfrm>
              <a:off x="2714625" y="2507869"/>
              <a:ext cx="297815" cy="297815"/>
            </a:xfrm>
            <a:custGeom>
              <a:avLst/>
              <a:gdLst/>
              <a:ahLst/>
              <a:cxnLst/>
              <a:rect l="l" t="t" r="r" b="b"/>
              <a:pathLst>
                <a:path w="297814" h="297814">
                  <a:moveTo>
                    <a:pt x="21589" y="0"/>
                  </a:moveTo>
                  <a:lnTo>
                    <a:pt x="2539" y="18668"/>
                  </a:lnTo>
                  <a:lnTo>
                    <a:pt x="129920" y="148589"/>
                  </a:lnTo>
                  <a:lnTo>
                    <a:pt x="0" y="275970"/>
                  </a:lnTo>
                  <a:lnTo>
                    <a:pt x="18668" y="295148"/>
                  </a:lnTo>
                  <a:lnTo>
                    <a:pt x="148717" y="167767"/>
                  </a:lnTo>
                  <a:lnTo>
                    <a:pt x="276098" y="297688"/>
                  </a:lnTo>
                  <a:lnTo>
                    <a:pt x="295148" y="279019"/>
                  </a:lnTo>
                  <a:lnTo>
                    <a:pt x="167767" y="148970"/>
                  </a:lnTo>
                  <a:lnTo>
                    <a:pt x="297688" y="21589"/>
                  </a:lnTo>
                  <a:lnTo>
                    <a:pt x="279019" y="2539"/>
                  </a:lnTo>
                  <a:lnTo>
                    <a:pt x="149098" y="129920"/>
                  </a:lnTo>
                  <a:lnTo>
                    <a:pt x="21589" y="0"/>
                  </a:lnTo>
                  <a:close/>
                </a:path>
              </a:pathLst>
            </a:custGeom>
            <a:solidFill>
              <a:srgbClr val="000000"/>
            </a:solidFill>
          </p:spPr>
          <p:txBody>
            <a:bodyPr wrap="square" lIns="0" tIns="0" rIns="0" bIns="0" rtlCol="0"/>
            <a:lstStyle/>
            <a:p>
              <a:endParaRPr sz="2400"/>
            </a:p>
          </p:txBody>
        </p:sp>
        <p:sp>
          <p:nvSpPr>
            <p:cNvPr id="4" name="object 4"/>
            <p:cNvSpPr/>
            <p:nvPr/>
          </p:nvSpPr>
          <p:spPr>
            <a:xfrm>
              <a:off x="2714625" y="2507869"/>
              <a:ext cx="297815" cy="297815"/>
            </a:xfrm>
            <a:custGeom>
              <a:avLst/>
              <a:gdLst/>
              <a:ahLst/>
              <a:cxnLst/>
              <a:rect l="l" t="t" r="r" b="b"/>
              <a:pathLst>
                <a:path w="297814" h="297814">
                  <a:moveTo>
                    <a:pt x="21589" y="0"/>
                  </a:moveTo>
                  <a:lnTo>
                    <a:pt x="149098" y="129920"/>
                  </a:lnTo>
                  <a:lnTo>
                    <a:pt x="279019" y="2539"/>
                  </a:lnTo>
                  <a:lnTo>
                    <a:pt x="297688" y="21589"/>
                  </a:lnTo>
                  <a:lnTo>
                    <a:pt x="167767" y="148970"/>
                  </a:lnTo>
                  <a:lnTo>
                    <a:pt x="295148" y="279019"/>
                  </a:lnTo>
                  <a:lnTo>
                    <a:pt x="276098" y="297688"/>
                  </a:lnTo>
                  <a:lnTo>
                    <a:pt x="148717" y="167767"/>
                  </a:lnTo>
                  <a:lnTo>
                    <a:pt x="18668" y="295148"/>
                  </a:lnTo>
                  <a:lnTo>
                    <a:pt x="0" y="275970"/>
                  </a:lnTo>
                  <a:lnTo>
                    <a:pt x="129920" y="148589"/>
                  </a:lnTo>
                  <a:lnTo>
                    <a:pt x="2539" y="18668"/>
                  </a:lnTo>
                  <a:lnTo>
                    <a:pt x="21589" y="0"/>
                  </a:lnTo>
                  <a:close/>
                </a:path>
              </a:pathLst>
            </a:custGeom>
            <a:ln w="38100">
              <a:solidFill>
                <a:srgbClr val="C00000"/>
              </a:solidFill>
            </a:ln>
          </p:spPr>
          <p:txBody>
            <a:bodyPr wrap="square" lIns="0" tIns="0" rIns="0" bIns="0" rtlCol="0"/>
            <a:lstStyle/>
            <a:p>
              <a:endParaRPr sz="2400"/>
            </a:p>
          </p:txBody>
        </p:sp>
        <p:sp>
          <p:nvSpPr>
            <p:cNvPr id="5" name="object 5"/>
            <p:cNvSpPr/>
            <p:nvPr/>
          </p:nvSpPr>
          <p:spPr>
            <a:xfrm>
              <a:off x="2728976" y="2139569"/>
              <a:ext cx="297815" cy="297815"/>
            </a:xfrm>
            <a:custGeom>
              <a:avLst/>
              <a:gdLst/>
              <a:ahLst/>
              <a:cxnLst/>
              <a:rect l="l" t="t" r="r" b="b"/>
              <a:pathLst>
                <a:path w="297814" h="297814">
                  <a:moveTo>
                    <a:pt x="21590" y="0"/>
                  </a:moveTo>
                  <a:lnTo>
                    <a:pt x="2540" y="18795"/>
                  </a:lnTo>
                  <a:lnTo>
                    <a:pt x="129921" y="148717"/>
                  </a:lnTo>
                  <a:lnTo>
                    <a:pt x="0" y="276098"/>
                  </a:lnTo>
                  <a:lnTo>
                    <a:pt x="18668" y="295148"/>
                  </a:lnTo>
                  <a:lnTo>
                    <a:pt x="148590" y="167767"/>
                  </a:lnTo>
                  <a:lnTo>
                    <a:pt x="275971" y="297688"/>
                  </a:lnTo>
                  <a:lnTo>
                    <a:pt x="295148" y="279019"/>
                  </a:lnTo>
                  <a:lnTo>
                    <a:pt x="167767" y="149098"/>
                  </a:lnTo>
                  <a:lnTo>
                    <a:pt x="297688" y="21717"/>
                  </a:lnTo>
                  <a:lnTo>
                    <a:pt x="279019" y="2539"/>
                  </a:lnTo>
                  <a:lnTo>
                    <a:pt x="148971" y="130048"/>
                  </a:lnTo>
                  <a:lnTo>
                    <a:pt x="21590" y="0"/>
                  </a:lnTo>
                  <a:close/>
                </a:path>
              </a:pathLst>
            </a:custGeom>
            <a:solidFill>
              <a:srgbClr val="000000"/>
            </a:solidFill>
          </p:spPr>
          <p:txBody>
            <a:bodyPr wrap="square" lIns="0" tIns="0" rIns="0" bIns="0" rtlCol="0"/>
            <a:lstStyle/>
            <a:p>
              <a:endParaRPr sz="2400"/>
            </a:p>
          </p:txBody>
        </p:sp>
        <p:sp>
          <p:nvSpPr>
            <p:cNvPr id="6" name="object 6"/>
            <p:cNvSpPr/>
            <p:nvPr/>
          </p:nvSpPr>
          <p:spPr>
            <a:xfrm>
              <a:off x="2728976" y="2139569"/>
              <a:ext cx="297815" cy="297815"/>
            </a:xfrm>
            <a:custGeom>
              <a:avLst/>
              <a:gdLst/>
              <a:ahLst/>
              <a:cxnLst/>
              <a:rect l="l" t="t" r="r" b="b"/>
              <a:pathLst>
                <a:path w="297814" h="297814">
                  <a:moveTo>
                    <a:pt x="21590" y="0"/>
                  </a:moveTo>
                  <a:lnTo>
                    <a:pt x="148971" y="130048"/>
                  </a:lnTo>
                  <a:lnTo>
                    <a:pt x="279019" y="2539"/>
                  </a:lnTo>
                  <a:lnTo>
                    <a:pt x="297688" y="21717"/>
                  </a:lnTo>
                  <a:lnTo>
                    <a:pt x="167767" y="149098"/>
                  </a:lnTo>
                  <a:lnTo>
                    <a:pt x="295148" y="279019"/>
                  </a:lnTo>
                  <a:lnTo>
                    <a:pt x="275971" y="297688"/>
                  </a:lnTo>
                  <a:lnTo>
                    <a:pt x="148590" y="167767"/>
                  </a:lnTo>
                  <a:lnTo>
                    <a:pt x="18668" y="295148"/>
                  </a:lnTo>
                  <a:lnTo>
                    <a:pt x="0" y="276098"/>
                  </a:lnTo>
                  <a:lnTo>
                    <a:pt x="129921" y="148717"/>
                  </a:lnTo>
                  <a:lnTo>
                    <a:pt x="2540" y="18795"/>
                  </a:lnTo>
                  <a:lnTo>
                    <a:pt x="21590" y="0"/>
                  </a:lnTo>
                </a:path>
              </a:pathLst>
            </a:custGeom>
            <a:ln w="38100">
              <a:solidFill>
                <a:srgbClr val="C00000"/>
              </a:solidFill>
            </a:ln>
          </p:spPr>
          <p:txBody>
            <a:bodyPr wrap="square" lIns="0" tIns="0" rIns="0" bIns="0" rtlCol="0"/>
            <a:lstStyle/>
            <a:p>
              <a:endParaRPr sz="2400"/>
            </a:p>
          </p:txBody>
        </p:sp>
      </p:grpSp>
      <p:grpSp>
        <p:nvGrpSpPr>
          <p:cNvPr id="7" name="object 7"/>
          <p:cNvGrpSpPr/>
          <p:nvPr/>
        </p:nvGrpSpPr>
        <p:grpSpPr>
          <a:xfrm>
            <a:off x="4133937" y="2342558"/>
            <a:ext cx="447887" cy="447887"/>
            <a:chOff x="3100451" y="1756917"/>
            <a:chExt cx="335915" cy="335915"/>
          </a:xfrm>
        </p:grpSpPr>
        <p:sp>
          <p:nvSpPr>
            <p:cNvPr id="8" name="object 8"/>
            <p:cNvSpPr/>
            <p:nvPr/>
          </p:nvSpPr>
          <p:spPr>
            <a:xfrm>
              <a:off x="3119501" y="1775967"/>
              <a:ext cx="297815" cy="297815"/>
            </a:xfrm>
            <a:custGeom>
              <a:avLst/>
              <a:gdLst/>
              <a:ahLst/>
              <a:cxnLst/>
              <a:rect l="l" t="t" r="r" b="b"/>
              <a:pathLst>
                <a:path w="297814" h="297814">
                  <a:moveTo>
                    <a:pt x="21717" y="0"/>
                  </a:moveTo>
                  <a:lnTo>
                    <a:pt x="2667" y="18669"/>
                  </a:lnTo>
                  <a:lnTo>
                    <a:pt x="130048" y="148590"/>
                  </a:lnTo>
                  <a:lnTo>
                    <a:pt x="0" y="275971"/>
                  </a:lnTo>
                  <a:lnTo>
                    <a:pt x="18796" y="295148"/>
                  </a:lnTo>
                  <a:lnTo>
                    <a:pt x="148716" y="167640"/>
                  </a:lnTo>
                  <a:lnTo>
                    <a:pt x="276098" y="297688"/>
                  </a:lnTo>
                  <a:lnTo>
                    <a:pt x="295148" y="278892"/>
                  </a:lnTo>
                  <a:lnTo>
                    <a:pt x="167766" y="148971"/>
                  </a:lnTo>
                  <a:lnTo>
                    <a:pt x="297688" y="21590"/>
                  </a:lnTo>
                  <a:lnTo>
                    <a:pt x="279019" y="2540"/>
                  </a:lnTo>
                  <a:lnTo>
                    <a:pt x="149098" y="129921"/>
                  </a:lnTo>
                  <a:lnTo>
                    <a:pt x="21717" y="0"/>
                  </a:lnTo>
                  <a:close/>
                </a:path>
              </a:pathLst>
            </a:custGeom>
            <a:solidFill>
              <a:srgbClr val="000000"/>
            </a:solidFill>
          </p:spPr>
          <p:txBody>
            <a:bodyPr wrap="square" lIns="0" tIns="0" rIns="0" bIns="0" rtlCol="0"/>
            <a:lstStyle/>
            <a:p>
              <a:endParaRPr sz="2400"/>
            </a:p>
          </p:txBody>
        </p:sp>
        <p:sp>
          <p:nvSpPr>
            <p:cNvPr id="9" name="object 9"/>
            <p:cNvSpPr/>
            <p:nvPr/>
          </p:nvSpPr>
          <p:spPr>
            <a:xfrm>
              <a:off x="3119501" y="1775967"/>
              <a:ext cx="297815" cy="297815"/>
            </a:xfrm>
            <a:custGeom>
              <a:avLst/>
              <a:gdLst/>
              <a:ahLst/>
              <a:cxnLst/>
              <a:rect l="l" t="t" r="r" b="b"/>
              <a:pathLst>
                <a:path w="297814" h="297814">
                  <a:moveTo>
                    <a:pt x="21717" y="0"/>
                  </a:moveTo>
                  <a:lnTo>
                    <a:pt x="149098" y="129921"/>
                  </a:lnTo>
                  <a:lnTo>
                    <a:pt x="279019" y="2540"/>
                  </a:lnTo>
                  <a:lnTo>
                    <a:pt x="297688" y="21590"/>
                  </a:lnTo>
                  <a:lnTo>
                    <a:pt x="167766" y="148971"/>
                  </a:lnTo>
                  <a:lnTo>
                    <a:pt x="295148" y="278892"/>
                  </a:lnTo>
                  <a:lnTo>
                    <a:pt x="276098" y="297688"/>
                  </a:lnTo>
                  <a:lnTo>
                    <a:pt x="148716" y="167640"/>
                  </a:lnTo>
                  <a:lnTo>
                    <a:pt x="18796" y="295148"/>
                  </a:lnTo>
                  <a:lnTo>
                    <a:pt x="0" y="275971"/>
                  </a:lnTo>
                  <a:lnTo>
                    <a:pt x="130048" y="148590"/>
                  </a:lnTo>
                  <a:lnTo>
                    <a:pt x="2667" y="18669"/>
                  </a:lnTo>
                  <a:lnTo>
                    <a:pt x="21717" y="0"/>
                  </a:lnTo>
                  <a:close/>
                </a:path>
              </a:pathLst>
            </a:custGeom>
            <a:ln w="38100">
              <a:solidFill>
                <a:srgbClr val="C00000"/>
              </a:solidFill>
            </a:ln>
          </p:spPr>
          <p:txBody>
            <a:bodyPr wrap="square" lIns="0" tIns="0" rIns="0" bIns="0" rtlCol="0"/>
            <a:lstStyle/>
            <a:p>
              <a:endParaRPr sz="2400"/>
            </a:p>
          </p:txBody>
        </p:sp>
      </p:grpSp>
      <p:grpSp>
        <p:nvGrpSpPr>
          <p:cNvPr id="10" name="object 10"/>
          <p:cNvGrpSpPr/>
          <p:nvPr/>
        </p:nvGrpSpPr>
        <p:grpSpPr>
          <a:xfrm>
            <a:off x="4206241" y="3073909"/>
            <a:ext cx="447887" cy="447887"/>
            <a:chOff x="3154679" y="2305430"/>
            <a:chExt cx="335915" cy="335915"/>
          </a:xfrm>
        </p:grpSpPr>
        <p:sp>
          <p:nvSpPr>
            <p:cNvPr id="11" name="object 11"/>
            <p:cNvSpPr/>
            <p:nvPr/>
          </p:nvSpPr>
          <p:spPr>
            <a:xfrm>
              <a:off x="3173729" y="2324480"/>
              <a:ext cx="297815" cy="297815"/>
            </a:xfrm>
            <a:custGeom>
              <a:avLst/>
              <a:gdLst/>
              <a:ahLst/>
              <a:cxnLst/>
              <a:rect l="l" t="t" r="r" b="b"/>
              <a:pathLst>
                <a:path w="297814" h="297814">
                  <a:moveTo>
                    <a:pt x="21589" y="0"/>
                  </a:moveTo>
                  <a:lnTo>
                    <a:pt x="2539" y="18668"/>
                  </a:lnTo>
                  <a:lnTo>
                    <a:pt x="129920" y="148589"/>
                  </a:lnTo>
                  <a:lnTo>
                    <a:pt x="0" y="276098"/>
                  </a:lnTo>
                  <a:lnTo>
                    <a:pt x="18668" y="295148"/>
                  </a:lnTo>
                  <a:lnTo>
                    <a:pt x="148590" y="167767"/>
                  </a:lnTo>
                  <a:lnTo>
                    <a:pt x="275970" y="297688"/>
                  </a:lnTo>
                  <a:lnTo>
                    <a:pt x="295147" y="279019"/>
                  </a:lnTo>
                  <a:lnTo>
                    <a:pt x="167640" y="148970"/>
                  </a:lnTo>
                  <a:lnTo>
                    <a:pt x="297687" y="21589"/>
                  </a:lnTo>
                  <a:lnTo>
                    <a:pt x="278892" y="2539"/>
                  </a:lnTo>
                  <a:lnTo>
                    <a:pt x="148970" y="129920"/>
                  </a:lnTo>
                  <a:lnTo>
                    <a:pt x="21589" y="0"/>
                  </a:lnTo>
                  <a:close/>
                </a:path>
              </a:pathLst>
            </a:custGeom>
            <a:solidFill>
              <a:srgbClr val="000000"/>
            </a:solidFill>
          </p:spPr>
          <p:txBody>
            <a:bodyPr wrap="square" lIns="0" tIns="0" rIns="0" bIns="0" rtlCol="0"/>
            <a:lstStyle/>
            <a:p>
              <a:endParaRPr sz="2400"/>
            </a:p>
          </p:txBody>
        </p:sp>
        <p:sp>
          <p:nvSpPr>
            <p:cNvPr id="12" name="object 12"/>
            <p:cNvSpPr/>
            <p:nvPr/>
          </p:nvSpPr>
          <p:spPr>
            <a:xfrm>
              <a:off x="3173729" y="2324480"/>
              <a:ext cx="297815" cy="297815"/>
            </a:xfrm>
            <a:custGeom>
              <a:avLst/>
              <a:gdLst/>
              <a:ahLst/>
              <a:cxnLst/>
              <a:rect l="l" t="t" r="r" b="b"/>
              <a:pathLst>
                <a:path w="297814" h="297814">
                  <a:moveTo>
                    <a:pt x="21589" y="0"/>
                  </a:moveTo>
                  <a:lnTo>
                    <a:pt x="148970" y="129920"/>
                  </a:lnTo>
                  <a:lnTo>
                    <a:pt x="278892" y="2539"/>
                  </a:lnTo>
                  <a:lnTo>
                    <a:pt x="297687" y="21589"/>
                  </a:lnTo>
                  <a:lnTo>
                    <a:pt x="167640" y="148970"/>
                  </a:lnTo>
                  <a:lnTo>
                    <a:pt x="295147" y="279019"/>
                  </a:lnTo>
                  <a:lnTo>
                    <a:pt x="275970" y="297688"/>
                  </a:lnTo>
                  <a:lnTo>
                    <a:pt x="148590" y="167767"/>
                  </a:lnTo>
                  <a:lnTo>
                    <a:pt x="18668" y="295148"/>
                  </a:lnTo>
                  <a:lnTo>
                    <a:pt x="0" y="276098"/>
                  </a:lnTo>
                  <a:lnTo>
                    <a:pt x="129920" y="148589"/>
                  </a:lnTo>
                  <a:lnTo>
                    <a:pt x="2539" y="18668"/>
                  </a:lnTo>
                  <a:lnTo>
                    <a:pt x="21589" y="0"/>
                  </a:lnTo>
                  <a:close/>
                </a:path>
              </a:pathLst>
            </a:custGeom>
            <a:ln w="38100">
              <a:solidFill>
                <a:srgbClr val="C00000"/>
              </a:solidFill>
            </a:ln>
          </p:spPr>
          <p:txBody>
            <a:bodyPr wrap="square" lIns="0" tIns="0" rIns="0" bIns="0" rtlCol="0"/>
            <a:lstStyle/>
            <a:p>
              <a:endParaRPr sz="2400"/>
            </a:p>
          </p:txBody>
        </p:sp>
      </p:grpSp>
      <p:sp>
        <p:nvSpPr>
          <p:cNvPr id="13" name="object 13"/>
          <p:cNvSpPr txBox="1"/>
          <p:nvPr/>
        </p:nvSpPr>
        <p:spPr>
          <a:xfrm>
            <a:off x="57151" y="3531447"/>
            <a:ext cx="683260" cy="510396"/>
          </a:xfrm>
          <a:prstGeom prst="rect">
            <a:avLst/>
          </a:prstGeom>
        </p:spPr>
        <p:txBody>
          <a:bodyPr vert="horz" wrap="square" lIns="0" tIns="17780" rIns="0" bIns="0" rtlCol="0">
            <a:spAutoFit/>
          </a:bodyPr>
          <a:lstStyle/>
          <a:p>
            <a:pPr marL="16933">
              <a:spcBef>
                <a:spcPts val="140"/>
              </a:spcBef>
            </a:pPr>
            <a:r>
              <a:rPr sz="3200" spc="-80" dirty="0">
                <a:latin typeface="Arial MT"/>
                <a:cs typeface="Arial MT"/>
              </a:rPr>
              <a:t>age</a:t>
            </a:r>
            <a:endParaRPr sz="3200">
              <a:latin typeface="Arial MT"/>
              <a:cs typeface="Arial MT"/>
            </a:endParaRPr>
          </a:p>
        </p:txBody>
      </p:sp>
      <p:sp>
        <p:nvSpPr>
          <p:cNvPr id="14" name="object 14"/>
          <p:cNvSpPr/>
          <p:nvPr/>
        </p:nvSpPr>
        <p:spPr>
          <a:xfrm>
            <a:off x="520702" y="5169001"/>
            <a:ext cx="4970780" cy="304800"/>
          </a:xfrm>
          <a:custGeom>
            <a:avLst/>
            <a:gdLst/>
            <a:ahLst/>
            <a:cxnLst/>
            <a:rect l="l" t="t" r="r" b="b"/>
            <a:pathLst>
              <a:path w="3728085" h="228600">
                <a:moveTo>
                  <a:pt x="3668618" y="114223"/>
                </a:moveTo>
                <a:lnTo>
                  <a:pt x="3571875" y="194843"/>
                </a:lnTo>
                <a:lnTo>
                  <a:pt x="3567102" y="200738"/>
                </a:lnTo>
                <a:lnTo>
                  <a:pt x="3565032" y="207749"/>
                </a:lnTo>
                <a:lnTo>
                  <a:pt x="3565749" y="215013"/>
                </a:lnTo>
                <a:lnTo>
                  <a:pt x="3569335" y="221665"/>
                </a:lnTo>
                <a:lnTo>
                  <a:pt x="3575238" y="226408"/>
                </a:lnTo>
                <a:lnTo>
                  <a:pt x="3582273" y="228447"/>
                </a:lnTo>
                <a:lnTo>
                  <a:pt x="3589569" y="227705"/>
                </a:lnTo>
                <a:lnTo>
                  <a:pt x="3596259" y="224104"/>
                </a:lnTo>
                <a:lnTo>
                  <a:pt x="3705230" y="133273"/>
                </a:lnTo>
                <a:lnTo>
                  <a:pt x="3698366" y="133273"/>
                </a:lnTo>
                <a:lnTo>
                  <a:pt x="3698366" y="128854"/>
                </a:lnTo>
                <a:lnTo>
                  <a:pt x="3686175" y="128854"/>
                </a:lnTo>
                <a:lnTo>
                  <a:pt x="3668618" y="114223"/>
                </a:lnTo>
                <a:close/>
              </a:path>
              <a:path w="3728085" h="228600">
                <a:moveTo>
                  <a:pt x="3645758" y="95173"/>
                </a:moveTo>
                <a:lnTo>
                  <a:pt x="0" y="95173"/>
                </a:lnTo>
                <a:lnTo>
                  <a:pt x="0" y="133273"/>
                </a:lnTo>
                <a:lnTo>
                  <a:pt x="3645758" y="133273"/>
                </a:lnTo>
                <a:lnTo>
                  <a:pt x="3668618" y="114223"/>
                </a:lnTo>
                <a:lnTo>
                  <a:pt x="3645758" y="95173"/>
                </a:lnTo>
                <a:close/>
              </a:path>
              <a:path w="3728085" h="228600">
                <a:moveTo>
                  <a:pt x="3705230" y="95173"/>
                </a:moveTo>
                <a:lnTo>
                  <a:pt x="3698366" y="95173"/>
                </a:lnTo>
                <a:lnTo>
                  <a:pt x="3698366" y="133273"/>
                </a:lnTo>
                <a:lnTo>
                  <a:pt x="3705230" y="133273"/>
                </a:lnTo>
                <a:lnTo>
                  <a:pt x="3728085" y="114223"/>
                </a:lnTo>
                <a:lnTo>
                  <a:pt x="3705230" y="95173"/>
                </a:lnTo>
                <a:close/>
              </a:path>
              <a:path w="3728085" h="228600">
                <a:moveTo>
                  <a:pt x="3686175" y="99593"/>
                </a:moveTo>
                <a:lnTo>
                  <a:pt x="3668618" y="114223"/>
                </a:lnTo>
                <a:lnTo>
                  <a:pt x="3686175" y="128854"/>
                </a:lnTo>
                <a:lnTo>
                  <a:pt x="3686175" y="99593"/>
                </a:lnTo>
                <a:close/>
              </a:path>
              <a:path w="3728085" h="228600">
                <a:moveTo>
                  <a:pt x="3698366" y="99593"/>
                </a:moveTo>
                <a:lnTo>
                  <a:pt x="3686175" y="99593"/>
                </a:lnTo>
                <a:lnTo>
                  <a:pt x="3686175" y="128854"/>
                </a:lnTo>
                <a:lnTo>
                  <a:pt x="3698366" y="128854"/>
                </a:lnTo>
                <a:lnTo>
                  <a:pt x="3698366" y="99593"/>
                </a:lnTo>
                <a:close/>
              </a:path>
              <a:path w="3728085" h="228600">
                <a:moveTo>
                  <a:pt x="3582273" y="0"/>
                </a:moveTo>
                <a:lnTo>
                  <a:pt x="3575238" y="2039"/>
                </a:lnTo>
                <a:lnTo>
                  <a:pt x="3569335" y="6781"/>
                </a:lnTo>
                <a:lnTo>
                  <a:pt x="3565749" y="13433"/>
                </a:lnTo>
                <a:lnTo>
                  <a:pt x="3565032" y="20697"/>
                </a:lnTo>
                <a:lnTo>
                  <a:pt x="3567102" y="27709"/>
                </a:lnTo>
                <a:lnTo>
                  <a:pt x="3571875" y="33604"/>
                </a:lnTo>
                <a:lnTo>
                  <a:pt x="3668618" y="114223"/>
                </a:lnTo>
                <a:lnTo>
                  <a:pt x="3686175" y="99593"/>
                </a:lnTo>
                <a:lnTo>
                  <a:pt x="3698366" y="99593"/>
                </a:lnTo>
                <a:lnTo>
                  <a:pt x="3698366" y="95173"/>
                </a:lnTo>
                <a:lnTo>
                  <a:pt x="3705230" y="95173"/>
                </a:lnTo>
                <a:lnTo>
                  <a:pt x="3596259" y="4343"/>
                </a:lnTo>
                <a:lnTo>
                  <a:pt x="3589569" y="741"/>
                </a:lnTo>
                <a:lnTo>
                  <a:pt x="3582273" y="0"/>
                </a:lnTo>
                <a:close/>
              </a:path>
            </a:pathLst>
          </a:custGeom>
          <a:solidFill>
            <a:srgbClr val="000000"/>
          </a:solidFill>
        </p:spPr>
        <p:txBody>
          <a:bodyPr wrap="square" lIns="0" tIns="0" rIns="0" bIns="0" rtlCol="0"/>
          <a:lstStyle/>
          <a:p>
            <a:endParaRPr sz="2400"/>
          </a:p>
        </p:txBody>
      </p:sp>
      <p:sp>
        <p:nvSpPr>
          <p:cNvPr id="15" name="object 15"/>
          <p:cNvSpPr txBox="1"/>
          <p:nvPr/>
        </p:nvSpPr>
        <p:spPr>
          <a:xfrm>
            <a:off x="2054354" y="5350089"/>
            <a:ext cx="1900767" cy="509541"/>
          </a:xfrm>
          <a:prstGeom prst="rect">
            <a:avLst/>
          </a:prstGeom>
        </p:spPr>
        <p:txBody>
          <a:bodyPr vert="horz" wrap="square" lIns="0" tIns="16933" rIns="0" bIns="0" rtlCol="0">
            <a:spAutoFit/>
          </a:bodyPr>
          <a:lstStyle/>
          <a:p>
            <a:pPr marL="16933">
              <a:spcBef>
                <a:spcPts val="133"/>
              </a:spcBef>
            </a:pPr>
            <a:r>
              <a:rPr sz="3200" spc="-7" dirty="0">
                <a:latin typeface="Arial MT"/>
                <a:cs typeface="Arial MT"/>
              </a:rPr>
              <a:t>tumor</a:t>
            </a:r>
            <a:r>
              <a:rPr sz="3200" spc="-68" dirty="0">
                <a:latin typeface="Arial MT"/>
                <a:cs typeface="Arial MT"/>
              </a:rPr>
              <a:t> </a:t>
            </a:r>
            <a:r>
              <a:rPr sz="3200" spc="-27" dirty="0">
                <a:latin typeface="Arial MT"/>
                <a:cs typeface="Arial MT"/>
              </a:rPr>
              <a:t>size</a:t>
            </a:r>
            <a:endParaRPr sz="3200">
              <a:latin typeface="Arial MT"/>
              <a:cs typeface="Arial MT"/>
            </a:endParaRPr>
          </a:p>
        </p:txBody>
      </p:sp>
      <p:sp>
        <p:nvSpPr>
          <p:cNvPr id="16" name="object 16"/>
          <p:cNvSpPr txBox="1"/>
          <p:nvPr/>
        </p:nvSpPr>
        <p:spPr>
          <a:xfrm>
            <a:off x="580813" y="407964"/>
            <a:ext cx="4171527" cy="1242819"/>
          </a:xfrm>
          <a:prstGeom prst="rect">
            <a:avLst/>
          </a:prstGeom>
        </p:spPr>
        <p:txBody>
          <a:bodyPr vert="horz" wrap="square" lIns="0" tIns="9313" rIns="0" bIns="0" rtlCol="0">
            <a:spAutoFit/>
          </a:bodyPr>
          <a:lstStyle/>
          <a:p>
            <a:pPr marL="16933" marR="6773" indent="9313">
              <a:lnSpc>
                <a:spcPct val="103000"/>
              </a:lnSpc>
              <a:spcBef>
                <a:spcPts val="73"/>
              </a:spcBef>
            </a:pPr>
            <a:r>
              <a:rPr sz="2667" spc="15" dirty="0">
                <a:latin typeface="Verdana"/>
                <a:cs typeface="Verdana"/>
              </a:rPr>
              <a:t>Supervised </a:t>
            </a:r>
            <a:r>
              <a:rPr sz="2667" spc="7" dirty="0">
                <a:latin typeface="Verdana"/>
                <a:cs typeface="Verdana"/>
              </a:rPr>
              <a:t>learning </a:t>
            </a:r>
            <a:r>
              <a:rPr sz="2667" spc="15" dirty="0">
                <a:latin typeface="Verdana"/>
                <a:cs typeface="Verdana"/>
              </a:rPr>
              <a:t> Learn </a:t>
            </a:r>
            <a:r>
              <a:rPr sz="2667" spc="27" dirty="0">
                <a:latin typeface="Verdana"/>
                <a:cs typeface="Verdana"/>
              </a:rPr>
              <a:t>from </a:t>
            </a:r>
            <a:r>
              <a:rPr sz="2667" spc="20" dirty="0">
                <a:latin typeface="Verdana"/>
                <a:cs typeface="Verdana"/>
              </a:rPr>
              <a:t>data </a:t>
            </a:r>
            <a:r>
              <a:rPr sz="2667" spc="-7" dirty="0">
                <a:solidFill>
                  <a:srgbClr val="0096FF"/>
                </a:solidFill>
                <a:latin typeface="Verdana"/>
                <a:cs typeface="Verdana"/>
              </a:rPr>
              <a:t>labeled </a:t>
            </a:r>
            <a:r>
              <a:rPr sz="2667" spc="-921" dirty="0">
                <a:solidFill>
                  <a:srgbClr val="0096FF"/>
                </a:solidFill>
                <a:latin typeface="Verdana"/>
                <a:cs typeface="Verdana"/>
              </a:rPr>
              <a:t> </a:t>
            </a:r>
            <a:r>
              <a:rPr sz="2667" spc="7" dirty="0">
                <a:latin typeface="Verdana"/>
                <a:cs typeface="Verdana"/>
              </a:rPr>
              <a:t>with</a:t>
            </a:r>
            <a:r>
              <a:rPr sz="2667" spc="-60" dirty="0">
                <a:latin typeface="Verdana"/>
                <a:cs typeface="Verdana"/>
              </a:rPr>
              <a:t> </a:t>
            </a:r>
            <a:r>
              <a:rPr sz="2667" spc="20" dirty="0">
                <a:latin typeface="Verdana"/>
                <a:cs typeface="Verdana"/>
              </a:rPr>
              <a:t>the</a:t>
            </a:r>
            <a:r>
              <a:rPr sz="2667" spc="-153" dirty="0">
                <a:latin typeface="Verdana"/>
                <a:cs typeface="Verdana"/>
              </a:rPr>
              <a:t> </a:t>
            </a:r>
            <a:r>
              <a:rPr sz="2667" spc="7" dirty="0">
                <a:latin typeface="Verdana"/>
                <a:cs typeface="Verdana"/>
              </a:rPr>
              <a:t>“</a:t>
            </a:r>
            <a:r>
              <a:rPr sz="2667" spc="7" dirty="0">
                <a:solidFill>
                  <a:srgbClr val="C00000"/>
                </a:solidFill>
                <a:latin typeface="Verdana"/>
                <a:cs typeface="Verdana"/>
              </a:rPr>
              <a:t>right</a:t>
            </a:r>
            <a:r>
              <a:rPr sz="2667" spc="-113" dirty="0">
                <a:solidFill>
                  <a:srgbClr val="C00000"/>
                </a:solidFill>
                <a:latin typeface="Verdana"/>
                <a:cs typeface="Verdana"/>
              </a:rPr>
              <a:t> </a:t>
            </a:r>
            <a:r>
              <a:rPr sz="2667" spc="15" dirty="0">
                <a:solidFill>
                  <a:srgbClr val="C00000"/>
                </a:solidFill>
                <a:latin typeface="Verdana"/>
                <a:cs typeface="Verdana"/>
              </a:rPr>
              <a:t>answers</a:t>
            </a:r>
            <a:r>
              <a:rPr sz="2667" spc="15" dirty="0">
                <a:latin typeface="Verdana"/>
                <a:cs typeface="Verdana"/>
              </a:rPr>
              <a:t>”</a:t>
            </a:r>
            <a:endParaRPr sz="2667">
              <a:latin typeface="Verdana"/>
              <a:cs typeface="Verdana"/>
            </a:endParaRPr>
          </a:p>
        </p:txBody>
      </p:sp>
      <p:grpSp>
        <p:nvGrpSpPr>
          <p:cNvPr id="17" name="object 17"/>
          <p:cNvGrpSpPr/>
          <p:nvPr/>
        </p:nvGrpSpPr>
        <p:grpSpPr>
          <a:xfrm>
            <a:off x="724583" y="2324102"/>
            <a:ext cx="2987887" cy="3349413"/>
            <a:chOff x="543436" y="1743075"/>
            <a:chExt cx="2240915" cy="2512060"/>
          </a:xfrm>
        </p:grpSpPr>
        <p:sp>
          <p:nvSpPr>
            <p:cNvPr id="18" name="object 18"/>
            <p:cNvSpPr/>
            <p:nvPr/>
          </p:nvSpPr>
          <p:spPr>
            <a:xfrm>
              <a:off x="871537" y="2690875"/>
              <a:ext cx="1000760" cy="1066800"/>
            </a:xfrm>
            <a:custGeom>
              <a:avLst/>
              <a:gdLst/>
              <a:ahLst/>
              <a:cxnLst/>
              <a:rect l="l" t="t" r="r" b="b"/>
              <a:pathLst>
                <a:path w="1000760" h="1066800">
                  <a:moveTo>
                    <a:pt x="0" y="485775"/>
                  </a:moveTo>
                  <a:lnTo>
                    <a:pt x="7527" y="437592"/>
                  </a:lnTo>
                  <a:lnTo>
                    <a:pt x="28486" y="395755"/>
                  </a:lnTo>
                  <a:lnTo>
                    <a:pt x="60446" y="362769"/>
                  </a:lnTo>
                  <a:lnTo>
                    <a:pt x="100974" y="341141"/>
                  </a:lnTo>
                  <a:lnTo>
                    <a:pt x="147637" y="333375"/>
                  </a:lnTo>
                  <a:lnTo>
                    <a:pt x="194300" y="341141"/>
                  </a:lnTo>
                  <a:lnTo>
                    <a:pt x="234828" y="362769"/>
                  </a:lnTo>
                  <a:lnTo>
                    <a:pt x="266788" y="395755"/>
                  </a:lnTo>
                  <a:lnTo>
                    <a:pt x="287747" y="437592"/>
                  </a:lnTo>
                  <a:lnTo>
                    <a:pt x="295275" y="485775"/>
                  </a:lnTo>
                  <a:lnTo>
                    <a:pt x="287747" y="533909"/>
                  </a:lnTo>
                  <a:lnTo>
                    <a:pt x="266788" y="575739"/>
                  </a:lnTo>
                  <a:lnTo>
                    <a:pt x="234828" y="608743"/>
                  </a:lnTo>
                  <a:lnTo>
                    <a:pt x="194300" y="630396"/>
                  </a:lnTo>
                  <a:lnTo>
                    <a:pt x="147637" y="638175"/>
                  </a:lnTo>
                  <a:lnTo>
                    <a:pt x="100974" y="630396"/>
                  </a:lnTo>
                  <a:lnTo>
                    <a:pt x="60446" y="608743"/>
                  </a:lnTo>
                  <a:lnTo>
                    <a:pt x="28486" y="575739"/>
                  </a:lnTo>
                  <a:lnTo>
                    <a:pt x="7527" y="533909"/>
                  </a:lnTo>
                  <a:lnTo>
                    <a:pt x="0" y="485775"/>
                  </a:lnTo>
                  <a:close/>
                </a:path>
                <a:path w="1000760" h="1066800">
                  <a:moveTo>
                    <a:pt x="695388" y="485775"/>
                  </a:moveTo>
                  <a:lnTo>
                    <a:pt x="702908" y="437592"/>
                  </a:lnTo>
                  <a:lnTo>
                    <a:pt x="723852" y="395755"/>
                  </a:lnTo>
                  <a:lnTo>
                    <a:pt x="755793" y="362769"/>
                  </a:lnTo>
                  <a:lnTo>
                    <a:pt x="796305" y="341141"/>
                  </a:lnTo>
                  <a:lnTo>
                    <a:pt x="842962" y="333375"/>
                  </a:lnTo>
                  <a:lnTo>
                    <a:pt x="889632" y="341141"/>
                  </a:lnTo>
                  <a:lnTo>
                    <a:pt x="930175" y="362769"/>
                  </a:lnTo>
                  <a:lnTo>
                    <a:pt x="962154" y="395755"/>
                  </a:lnTo>
                  <a:lnTo>
                    <a:pt x="983129" y="437592"/>
                  </a:lnTo>
                  <a:lnTo>
                    <a:pt x="990663" y="485775"/>
                  </a:lnTo>
                  <a:lnTo>
                    <a:pt x="983129" y="533909"/>
                  </a:lnTo>
                  <a:lnTo>
                    <a:pt x="962154" y="575739"/>
                  </a:lnTo>
                  <a:lnTo>
                    <a:pt x="930175" y="608743"/>
                  </a:lnTo>
                  <a:lnTo>
                    <a:pt x="889632" y="630396"/>
                  </a:lnTo>
                  <a:lnTo>
                    <a:pt x="842962" y="638175"/>
                  </a:lnTo>
                  <a:lnTo>
                    <a:pt x="796305" y="630396"/>
                  </a:lnTo>
                  <a:lnTo>
                    <a:pt x="755793" y="608743"/>
                  </a:lnTo>
                  <a:lnTo>
                    <a:pt x="723852" y="575739"/>
                  </a:lnTo>
                  <a:lnTo>
                    <a:pt x="702908" y="533909"/>
                  </a:lnTo>
                  <a:lnTo>
                    <a:pt x="695388" y="485775"/>
                  </a:lnTo>
                  <a:close/>
                </a:path>
                <a:path w="1000760" h="1066800">
                  <a:moveTo>
                    <a:pt x="381000" y="147574"/>
                  </a:moveTo>
                  <a:lnTo>
                    <a:pt x="388772" y="100917"/>
                  </a:lnTo>
                  <a:lnTo>
                    <a:pt x="410417" y="60405"/>
                  </a:lnTo>
                  <a:lnTo>
                    <a:pt x="443421" y="28464"/>
                  </a:lnTo>
                  <a:lnTo>
                    <a:pt x="485274" y="7520"/>
                  </a:lnTo>
                  <a:lnTo>
                    <a:pt x="533463" y="0"/>
                  </a:lnTo>
                  <a:lnTo>
                    <a:pt x="581597" y="7520"/>
                  </a:lnTo>
                  <a:lnTo>
                    <a:pt x="623428" y="28464"/>
                  </a:lnTo>
                  <a:lnTo>
                    <a:pt x="656432" y="60405"/>
                  </a:lnTo>
                  <a:lnTo>
                    <a:pt x="678085" y="100917"/>
                  </a:lnTo>
                  <a:lnTo>
                    <a:pt x="685863" y="147574"/>
                  </a:lnTo>
                  <a:lnTo>
                    <a:pt x="678085" y="194243"/>
                  </a:lnTo>
                  <a:lnTo>
                    <a:pt x="656432" y="234787"/>
                  </a:lnTo>
                  <a:lnTo>
                    <a:pt x="623428" y="266766"/>
                  </a:lnTo>
                  <a:lnTo>
                    <a:pt x="581597" y="287741"/>
                  </a:lnTo>
                  <a:lnTo>
                    <a:pt x="533463" y="295275"/>
                  </a:lnTo>
                  <a:lnTo>
                    <a:pt x="485274" y="287741"/>
                  </a:lnTo>
                  <a:lnTo>
                    <a:pt x="443421" y="266766"/>
                  </a:lnTo>
                  <a:lnTo>
                    <a:pt x="410417" y="234787"/>
                  </a:lnTo>
                  <a:lnTo>
                    <a:pt x="388772" y="194243"/>
                  </a:lnTo>
                  <a:lnTo>
                    <a:pt x="381000" y="147574"/>
                  </a:lnTo>
                  <a:close/>
                </a:path>
                <a:path w="1000760" h="1066800">
                  <a:moveTo>
                    <a:pt x="704913" y="919099"/>
                  </a:moveTo>
                  <a:lnTo>
                    <a:pt x="712433" y="872442"/>
                  </a:lnTo>
                  <a:lnTo>
                    <a:pt x="733377" y="831930"/>
                  </a:lnTo>
                  <a:lnTo>
                    <a:pt x="765318" y="799989"/>
                  </a:lnTo>
                  <a:lnTo>
                    <a:pt x="805830" y="779045"/>
                  </a:lnTo>
                  <a:lnTo>
                    <a:pt x="852487" y="771525"/>
                  </a:lnTo>
                  <a:lnTo>
                    <a:pt x="899157" y="779045"/>
                  </a:lnTo>
                  <a:lnTo>
                    <a:pt x="939700" y="799989"/>
                  </a:lnTo>
                  <a:lnTo>
                    <a:pt x="971679" y="831930"/>
                  </a:lnTo>
                  <a:lnTo>
                    <a:pt x="992654" y="872442"/>
                  </a:lnTo>
                  <a:lnTo>
                    <a:pt x="1000188" y="919099"/>
                  </a:lnTo>
                  <a:lnTo>
                    <a:pt x="992654" y="965768"/>
                  </a:lnTo>
                  <a:lnTo>
                    <a:pt x="971679" y="1006312"/>
                  </a:lnTo>
                  <a:lnTo>
                    <a:pt x="939700" y="1038291"/>
                  </a:lnTo>
                  <a:lnTo>
                    <a:pt x="899157" y="1059266"/>
                  </a:lnTo>
                  <a:lnTo>
                    <a:pt x="852487" y="1066800"/>
                  </a:lnTo>
                  <a:lnTo>
                    <a:pt x="805830" y="1059266"/>
                  </a:lnTo>
                  <a:lnTo>
                    <a:pt x="765318" y="1038291"/>
                  </a:lnTo>
                  <a:lnTo>
                    <a:pt x="733377" y="1006312"/>
                  </a:lnTo>
                  <a:lnTo>
                    <a:pt x="712433" y="965768"/>
                  </a:lnTo>
                  <a:lnTo>
                    <a:pt x="704913" y="919099"/>
                  </a:lnTo>
                  <a:close/>
                </a:path>
              </a:pathLst>
            </a:custGeom>
            <a:ln w="44450">
              <a:solidFill>
                <a:srgbClr val="7030A0"/>
              </a:solidFill>
            </a:ln>
          </p:spPr>
          <p:txBody>
            <a:bodyPr wrap="square" lIns="0" tIns="0" rIns="0" bIns="0" rtlCol="0"/>
            <a:lstStyle/>
            <a:p>
              <a:endParaRPr sz="2400"/>
            </a:p>
          </p:txBody>
        </p:sp>
        <p:sp>
          <p:nvSpPr>
            <p:cNvPr id="19" name="object 19"/>
            <p:cNvSpPr/>
            <p:nvPr/>
          </p:nvSpPr>
          <p:spPr>
            <a:xfrm>
              <a:off x="784910" y="1774926"/>
              <a:ext cx="1999614" cy="2171700"/>
            </a:xfrm>
            <a:custGeom>
              <a:avLst/>
              <a:gdLst/>
              <a:ahLst/>
              <a:cxnLst/>
              <a:rect l="l" t="t" r="r" b="b"/>
              <a:pathLst>
                <a:path w="1999614" h="2171700">
                  <a:moveTo>
                    <a:pt x="1998802" y="2146300"/>
                  </a:moveTo>
                  <a:lnTo>
                    <a:pt x="1977339" y="2146300"/>
                  </a:lnTo>
                  <a:lnTo>
                    <a:pt x="1977720" y="2159000"/>
                  </a:lnTo>
                  <a:lnTo>
                    <a:pt x="1977847" y="2171700"/>
                  </a:lnTo>
                  <a:lnTo>
                    <a:pt x="1999056" y="2171700"/>
                  </a:lnTo>
                  <a:lnTo>
                    <a:pt x="1999183" y="2159000"/>
                  </a:lnTo>
                  <a:lnTo>
                    <a:pt x="1998802" y="2146300"/>
                  </a:lnTo>
                  <a:close/>
                </a:path>
                <a:path w="1999614" h="2171700">
                  <a:moveTo>
                    <a:pt x="1976577" y="2133600"/>
                  </a:moveTo>
                  <a:lnTo>
                    <a:pt x="1975815" y="2133600"/>
                  </a:lnTo>
                  <a:lnTo>
                    <a:pt x="1976450" y="2146300"/>
                  </a:lnTo>
                  <a:lnTo>
                    <a:pt x="1976577" y="2133600"/>
                  </a:lnTo>
                  <a:close/>
                </a:path>
                <a:path w="1999614" h="2171700">
                  <a:moveTo>
                    <a:pt x="1976577" y="2133600"/>
                  </a:moveTo>
                  <a:lnTo>
                    <a:pt x="1976577" y="2146300"/>
                  </a:lnTo>
                  <a:lnTo>
                    <a:pt x="1977085" y="2146300"/>
                  </a:lnTo>
                  <a:lnTo>
                    <a:pt x="1976577" y="2133600"/>
                  </a:lnTo>
                  <a:close/>
                </a:path>
                <a:path w="1999614" h="2171700">
                  <a:moveTo>
                    <a:pt x="1997532" y="2133600"/>
                  </a:moveTo>
                  <a:lnTo>
                    <a:pt x="1976577" y="2133600"/>
                  </a:lnTo>
                  <a:lnTo>
                    <a:pt x="1977085" y="2146300"/>
                  </a:lnTo>
                  <a:lnTo>
                    <a:pt x="1998167" y="2146300"/>
                  </a:lnTo>
                  <a:lnTo>
                    <a:pt x="1997532" y="2133600"/>
                  </a:lnTo>
                  <a:close/>
                </a:path>
                <a:path w="1999614" h="2171700">
                  <a:moveTo>
                    <a:pt x="1997913" y="2133600"/>
                  </a:moveTo>
                  <a:lnTo>
                    <a:pt x="1997532" y="2133600"/>
                  </a:lnTo>
                  <a:lnTo>
                    <a:pt x="1998167" y="2146300"/>
                  </a:lnTo>
                  <a:lnTo>
                    <a:pt x="1998167" y="2138679"/>
                  </a:lnTo>
                  <a:lnTo>
                    <a:pt x="1997913" y="2133600"/>
                  </a:lnTo>
                  <a:close/>
                </a:path>
                <a:path w="1999614" h="2171700">
                  <a:moveTo>
                    <a:pt x="1998167" y="2138679"/>
                  </a:moveTo>
                  <a:lnTo>
                    <a:pt x="1998167" y="2146300"/>
                  </a:lnTo>
                  <a:lnTo>
                    <a:pt x="1998548" y="2146300"/>
                  </a:lnTo>
                  <a:lnTo>
                    <a:pt x="1998167" y="2138679"/>
                  </a:lnTo>
                  <a:close/>
                </a:path>
                <a:path w="1999614" h="2171700">
                  <a:moveTo>
                    <a:pt x="1998167" y="2133600"/>
                  </a:moveTo>
                  <a:lnTo>
                    <a:pt x="1997913" y="2133600"/>
                  </a:lnTo>
                  <a:lnTo>
                    <a:pt x="1998167" y="2138679"/>
                  </a:lnTo>
                  <a:lnTo>
                    <a:pt x="1998167" y="2133600"/>
                  </a:lnTo>
                  <a:close/>
                </a:path>
                <a:path w="1999614" h="2171700">
                  <a:moveTo>
                    <a:pt x="1995373" y="2120900"/>
                  </a:moveTo>
                  <a:lnTo>
                    <a:pt x="1973529" y="2120900"/>
                  </a:lnTo>
                  <a:lnTo>
                    <a:pt x="1974164" y="2133600"/>
                  </a:lnTo>
                  <a:lnTo>
                    <a:pt x="1995754" y="2133600"/>
                  </a:lnTo>
                  <a:lnTo>
                    <a:pt x="1995373" y="2120900"/>
                  </a:lnTo>
                  <a:close/>
                </a:path>
                <a:path w="1999614" h="2171700">
                  <a:moveTo>
                    <a:pt x="1970227" y="2108200"/>
                  </a:moveTo>
                  <a:lnTo>
                    <a:pt x="1969846" y="2108200"/>
                  </a:lnTo>
                  <a:lnTo>
                    <a:pt x="1970862" y="2120900"/>
                  </a:lnTo>
                  <a:lnTo>
                    <a:pt x="1970227" y="2108200"/>
                  </a:lnTo>
                  <a:close/>
                </a:path>
                <a:path w="1999614" h="2171700">
                  <a:moveTo>
                    <a:pt x="1970227" y="2108200"/>
                  </a:moveTo>
                  <a:lnTo>
                    <a:pt x="1970862" y="2120900"/>
                  </a:lnTo>
                  <a:lnTo>
                    <a:pt x="1971878" y="2120900"/>
                  </a:lnTo>
                  <a:lnTo>
                    <a:pt x="1970227" y="2108200"/>
                  </a:lnTo>
                  <a:close/>
                </a:path>
                <a:path w="1999614" h="2171700">
                  <a:moveTo>
                    <a:pt x="1991690" y="2108200"/>
                  </a:moveTo>
                  <a:lnTo>
                    <a:pt x="1970227" y="2108200"/>
                  </a:lnTo>
                  <a:lnTo>
                    <a:pt x="1971878" y="2120900"/>
                  </a:lnTo>
                  <a:lnTo>
                    <a:pt x="1993468" y="2120900"/>
                  </a:lnTo>
                  <a:lnTo>
                    <a:pt x="1991690" y="2108200"/>
                  </a:lnTo>
                  <a:close/>
                </a:path>
                <a:path w="1999614" h="2171700">
                  <a:moveTo>
                    <a:pt x="1992325" y="2108200"/>
                  </a:moveTo>
                  <a:lnTo>
                    <a:pt x="1991690" y="2108200"/>
                  </a:lnTo>
                  <a:lnTo>
                    <a:pt x="1993468" y="2120900"/>
                  </a:lnTo>
                  <a:lnTo>
                    <a:pt x="1992325" y="2108200"/>
                  </a:lnTo>
                  <a:close/>
                </a:path>
                <a:path w="1999614" h="2171700">
                  <a:moveTo>
                    <a:pt x="1993341" y="2108200"/>
                  </a:moveTo>
                  <a:lnTo>
                    <a:pt x="1992325" y="2108200"/>
                  </a:lnTo>
                  <a:lnTo>
                    <a:pt x="1993468" y="2120900"/>
                  </a:lnTo>
                  <a:lnTo>
                    <a:pt x="1993976" y="2120900"/>
                  </a:lnTo>
                  <a:lnTo>
                    <a:pt x="1993341" y="2108200"/>
                  </a:lnTo>
                  <a:close/>
                </a:path>
                <a:path w="1999614" h="2171700">
                  <a:moveTo>
                    <a:pt x="1988388" y="2095500"/>
                  </a:moveTo>
                  <a:lnTo>
                    <a:pt x="1966163" y="2095500"/>
                  </a:lnTo>
                  <a:lnTo>
                    <a:pt x="1966671" y="2108200"/>
                  </a:lnTo>
                  <a:lnTo>
                    <a:pt x="1988769" y="2108200"/>
                  </a:lnTo>
                  <a:lnTo>
                    <a:pt x="1988388" y="2095500"/>
                  </a:lnTo>
                  <a:close/>
                </a:path>
                <a:path w="1999614" h="2171700">
                  <a:moveTo>
                    <a:pt x="1986229" y="2082800"/>
                  </a:moveTo>
                  <a:lnTo>
                    <a:pt x="1964512" y="2082800"/>
                  </a:lnTo>
                  <a:lnTo>
                    <a:pt x="1964893" y="2095500"/>
                  </a:lnTo>
                  <a:lnTo>
                    <a:pt x="1986610" y="2095500"/>
                  </a:lnTo>
                  <a:lnTo>
                    <a:pt x="1986229" y="2082800"/>
                  </a:lnTo>
                  <a:close/>
                </a:path>
                <a:path w="1999614" h="2171700">
                  <a:moveTo>
                    <a:pt x="1962353" y="2070100"/>
                  </a:moveTo>
                  <a:lnTo>
                    <a:pt x="1961591" y="2070100"/>
                  </a:lnTo>
                  <a:lnTo>
                    <a:pt x="1962734" y="2082800"/>
                  </a:lnTo>
                  <a:lnTo>
                    <a:pt x="1962353" y="2070100"/>
                  </a:lnTo>
                  <a:close/>
                </a:path>
                <a:path w="1999614" h="2171700">
                  <a:moveTo>
                    <a:pt x="1983562" y="2070100"/>
                  </a:moveTo>
                  <a:lnTo>
                    <a:pt x="1962353" y="2070100"/>
                  </a:lnTo>
                  <a:lnTo>
                    <a:pt x="1962988" y="2082800"/>
                  </a:lnTo>
                  <a:lnTo>
                    <a:pt x="1984324" y="2082800"/>
                  </a:lnTo>
                  <a:lnTo>
                    <a:pt x="1983562" y="2070100"/>
                  </a:lnTo>
                  <a:close/>
                </a:path>
                <a:path w="1999614" h="2171700">
                  <a:moveTo>
                    <a:pt x="1983943" y="2070100"/>
                  </a:moveTo>
                  <a:lnTo>
                    <a:pt x="1984324" y="2082800"/>
                  </a:lnTo>
                  <a:lnTo>
                    <a:pt x="1984578" y="2082800"/>
                  </a:lnTo>
                  <a:lnTo>
                    <a:pt x="1983943" y="2070100"/>
                  </a:lnTo>
                  <a:close/>
                </a:path>
                <a:path w="1999614" h="2171700">
                  <a:moveTo>
                    <a:pt x="1958670" y="2057400"/>
                  </a:moveTo>
                  <a:lnTo>
                    <a:pt x="1957781" y="2057400"/>
                  </a:lnTo>
                  <a:lnTo>
                    <a:pt x="1958797" y="2070100"/>
                  </a:lnTo>
                  <a:lnTo>
                    <a:pt x="1958670" y="2057400"/>
                  </a:lnTo>
                  <a:close/>
                </a:path>
                <a:path w="1999614" h="2171700">
                  <a:moveTo>
                    <a:pt x="1979879" y="2057400"/>
                  </a:moveTo>
                  <a:lnTo>
                    <a:pt x="1958670" y="2057400"/>
                  </a:lnTo>
                  <a:lnTo>
                    <a:pt x="1959051" y="2070100"/>
                  </a:lnTo>
                  <a:lnTo>
                    <a:pt x="1981276" y="2070100"/>
                  </a:lnTo>
                  <a:lnTo>
                    <a:pt x="1979879" y="2057400"/>
                  </a:lnTo>
                  <a:close/>
                </a:path>
                <a:path w="1999614" h="2171700">
                  <a:moveTo>
                    <a:pt x="1976958" y="2044700"/>
                  </a:moveTo>
                  <a:lnTo>
                    <a:pt x="1955749" y="2044700"/>
                  </a:lnTo>
                  <a:lnTo>
                    <a:pt x="1956003" y="2057400"/>
                  </a:lnTo>
                  <a:lnTo>
                    <a:pt x="1978355" y="2057400"/>
                  </a:lnTo>
                  <a:lnTo>
                    <a:pt x="1976958" y="2044700"/>
                  </a:lnTo>
                  <a:close/>
                </a:path>
                <a:path w="1999614" h="2171700">
                  <a:moveTo>
                    <a:pt x="1975688" y="2032000"/>
                  </a:moveTo>
                  <a:lnTo>
                    <a:pt x="1953971" y="2032000"/>
                  </a:lnTo>
                  <a:lnTo>
                    <a:pt x="1954225" y="2044700"/>
                  </a:lnTo>
                  <a:lnTo>
                    <a:pt x="1976831" y="2044700"/>
                  </a:lnTo>
                  <a:lnTo>
                    <a:pt x="1975688" y="2032000"/>
                  </a:lnTo>
                  <a:close/>
                </a:path>
                <a:path w="1999614" h="2171700">
                  <a:moveTo>
                    <a:pt x="1952701" y="2019300"/>
                  </a:moveTo>
                  <a:lnTo>
                    <a:pt x="1951812" y="2019300"/>
                  </a:lnTo>
                  <a:lnTo>
                    <a:pt x="1952828" y="2032000"/>
                  </a:lnTo>
                  <a:lnTo>
                    <a:pt x="1952701" y="2019300"/>
                  </a:lnTo>
                  <a:close/>
                </a:path>
                <a:path w="1999614" h="2171700">
                  <a:moveTo>
                    <a:pt x="1974418" y="2019300"/>
                  </a:moveTo>
                  <a:lnTo>
                    <a:pt x="1952701" y="2019300"/>
                  </a:lnTo>
                  <a:lnTo>
                    <a:pt x="1952828" y="2032000"/>
                  </a:lnTo>
                  <a:lnTo>
                    <a:pt x="1974418" y="2032000"/>
                  </a:lnTo>
                  <a:lnTo>
                    <a:pt x="1974418" y="2019300"/>
                  </a:lnTo>
                  <a:close/>
                </a:path>
                <a:path w="1999614" h="2171700">
                  <a:moveTo>
                    <a:pt x="1972894" y="2006600"/>
                  </a:moveTo>
                  <a:lnTo>
                    <a:pt x="1950669" y="2006600"/>
                  </a:lnTo>
                  <a:lnTo>
                    <a:pt x="1951431" y="2019300"/>
                  </a:lnTo>
                  <a:lnTo>
                    <a:pt x="1973275" y="2019300"/>
                  </a:lnTo>
                  <a:lnTo>
                    <a:pt x="1972894" y="2006600"/>
                  </a:lnTo>
                  <a:close/>
                </a:path>
                <a:path w="1999614" h="2171700">
                  <a:moveTo>
                    <a:pt x="1971878" y="1993900"/>
                  </a:moveTo>
                  <a:lnTo>
                    <a:pt x="1949272" y="1993900"/>
                  </a:lnTo>
                  <a:lnTo>
                    <a:pt x="1950288" y="2006600"/>
                  </a:lnTo>
                  <a:lnTo>
                    <a:pt x="1972259" y="2006600"/>
                  </a:lnTo>
                  <a:lnTo>
                    <a:pt x="1971878" y="1993900"/>
                  </a:lnTo>
                  <a:close/>
                </a:path>
                <a:path w="1999614" h="2171700">
                  <a:moveTo>
                    <a:pt x="1970227" y="1981200"/>
                  </a:moveTo>
                  <a:lnTo>
                    <a:pt x="1947494" y="1981200"/>
                  </a:lnTo>
                  <a:lnTo>
                    <a:pt x="1949018" y="1993900"/>
                  </a:lnTo>
                  <a:lnTo>
                    <a:pt x="1970354" y="1993900"/>
                  </a:lnTo>
                  <a:lnTo>
                    <a:pt x="1970227" y="1981200"/>
                  </a:lnTo>
                  <a:close/>
                </a:path>
                <a:path w="1999614" h="2171700">
                  <a:moveTo>
                    <a:pt x="1967052" y="1968500"/>
                  </a:moveTo>
                  <a:lnTo>
                    <a:pt x="1945716" y="1968500"/>
                  </a:lnTo>
                  <a:lnTo>
                    <a:pt x="1947113" y="1981200"/>
                  </a:lnTo>
                  <a:lnTo>
                    <a:pt x="1968576" y="1981200"/>
                  </a:lnTo>
                  <a:lnTo>
                    <a:pt x="1967052" y="1968500"/>
                  </a:lnTo>
                  <a:close/>
                </a:path>
                <a:path w="1999614" h="2171700">
                  <a:moveTo>
                    <a:pt x="1964512" y="1943100"/>
                  </a:moveTo>
                  <a:lnTo>
                    <a:pt x="1941398" y="1943100"/>
                  </a:lnTo>
                  <a:lnTo>
                    <a:pt x="1943176" y="1955800"/>
                  </a:lnTo>
                  <a:lnTo>
                    <a:pt x="1943938" y="1955800"/>
                  </a:lnTo>
                  <a:lnTo>
                    <a:pt x="1945335" y="1968500"/>
                  </a:lnTo>
                  <a:lnTo>
                    <a:pt x="1966798" y="1968500"/>
                  </a:lnTo>
                  <a:lnTo>
                    <a:pt x="1965274" y="1955800"/>
                  </a:lnTo>
                  <a:lnTo>
                    <a:pt x="1964512" y="1943100"/>
                  </a:lnTo>
                  <a:close/>
                </a:path>
                <a:path w="1999614" h="2171700">
                  <a:moveTo>
                    <a:pt x="1940890" y="1930400"/>
                  </a:moveTo>
                  <a:lnTo>
                    <a:pt x="1938985" y="1930400"/>
                  </a:lnTo>
                  <a:lnTo>
                    <a:pt x="1941144" y="1943100"/>
                  </a:lnTo>
                  <a:lnTo>
                    <a:pt x="1940890" y="1930400"/>
                  </a:lnTo>
                  <a:close/>
                </a:path>
                <a:path w="1999614" h="2171700">
                  <a:moveTo>
                    <a:pt x="1962480" y="1930400"/>
                  </a:moveTo>
                  <a:lnTo>
                    <a:pt x="1940890" y="1930400"/>
                  </a:lnTo>
                  <a:lnTo>
                    <a:pt x="1941271" y="1943100"/>
                  </a:lnTo>
                  <a:lnTo>
                    <a:pt x="1962861" y="1943100"/>
                  </a:lnTo>
                  <a:lnTo>
                    <a:pt x="1962480" y="1930400"/>
                  </a:lnTo>
                  <a:close/>
                </a:path>
                <a:path w="1999614" h="2171700">
                  <a:moveTo>
                    <a:pt x="1957654" y="1905000"/>
                  </a:moveTo>
                  <a:lnTo>
                    <a:pt x="1936318" y="1905000"/>
                  </a:lnTo>
                  <a:lnTo>
                    <a:pt x="1938096" y="1917700"/>
                  </a:lnTo>
                  <a:lnTo>
                    <a:pt x="1938858" y="1930400"/>
                  </a:lnTo>
                  <a:lnTo>
                    <a:pt x="1962353" y="1930400"/>
                  </a:lnTo>
                  <a:lnTo>
                    <a:pt x="1960194" y="1917700"/>
                  </a:lnTo>
                  <a:lnTo>
                    <a:pt x="1959559" y="1917700"/>
                  </a:lnTo>
                  <a:lnTo>
                    <a:pt x="1957654" y="1905000"/>
                  </a:lnTo>
                  <a:close/>
                </a:path>
                <a:path w="1999614" h="2171700">
                  <a:moveTo>
                    <a:pt x="1955495" y="1892300"/>
                  </a:moveTo>
                  <a:lnTo>
                    <a:pt x="1934159" y="1892300"/>
                  </a:lnTo>
                  <a:lnTo>
                    <a:pt x="1935937" y="1905000"/>
                  </a:lnTo>
                  <a:lnTo>
                    <a:pt x="1957400" y="1905000"/>
                  </a:lnTo>
                  <a:lnTo>
                    <a:pt x="1955495" y="1892300"/>
                  </a:lnTo>
                  <a:close/>
                </a:path>
                <a:path w="1999614" h="2171700">
                  <a:moveTo>
                    <a:pt x="1948637" y="1854200"/>
                  </a:moveTo>
                  <a:lnTo>
                    <a:pt x="1926285" y="1854200"/>
                  </a:lnTo>
                  <a:lnTo>
                    <a:pt x="1927428" y="1866900"/>
                  </a:lnTo>
                  <a:lnTo>
                    <a:pt x="1929968" y="1879600"/>
                  </a:lnTo>
                  <a:lnTo>
                    <a:pt x="1930984" y="1879600"/>
                  </a:lnTo>
                  <a:lnTo>
                    <a:pt x="1933143" y="1892300"/>
                  </a:lnTo>
                  <a:lnTo>
                    <a:pt x="1954352" y="1892300"/>
                  </a:lnTo>
                  <a:lnTo>
                    <a:pt x="1952193" y="1879600"/>
                  </a:lnTo>
                  <a:lnTo>
                    <a:pt x="1951177" y="1866900"/>
                  </a:lnTo>
                  <a:lnTo>
                    <a:pt x="1948637" y="1854200"/>
                  </a:lnTo>
                  <a:close/>
                </a:path>
                <a:path w="1999614" h="2171700">
                  <a:moveTo>
                    <a:pt x="1945843" y="1841500"/>
                  </a:moveTo>
                  <a:lnTo>
                    <a:pt x="1923364" y="1841500"/>
                  </a:lnTo>
                  <a:lnTo>
                    <a:pt x="1924380" y="1854200"/>
                  </a:lnTo>
                  <a:lnTo>
                    <a:pt x="1947621" y="1854200"/>
                  </a:lnTo>
                  <a:lnTo>
                    <a:pt x="1945843" y="1841500"/>
                  </a:lnTo>
                  <a:close/>
                </a:path>
                <a:path w="1999614" h="2171700">
                  <a:moveTo>
                    <a:pt x="1943049" y="1828800"/>
                  </a:moveTo>
                  <a:lnTo>
                    <a:pt x="1919808" y="1828800"/>
                  </a:lnTo>
                  <a:lnTo>
                    <a:pt x="1921967" y="1841500"/>
                  </a:lnTo>
                  <a:lnTo>
                    <a:pt x="1944573" y="1841500"/>
                  </a:lnTo>
                  <a:lnTo>
                    <a:pt x="1943049" y="1828800"/>
                  </a:lnTo>
                  <a:close/>
                </a:path>
                <a:path w="1999614" h="2171700">
                  <a:moveTo>
                    <a:pt x="1941144" y="1816100"/>
                  </a:moveTo>
                  <a:lnTo>
                    <a:pt x="1918665" y="1816100"/>
                  </a:lnTo>
                  <a:lnTo>
                    <a:pt x="1920062" y="1828800"/>
                  </a:lnTo>
                  <a:lnTo>
                    <a:pt x="1943303" y="1828800"/>
                  </a:lnTo>
                  <a:lnTo>
                    <a:pt x="1941144" y="1816100"/>
                  </a:lnTo>
                  <a:close/>
                </a:path>
                <a:path w="1999614" h="2171700">
                  <a:moveTo>
                    <a:pt x="1932635" y="1790700"/>
                  </a:moveTo>
                  <a:lnTo>
                    <a:pt x="1911680" y="1790700"/>
                  </a:lnTo>
                  <a:lnTo>
                    <a:pt x="1914601" y="1803400"/>
                  </a:lnTo>
                  <a:lnTo>
                    <a:pt x="1916125" y="1816100"/>
                  </a:lnTo>
                  <a:lnTo>
                    <a:pt x="1939620" y="1816100"/>
                  </a:lnTo>
                  <a:lnTo>
                    <a:pt x="1937080" y="1803400"/>
                  </a:lnTo>
                  <a:lnTo>
                    <a:pt x="1935556" y="1803400"/>
                  </a:lnTo>
                  <a:lnTo>
                    <a:pt x="1932635" y="1790700"/>
                  </a:lnTo>
                  <a:close/>
                </a:path>
                <a:path w="1999614" h="2171700">
                  <a:moveTo>
                    <a:pt x="1928317" y="1778000"/>
                  </a:moveTo>
                  <a:lnTo>
                    <a:pt x="1907489" y="1778000"/>
                  </a:lnTo>
                  <a:lnTo>
                    <a:pt x="1910791" y="1790700"/>
                  </a:lnTo>
                  <a:lnTo>
                    <a:pt x="1931492" y="1790700"/>
                  </a:lnTo>
                  <a:lnTo>
                    <a:pt x="1928317" y="1778000"/>
                  </a:lnTo>
                  <a:close/>
                </a:path>
                <a:path w="1999614" h="2171700">
                  <a:moveTo>
                    <a:pt x="1923491" y="1752600"/>
                  </a:moveTo>
                  <a:lnTo>
                    <a:pt x="1897583" y="1752600"/>
                  </a:lnTo>
                  <a:lnTo>
                    <a:pt x="1901520" y="1765300"/>
                  </a:lnTo>
                  <a:lnTo>
                    <a:pt x="1902917" y="1765300"/>
                  </a:lnTo>
                  <a:lnTo>
                    <a:pt x="1906473" y="1778000"/>
                  </a:lnTo>
                  <a:lnTo>
                    <a:pt x="1928444" y="1778000"/>
                  </a:lnTo>
                  <a:lnTo>
                    <a:pt x="1927428" y="1765300"/>
                  </a:lnTo>
                  <a:lnTo>
                    <a:pt x="1923491" y="1752600"/>
                  </a:lnTo>
                  <a:close/>
                </a:path>
                <a:path w="1999614" h="2171700">
                  <a:moveTo>
                    <a:pt x="1913966" y="1727200"/>
                  </a:moveTo>
                  <a:lnTo>
                    <a:pt x="1893011" y="1727200"/>
                  </a:lnTo>
                  <a:lnTo>
                    <a:pt x="1897329" y="1752600"/>
                  </a:lnTo>
                  <a:lnTo>
                    <a:pt x="1921967" y="1752600"/>
                  </a:lnTo>
                  <a:lnTo>
                    <a:pt x="1918030" y="1739900"/>
                  </a:lnTo>
                  <a:lnTo>
                    <a:pt x="1916760" y="1739900"/>
                  </a:lnTo>
                  <a:lnTo>
                    <a:pt x="1913966" y="1727200"/>
                  </a:lnTo>
                  <a:close/>
                </a:path>
                <a:path w="1999614" h="2171700">
                  <a:moveTo>
                    <a:pt x="1910537" y="1714500"/>
                  </a:moveTo>
                  <a:lnTo>
                    <a:pt x="1888693" y="1714500"/>
                  </a:lnTo>
                  <a:lnTo>
                    <a:pt x="1889709" y="1727200"/>
                  </a:lnTo>
                  <a:lnTo>
                    <a:pt x="1912696" y="1727200"/>
                  </a:lnTo>
                  <a:lnTo>
                    <a:pt x="1910537" y="1714500"/>
                  </a:lnTo>
                  <a:close/>
                </a:path>
                <a:path w="1999614" h="2171700">
                  <a:moveTo>
                    <a:pt x="1907870" y="1701800"/>
                  </a:moveTo>
                  <a:lnTo>
                    <a:pt x="1884629" y="1701800"/>
                  </a:lnTo>
                  <a:lnTo>
                    <a:pt x="1886153" y="1714500"/>
                  </a:lnTo>
                  <a:lnTo>
                    <a:pt x="1909394" y="1714500"/>
                  </a:lnTo>
                  <a:lnTo>
                    <a:pt x="1907870" y="1701800"/>
                  </a:lnTo>
                  <a:close/>
                </a:path>
                <a:path w="1999614" h="2171700">
                  <a:moveTo>
                    <a:pt x="1894535" y="1663700"/>
                  </a:moveTo>
                  <a:lnTo>
                    <a:pt x="1870151" y="1663700"/>
                  </a:lnTo>
                  <a:lnTo>
                    <a:pt x="1874088" y="1676400"/>
                  </a:lnTo>
                  <a:lnTo>
                    <a:pt x="1876247" y="1676400"/>
                  </a:lnTo>
                  <a:lnTo>
                    <a:pt x="1880311" y="1689100"/>
                  </a:lnTo>
                  <a:lnTo>
                    <a:pt x="1882089" y="1701800"/>
                  </a:lnTo>
                  <a:lnTo>
                    <a:pt x="1905203" y="1701800"/>
                  </a:lnTo>
                  <a:lnTo>
                    <a:pt x="1902536" y="1689100"/>
                  </a:lnTo>
                  <a:lnTo>
                    <a:pt x="1900885" y="1689100"/>
                  </a:lnTo>
                  <a:lnTo>
                    <a:pt x="1896694" y="1676400"/>
                  </a:lnTo>
                  <a:lnTo>
                    <a:pt x="1894535" y="1663700"/>
                  </a:lnTo>
                  <a:close/>
                </a:path>
                <a:path w="1999614" h="2171700">
                  <a:moveTo>
                    <a:pt x="1878406" y="1625600"/>
                  </a:moveTo>
                  <a:lnTo>
                    <a:pt x="1857959" y="1625600"/>
                  </a:lnTo>
                  <a:lnTo>
                    <a:pt x="1862277" y="1638300"/>
                  </a:lnTo>
                  <a:lnTo>
                    <a:pt x="1864055" y="1651000"/>
                  </a:lnTo>
                  <a:lnTo>
                    <a:pt x="1868373" y="1663700"/>
                  </a:lnTo>
                  <a:lnTo>
                    <a:pt x="1894662" y="1663700"/>
                  </a:lnTo>
                  <a:lnTo>
                    <a:pt x="1890725" y="1651000"/>
                  </a:lnTo>
                  <a:lnTo>
                    <a:pt x="1888820" y="1651000"/>
                  </a:lnTo>
                  <a:lnTo>
                    <a:pt x="1884502" y="1638300"/>
                  </a:lnTo>
                  <a:lnTo>
                    <a:pt x="1882724" y="1638300"/>
                  </a:lnTo>
                  <a:lnTo>
                    <a:pt x="1878406" y="1625600"/>
                  </a:lnTo>
                  <a:close/>
                </a:path>
                <a:path w="1999614" h="2171700">
                  <a:moveTo>
                    <a:pt x="1876120" y="1612900"/>
                  </a:moveTo>
                  <a:lnTo>
                    <a:pt x="1851482" y="1612900"/>
                  </a:lnTo>
                  <a:lnTo>
                    <a:pt x="1855800" y="1625600"/>
                  </a:lnTo>
                  <a:lnTo>
                    <a:pt x="1878279" y="1625600"/>
                  </a:lnTo>
                  <a:lnTo>
                    <a:pt x="1876120" y="1612900"/>
                  </a:lnTo>
                  <a:close/>
                </a:path>
                <a:path w="1999614" h="2171700">
                  <a:moveTo>
                    <a:pt x="1871802" y="1600200"/>
                  </a:moveTo>
                  <a:lnTo>
                    <a:pt x="1849450" y="1600200"/>
                  </a:lnTo>
                  <a:lnTo>
                    <a:pt x="1851609" y="1612900"/>
                  </a:lnTo>
                  <a:lnTo>
                    <a:pt x="1876247" y="1612900"/>
                  </a:lnTo>
                  <a:lnTo>
                    <a:pt x="1871802" y="1600200"/>
                  </a:lnTo>
                  <a:close/>
                </a:path>
                <a:path w="1999614" h="2171700">
                  <a:moveTo>
                    <a:pt x="1853387" y="1549400"/>
                  </a:moveTo>
                  <a:lnTo>
                    <a:pt x="1832686" y="1549400"/>
                  </a:lnTo>
                  <a:lnTo>
                    <a:pt x="1836623" y="1562100"/>
                  </a:lnTo>
                  <a:lnTo>
                    <a:pt x="1838401" y="1574800"/>
                  </a:lnTo>
                  <a:lnTo>
                    <a:pt x="1842719" y="1587500"/>
                  </a:lnTo>
                  <a:lnTo>
                    <a:pt x="1845005" y="1587500"/>
                  </a:lnTo>
                  <a:lnTo>
                    <a:pt x="1849323" y="1600200"/>
                  </a:lnTo>
                  <a:lnTo>
                    <a:pt x="1869770" y="1600200"/>
                  </a:lnTo>
                  <a:lnTo>
                    <a:pt x="1865452" y="1587500"/>
                  </a:lnTo>
                  <a:lnTo>
                    <a:pt x="1863293" y="1574800"/>
                  </a:lnTo>
                  <a:lnTo>
                    <a:pt x="1859102" y="1562100"/>
                  </a:lnTo>
                  <a:lnTo>
                    <a:pt x="1857324" y="1562100"/>
                  </a:lnTo>
                  <a:lnTo>
                    <a:pt x="1853387" y="1549400"/>
                  </a:lnTo>
                  <a:close/>
                </a:path>
                <a:path w="1999614" h="2171700">
                  <a:moveTo>
                    <a:pt x="1850847" y="1536700"/>
                  </a:moveTo>
                  <a:lnTo>
                    <a:pt x="1826463" y="1536700"/>
                  </a:lnTo>
                  <a:lnTo>
                    <a:pt x="1830781" y="1549400"/>
                  </a:lnTo>
                  <a:lnTo>
                    <a:pt x="1853006" y="1549400"/>
                  </a:lnTo>
                  <a:lnTo>
                    <a:pt x="1850847" y="1536700"/>
                  </a:lnTo>
                  <a:close/>
                </a:path>
                <a:path w="1999614" h="2171700">
                  <a:moveTo>
                    <a:pt x="1847164" y="1524000"/>
                  </a:moveTo>
                  <a:lnTo>
                    <a:pt x="1820748" y="1524000"/>
                  </a:lnTo>
                  <a:lnTo>
                    <a:pt x="1824685" y="1536700"/>
                  </a:lnTo>
                  <a:lnTo>
                    <a:pt x="1851228" y="1536700"/>
                  </a:lnTo>
                  <a:lnTo>
                    <a:pt x="1847164" y="1524000"/>
                  </a:lnTo>
                  <a:close/>
                </a:path>
                <a:path w="1999614" h="2171700">
                  <a:moveTo>
                    <a:pt x="1841449" y="1511300"/>
                  </a:moveTo>
                  <a:lnTo>
                    <a:pt x="1818970" y="1511300"/>
                  </a:lnTo>
                  <a:lnTo>
                    <a:pt x="1820875" y="1524000"/>
                  </a:lnTo>
                  <a:lnTo>
                    <a:pt x="1845386" y="1524000"/>
                  </a:lnTo>
                  <a:lnTo>
                    <a:pt x="1841449" y="1511300"/>
                  </a:lnTo>
                  <a:close/>
                </a:path>
                <a:path w="1999614" h="2171700">
                  <a:moveTo>
                    <a:pt x="1835226" y="1498600"/>
                  </a:moveTo>
                  <a:lnTo>
                    <a:pt x="1814779" y="1498600"/>
                  </a:lnTo>
                  <a:lnTo>
                    <a:pt x="1819097" y="1511300"/>
                  </a:lnTo>
                  <a:lnTo>
                    <a:pt x="1839544" y="1511300"/>
                  </a:lnTo>
                  <a:lnTo>
                    <a:pt x="1835226" y="1498600"/>
                  </a:lnTo>
                  <a:close/>
                </a:path>
                <a:path w="1999614" h="2171700">
                  <a:moveTo>
                    <a:pt x="1822526" y="1460500"/>
                  </a:moveTo>
                  <a:lnTo>
                    <a:pt x="1800428" y="1460500"/>
                  </a:lnTo>
                  <a:lnTo>
                    <a:pt x="1802333" y="1473200"/>
                  </a:lnTo>
                  <a:lnTo>
                    <a:pt x="1806651" y="1485900"/>
                  </a:lnTo>
                  <a:lnTo>
                    <a:pt x="1808429" y="1485900"/>
                  </a:lnTo>
                  <a:lnTo>
                    <a:pt x="1813128" y="1498600"/>
                  </a:lnTo>
                  <a:lnTo>
                    <a:pt x="1835353" y="1498600"/>
                  </a:lnTo>
                  <a:lnTo>
                    <a:pt x="1833448" y="1485900"/>
                  </a:lnTo>
                  <a:lnTo>
                    <a:pt x="1828622" y="1473200"/>
                  </a:lnTo>
                  <a:lnTo>
                    <a:pt x="1826844" y="1473200"/>
                  </a:lnTo>
                  <a:lnTo>
                    <a:pt x="1822526" y="1460500"/>
                  </a:lnTo>
                  <a:close/>
                </a:path>
                <a:path w="1999614" h="2171700">
                  <a:moveTo>
                    <a:pt x="1815922" y="1447800"/>
                  </a:moveTo>
                  <a:lnTo>
                    <a:pt x="1795856" y="1447800"/>
                  </a:lnTo>
                  <a:lnTo>
                    <a:pt x="1800555" y="1460500"/>
                  </a:lnTo>
                  <a:lnTo>
                    <a:pt x="1820621" y="1460500"/>
                  </a:lnTo>
                  <a:lnTo>
                    <a:pt x="1815922" y="1447800"/>
                  </a:lnTo>
                  <a:close/>
                </a:path>
                <a:path w="1999614" h="2171700">
                  <a:moveTo>
                    <a:pt x="1814271" y="1435100"/>
                  </a:moveTo>
                  <a:lnTo>
                    <a:pt x="1789633" y="1435100"/>
                  </a:lnTo>
                  <a:lnTo>
                    <a:pt x="1793951" y="1447800"/>
                  </a:lnTo>
                  <a:lnTo>
                    <a:pt x="1816049" y="1447800"/>
                  </a:lnTo>
                  <a:lnTo>
                    <a:pt x="1814271" y="1435100"/>
                  </a:lnTo>
                  <a:close/>
                </a:path>
                <a:path w="1999614" h="2171700">
                  <a:moveTo>
                    <a:pt x="1807540" y="1422400"/>
                  </a:moveTo>
                  <a:lnTo>
                    <a:pt x="1783156" y="1422400"/>
                  </a:lnTo>
                  <a:lnTo>
                    <a:pt x="1787728" y="1435100"/>
                  </a:lnTo>
                  <a:lnTo>
                    <a:pt x="1809699" y="1435100"/>
                  </a:lnTo>
                  <a:lnTo>
                    <a:pt x="1807540" y="1422400"/>
                  </a:lnTo>
                  <a:close/>
                </a:path>
                <a:path w="1999614" h="2171700">
                  <a:moveTo>
                    <a:pt x="1803476" y="1409700"/>
                  </a:moveTo>
                  <a:lnTo>
                    <a:pt x="1776679" y="1409700"/>
                  </a:lnTo>
                  <a:lnTo>
                    <a:pt x="1780997" y="1422400"/>
                  </a:lnTo>
                  <a:lnTo>
                    <a:pt x="1807794" y="1422400"/>
                  </a:lnTo>
                  <a:lnTo>
                    <a:pt x="1803476" y="1409700"/>
                  </a:lnTo>
                  <a:close/>
                </a:path>
                <a:path w="1999614" h="2171700">
                  <a:moveTo>
                    <a:pt x="1789506" y="1371600"/>
                  </a:moveTo>
                  <a:lnTo>
                    <a:pt x="1765249" y="1371600"/>
                  </a:lnTo>
                  <a:lnTo>
                    <a:pt x="1769186" y="1384300"/>
                  </a:lnTo>
                  <a:lnTo>
                    <a:pt x="1770837" y="1384300"/>
                  </a:lnTo>
                  <a:lnTo>
                    <a:pt x="1774774" y="1397000"/>
                  </a:lnTo>
                  <a:lnTo>
                    <a:pt x="1776552" y="1409700"/>
                  </a:lnTo>
                  <a:lnTo>
                    <a:pt x="1801317" y="1409700"/>
                  </a:lnTo>
                  <a:lnTo>
                    <a:pt x="1796999" y="1397000"/>
                  </a:lnTo>
                  <a:lnTo>
                    <a:pt x="1795221" y="1397000"/>
                  </a:lnTo>
                  <a:lnTo>
                    <a:pt x="1789506" y="1371600"/>
                  </a:lnTo>
                  <a:close/>
                </a:path>
                <a:path w="1999614" h="2171700">
                  <a:moveTo>
                    <a:pt x="1784172" y="1358900"/>
                  </a:moveTo>
                  <a:lnTo>
                    <a:pt x="1759915" y="1358900"/>
                  </a:lnTo>
                  <a:lnTo>
                    <a:pt x="1763852" y="1371600"/>
                  </a:lnTo>
                  <a:lnTo>
                    <a:pt x="1785569" y="1371600"/>
                  </a:lnTo>
                  <a:lnTo>
                    <a:pt x="1784172" y="1358900"/>
                  </a:lnTo>
                  <a:close/>
                </a:path>
                <a:path w="1999614" h="2171700">
                  <a:moveTo>
                    <a:pt x="1779854" y="1346200"/>
                  </a:moveTo>
                  <a:lnTo>
                    <a:pt x="1754200" y="1346200"/>
                  </a:lnTo>
                  <a:lnTo>
                    <a:pt x="1758137" y="1358900"/>
                  </a:lnTo>
                  <a:lnTo>
                    <a:pt x="1783918" y="1358900"/>
                  </a:lnTo>
                  <a:lnTo>
                    <a:pt x="1779854" y="1346200"/>
                  </a:lnTo>
                  <a:close/>
                </a:path>
                <a:path w="1999614" h="2171700">
                  <a:moveTo>
                    <a:pt x="1762201" y="1308100"/>
                  </a:moveTo>
                  <a:lnTo>
                    <a:pt x="1762328" y="1320800"/>
                  </a:lnTo>
                  <a:lnTo>
                    <a:pt x="1742389" y="1320800"/>
                  </a:lnTo>
                  <a:lnTo>
                    <a:pt x="1748104" y="1333500"/>
                  </a:lnTo>
                  <a:lnTo>
                    <a:pt x="1752168" y="1346200"/>
                  </a:lnTo>
                  <a:lnTo>
                    <a:pt x="1778076" y="1346200"/>
                  </a:lnTo>
                  <a:lnTo>
                    <a:pt x="1774139" y="1333500"/>
                  </a:lnTo>
                  <a:lnTo>
                    <a:pt x="1771853" y="1333500"/>
                  </a:lnTo>
                  <a:lnTo>
                    <a:pt x="1762201" y="1308100"/>
                  </a:lnTo>
                  <a:close/>
                </a:path>
                <a:path w="1999614" h="2171700">
                  <a:moveTo>
                    <a:pt x="1756867" y="1295400"/>
                  </a:moveTo>
                  <a:lnTo>
                    <a:pt x="1756994" y="1308100"/>
                  </a:lnTo>
                  <a:lnTo>
                    <a:pt x="1736801" y="1308100"/>
                  </a:lnTo>
                  <a:lnTo>
                    <a:pt x="1740484" y="1320800"/>
                  </a:lnTo>
                  <a:lnTo>
                    <a:pt x="1762328" y="1320800"/>
                  </a:lnTo>
                  <a:lnTo>
                    <a:pt x="1760550" y="1308100"/>
                  </a:lnTo>
                  <a:lnTo>
                    <a:pt x="1756867" y="1295400"/>
                  </a:lnTo>
                  <a:close/>
                </a:path>
                <a:path w="1999614" h="2171700">
                  <a:moveTo>
                    <a:pt x="1755470" y="1295400"/>
                  </a:moveTo>
                  <a:lnTo>
                    <a:pt x="1731848" y="1295400"/>
                  </a:lnTo>
                  <a:lnTo>
                    <a:pt x="1735531" y="1308100"/>
                  </a:lnTo>
                  <a:lnTo>
                    <a:pt x="1756994" y="1308100"/>
                  </a:lnTo>
                  <a:lnTo>
                    <a:pt x="1755470" y="1295400"/>
                  </a:lnTo>
                  <a:close/>
                </a:path>
                <a:path w="1999614" h="2171700">
                  <a:moveTo>
                    <a:pt x="1750644" y="1282700"/>
                  </a:moveTo>
                  <a:lnTo>
                    <a:pt x="1726895" y="1282700"/>
                  </a:lnTo>
                  <a:lnTo>
                    <a:pt x="1730451" y="1295400"/>
                  </a:lnTo>
                  <a:lnTo>
                    <a:pt x="1752041" y="1295400"/>
                  </a:lnTo>
                  <a:lnTo>
                    <a:pt x="1750644" y="1282700"/>
                  </a:lnTo>
                  <a:close/>
                </a:path>
                <a:path w="1999614" h="2171700">
                  <a:moveTo>
                    <a:pt x="1745437" y="1270000"/>
                  </a:moveTo>
                  <a:lnTo>
                    <a:pt x="1721815" y="1270000"/>
                  </a:lnTo>
                  <a:lnTo>
                    <a:pt x="1725752" y="1282700"/>
                  </a:lnTo>
                  <a:lnTo>
                    <a:pt x="1746834" y="1282700"/>
                  </a:lnTo>
                  <a:lnTo>
                    <a:pt x="1745437" y="1270000"/>
                  </a:lnTo>
                  <a:close/>
                </a:path>
                <a:path w="1999614" h="2171700">
                  <a:moveTo>
                    <a:pt x="1739087" y="1257300"/>
                  </a:moveTo>
                  <a:lnTo>
                    <a:pt x="1713687" y="1257300"/>
                  </a:lnTo>
                  <a:lnTo>
                    <a:pt x="1715465" y="1270000"/>
                  </a:lnTo>
                  <a:lnTo>
                    <a:pt x="1740865" y="1270000"/>
                  </a:lnTo>
                  <a:lnTo>
                    <a:pt x="1739087" y="1257300"/>
                  </a:lnTo>
                  <a:close/>
                </a:path>
                <a:path w="1999614" h="2171700">
                  <a:moveTo>
                    <a:pt x="1728292" y="1244600"/>
                  </a:moveTo>
                  <a:lnTo>
                    <a:pt x="1707210" y="1244600"/>
                  </a:lnTo>
                  <a:lnTo>
                    <a:pt x="1707337" y="1257300"/>
                  </a:lnTo>
                  <a:lnTo>
                    <a:pt x="1732610" y="1257300"/>
                  </a:lnTo>
                  <a:lnTo>
                    <a:pt x="1728292" y="1244600"/>
                  </a:lnTo>
                  <a:close/>
                </a:path>
                <a:path w="1999614" h="2171700">
                  <a:moveTo>
                    <a:pt x="1714322" y="1219200"/>
                  </a:moveTo>
                  <a:lnTo>
                    <a:pt x="1692859" y="1219200"/>
                  </a:lnTo>
                  <a:lnTo>
                    <a:pt x="1695145" y="1231900"/>
                  </a:lnTo>
                  <a:lnTo>
                    <a:pt x="1700225" y="1244600"/>
                  </a:lnTo>
                  <a:lnTo>
                    <a:pt x="1726133" y="1244600"/>
                  </a:lnTo>
                  <a:lnTo>
                    <a:pt x="1721434" y="1231900"/>
                  </a:lnTo>
                  <a:lnTo>
                    <a:pt x="1719402" y="1231900"/>
                  </a:lnTo>
                  <a:lnTo>
                    <a:pt x="1714322" y="1219200"/>
                  </a:lnTo>
                  <a:close/>
                </a:path>
                <a:path w="1999614" h="2171700">
                  <a:moveTo>
                    <a:pt x="1706194" y="1206500"/>
                  </a:moveTo>
                  <a:lnTo>
                    <a:pt x="1684731" y="1206500"/>
                  </a:lnTo>
                  <a:lnTo>
                    <a:pt x="1687398" y="1219200"/>
                  </a:lnTo>
                  <a:lnTo>
                    <a:pt x="1712036" y="1219200"/>
                  </a:lnTo>
                  <a:lnTo>
                    <a:pt x="1706194" y="1206500"/>
                  </a:lnTo>
                  <a:close/>
                </a:path>
                <a:path w="1999614" h="2171700">
                  <a:moveTo>
                    <a:pt x="1703908" y="1193800"/>
                  </a:moveTo>
                  <a:lnTo>
                    <a:pt x="1678508" y="1193800"/>
                  </a:lnTo>
                  <a:lnTo>
                    <a:pt x="1684985" y="1206500"/>
                  </a:lnTo>
                  <a:lnTo>
                    <a:pt x="1706321" y="1206500"/>
                  </a:lnTo>
                  <a:lnTo>
                    <a:pt x="1703908" y="1193800"/>
                  </a:lnTo>
                  <a:close/>
                </a:path>
                <a:path w="1999614" h="2171700">
                  <a:moveTo>
                    <a:pt x="1693748" y="1181100"/>
                  </a:moveTo>
                  <a:lnTo>
                    <a:pt x="1668094" y="1181100"/>
                  </a:lnTo>
                  <a:lnTo>
                    <a:pt x="1675587" y="1193800"/>
                  </a:lnTo>
                  <a:lnTo>
                    <a:pt x="1696923" y="1193800"/>
                  </a:lnTo>
                  <a:lnTo>
                    <a:pt x="1693748" y="1181100"/>
                  </a:lnTo>
                  <a:close/>
                </a:path>
                <a:path w="1999614" h="2171700">
                  <a:moveTo>
                    <a:pt x="1676222" y="1155700"/>
                  </a:moveTo>
                  <a:lnTo>
                    <a:pt x="1654378" y="1155700"/>
                  </a:lnTo>
                  <a:lnTo>
                    <a:pt x="1664919" y="1181100"/>
                  </a:lnTo>
                  <a:lnTo>
                    <a:pt x="1693621" y="1181100"/>
                  </a:lnTo>
                  <a:lnTo>
                    <a:pt x="1686382" y="1168400"/>
                  </a:lnTo>
                  <a:lnTo>
                    <a:pt x="1683461" y="1168400"/>
                  </a:lnTo>
                  <a:lnTo>
                    <a:pt x="1676222" y="1155700"/>
                  </a:lnTo>
                  <a:close/>
                </a:path>
                <a:path w="1999614" h="2171700">
                  <a:moveTo>
                    <a:pt x="1647774" y="1143000"/>
                  </a:moveTo>
                  <a:lnTo>
                    <a:pt x="1645107" y="1143000"/>
                  </a:lnTo>
                  <a:lnTo>
                    <a:pt x="1648282" y="1155700"/>
                  </a:lnTo>
                  <a:lnTo>
                    <a:pt x="1647774" y="1143000"/>
                  </a:lnTo>
                  <a:close/>
                </a:path>
                <a:path w="1999614" h="2171700">
                  <a:moveTo>
                    <a:pt x="1666697" y="1143000"/>
                  </a:moveTo>
                  <a:lnTo>
                    <a:pt x="1647774" y="1143000"/>
                  </a:lnTo>
                  <a:lnTo>
                    <a:pt x="1654251" y="1155700"/>
                  </a:lnTo>
                  <a:lnTo>
                    <a:pt x="1673174" y="1155700"/>
                  </a:lnTo>
                  <a:lnTo>
                    <a:pt x="1666697" y="1143000"/>
                  </a:lnTo>
                  <a:close/>
                </a:path>
                <a:path w="1999614" h="2171700">
                  <a:moveTo>
                    <a:pt x="1662887" y="1130300"/>
                  </a:moveTo>
                  <a:lnTo>
                    <a:pt x="1637868" y="1130300"/>
                  </a:lnTo>
                  <a:lnTo>
                    <a:pt x="1644726" y="1143000"/>
                  </a:lnTo>
                  <a:lnTo>
                    <a:pt x="1666189" y="1143000"/>
                  </a:lnTo>
                  <a:lnTo>
                    <a:pt x="1662887" y="1130300"/>
                  </a:lnTo>
                  <a:close/>
                </a:path>
                <a:path w="1999614" h="2171700">
                  <a:moveTo>
                    <a:pt x="1656410" y="1117600"/>
                  </a:moveTo>
                  <a:lnTo>
                    <a:pt x="1628089" y="1117600"/>
                  </a:lnTo>
                  <a:lnTo>
                    <a:pt x="1635201" y="1130300"/>
                  </a:lnTo>
                  <a:lnTo>
                    <a:pt x="1663268" y="1130300"/>
                  </a:lnTo>
                  <a:lnTo>
                    <a:pt x="1656410" y="1117600"/>
                  </a:lnTo>
                  <a:close/>
                </a:path>
                <a:path w="1999614" h="2171700">
                  <a:moveTo>
                    <a:pt x="1646123" y="1104900"/>
                  </a:moveTo>
                  <a:lnTo>
                    <a:pt x="1617548" y="1104900"/>
                  </a:lnTo>
                  <a:lnTo>
                    <a:pt x="1625041" y="1117600"/>
                  </a:lnTo>
                  <a:lnTo>
                    <a:pt x="1653362" y="1117600"/>
                  </a:lnTo>
                  <a:lnTo>
                    <a:pt x="1646123" y="1104900"/>
                  </a:lnTo>
                  <a:close/>
                </a:path>
                <a:path w="1999614" h="2171700">
                  <a:moveTo>
                    <a:pt x="1635074" y="1092200"/>
                  </a:moveTo>
                  <a:lnTo>
                    <a:pt x="1613865" y="1092200"/>
                  </a:lnTo>
                  <a:lnTo>
                    <a:pt x="1617167" y="1104900"/>
                  </a:lnTo>
                  <a:lnTo>
                    <a:pt x="1642948" y="1104900"/>
                  </a:lnTo>
                  <a:lnTo>
                    <a:pt x="1635074" y="1092200"/>
                  </a:lnTo>
                  <a:close/>
                </a:path>
                <a:path w="1999614" h="2171700">
                  <a:moveTo>
                    <a:pt x="1631899" y="1079500"/>
                  </a:moveTo>
                  <a:lnTo>
                    <a:pt x="1603070" y="1079500"/>
                  </a:lnTo>
                  <a:lnTo>
                    <a:pt x="1606372" y="1092200"/>
                  </a:lnTo>
                  <a:lnTo>
                    <a:pt x="1635455" y="1092200"/>
                  </a:lnTo>
                  <a:lnTo>
                    <a:pt x="1631899" y="1079500"/>
                  </a:lnTo>
                  <a:close/>
                </a:path>
                <a:path w="1999614" h="2171700">
                  <a:moveTo>
                    <a:pt x="1621358" y="1066800"/>
                  </a:moveTo>
                  <a:lnTo>
                    <a:pt x="1595577" y="1066800"/>
                  </a:lnTo>
                  <a:lnTo>
                    <a:pt x="1603451" y="1079500"/>
                  </a:lnTo>
                  <a:lnTo>
                    <a:pt x="1624660" y="1079500"/>
                  </a:lnTo>
                  <a:lnTo>
                    <a:pt x="1621358" y="1066800"/>
                  </a:lnTo>
                  <a:close/>
                </a:path>
                <a:path w="1999614" h="2171700">
                  <a:moveTo>
                    <a:pt x="1613103" y="1054100"/>
                  </a:moveTo>
                  <a:lnTo>
                    <a:pt x="1583385" y="1054100"/>
                  </a:lnTo>
                  <a:lnTo>
                    <a:pt x="1592021" y="1066800"/>
                  </a:lnTo>
                  <a:lnTo>
                    <a:pt x="1620977" y="1066800"/>
                  </a:lnTo>
                  <a:lnTo>
                    <a:pt x="1613103" y="1054100"/>
                  </a:lnTo>
                  <a:close/>
                </a:path>
                <a:path w="1999614" h="2171700">
                  <a:moveTo>
                    <a:pt x="1600784" y="1041400"/>
                  </a:moveTo>
                  <a:lnTo>
                    <a:pt x="1577670" y="1041400"/>
                  </a:lnTo>
                  <a:lnTo>
                    <a:pt x="1583512" y="1054100"/>
                  </a:lnTo>
                  <a:lnTo>
                    <a:pt x="1609420" y="1054100"/>
                  </a:lnTo>
                  <a:lnTo>
                    <a:pt x="1600784" y="1041400"/>
                  </a:lnTo>
                  <a:close/>
                </a:path>
                <a:path w="1999614" h="2171700">
                  <a:moveTo>
                    <a:pt x="1572463" y="1003300"/>
                  </a:moveTo>
                  <a:lnTo>
                    <a:pt x="1541729" y="1003300"/>
                  </a:lnTo>
                  <a:lnTo>
                    <a:pt x="1551000" y="1016000"/>
                  </a:lnTo>
                  <a:lnTo>
                    <a:pt x="1555445" y="1016000"/>
                  </a:lnTo>
                  <a:lnTo>
                    <a:pt x="1563827" y="1028700"/>
                  </a:lnTo>
                  <a:lnTo>
                    <a:pt x="1569542" y="1041400"/>
                  </a:lnTo>
                  <a:lnTo>
                    <a:pt x="1600657" y="1041400"/>
                  </a:lnTo>
                  <a:lnTo>
                    <a:pt x="1594942" y="1028700"/>
                  </a:lnTo>
                  <a:lnTo>
                    <a:pt x="1586433" y="1028700"/>
                  </a:lnTo>
                  <a:lnTo>
                    <a:pt x="1572463" y="1003300"/>
                  </a:lnTo>
                  <a:close/>
                </a:path>
                <a:path w="1999614" h="2171700">
                  <a:moveTo>
                    <a:pt x="1558874" y="990600"/>
                  </a:moveTo>
                  <a:lnTo>
                    <a:pt x="1537665" y="990600"/>
                  </a:lnTo>
                  <a:lnTo>
                    <a:pt x="1541602" y="1003300"/>
                  </a:lnTo>
                  <a:lnTo>
                    <a:pt x="1568272" y="1003300"/>
                  </a:lnTo>
                  <a:lnTo>
                    <a:pt x="1558874" y="990600"/>
                  </a:lnTo>
                  <a:close/>
                </a:path>
                <a:path w="1999614" h="2171700">
                  <a:moveTo>
                    <a:pt x="1544650" y="965200"/>
                  </a:moveTo>
                  <a:lnTo>
                    <a:pt x="1513408" y="965200"/>
                  </a:lnTo>
                  <a:lnTo>
                    <a:pt x="1523822" y="977900"/>
                  </a:lnTo>
                  <a:lnTo>
                    <a:pt x="1527886" y="977900"/>
                  </a:lnTo>
                  <a:lnTo>
                    <a:pt x="1538046" y="990600"/>
                  </a:lnTo>
                  <a:lnTo>
                    <a:pt x="1559001" y="990600"/>
                  </a:lnTo>
                  <a:lnTo>
                    <a:pt x="1554683" y="977900"/>
                  </a:lnTo>
                  <a:lnTo>
                    <a:pt x="1544650" y="965200"/>
                  </a:lnTo>
                  <a:close/>
                </a:path>
                <a:path w="1999614" h="2171700">
                  <a:moveTo>
                    <a:pt x="1509598" y="927100"/>
                  </a:moveTo>
                  <a:lnTo>
                    <a:pt x="1483055" y="927100"/>
                  </a:lnTo>
                  <a:lnTo>
                    <a:pt x="1493469" y="939800"/>
                  </a:lnTo>
                  <a:lnTo>
                    <a:pt x="1493850" y="939800"/>
                  </a:lnTo>
                  <a:lnTo>
                    <a:pt x="1498422" y="952500"/>
                  </a:lnTo>
                  <a:lnTo>
                    <a:pt x="1508836" y="965200"/>
                  </a:lnTo>
                  <a:lnTo>
                    <a:pt x="1540078" y="965200"/>
                  </a:lnTo>
                  <a:lnTo>
                    <a:pt x="1529664" y="952500"/>
                  </a:lnTo>
                  <a:lnTo>
                    <a:pt x="1524965" y="952500"/>
                  </a:lnTo>
                  <a:lnTo>
                    <a:pt x="1514297" y="939800"/>
                  </a:lnTo>
                  <a:lnTo>
                    <a:pt x="1509598" y="927100"/>
                  </a:lnTo>
                  <a:close/>
                </a:path>
                <a:path w="1999614" h="2171700">
                  <a:moveTo>
                    <a:pt x="1499438" y="914400"/>
                  </a:moveTo>
                  <a:lnTo>
                    <a:pt x="1466545" y="914400"/>
                  </a:lnTo>
                  <a:lnTo>
                    <a:pt x="1478356" y="927100"/>
                  </a:lnTo>
                  <a:lnTo>
                    <a:pt x="1509979" y="927100"/>
                  </a:lnTo>
                  <a:lnTo>
                    <a:pt x="1499438" y="914400"/>
                  </a:lnTo>
                  <a:close/>
                </a:path>
                <a:path w="1999614" h="2171700">
                  <a:moveTo>
                    <a:pt x="1482547" y="901700"/>
                  </a:moveTo>
                  <a:lnTo>
                    <a:pt x="1449781" y="901700"/>
                  </a:lnTo>
                  <a:lnTo>
                    <a:pt x="1461719" y="914400"/>
                  </a:lnTo>
                  <a:lnTo>
                    <a:pt x="1494104" y="914400"/>
                  </a:lnTo>
                  <a:lnTo>
                    <a:pt x="1482547" y="901700"/>
                  </a:lnTo>
                  <a:close/>
                </a:path>
                <a:path w="1999614" h="2171700">
                  <a:moveTo>
                    <a:pt x="1477848" y="889000"/>
                  </a:moveTo>
                  <a:lnTo>
                    <a:pt x="1444447" y="889000"/>
                  </a:lnTo>
                  <a:lnTo>
                    <a:pt x="1449527" y="901700"/>
                  </a:lnTo>
                  <a:lnTo>
                    <a:pt x="1482801" y="901700"/>
                  </a:lnTo>
                  <a:lnTo>
                    <a:pt x="1477848" y="889000"/>
                  </a:lnTo>
                  <a:close/>
                </a:path>
                <a:path w="1999614" h="2171700">
                  <a:moveTo>
                    <a:pt x="1465783" y="876300"/>
                  </a:moveTo>
                  <a:lnTo>
                    <a:pt x="1433144" y="876300"/>
                  </a:lnTo>
                  <a:lnTo>
                    <a:pt x="1444701" y="889000"/>
                  </a:lnTo>
                  <a:lnTo>
                    <a:pt x="1477594" y="889000"/>
                  </a:lnTo>
                  <a:lnTo>
                    <a:pt x="1465783" y="876300"/>
                  </a:lnTo>
                  <a:close/>
                </a:path>
                <a:path w="1999614" h="2171700">
                  <a:moveTo>
                    <a:pt x="1444701" y="850900"/>
                  </a:moveTo>
                  <a:lnTo>
                    <a:pt x="1412316" y="850900"/>
                  </a:lnTo>
                  <a:lnTo>
                    <a:pt x="1428953" y="876300"/>
                  </a:lnTo>
                  <a:lnTo>
                    <a:pt x="1460830" y="876300"/>
                  </a:lnTo>
                  <a:lnTo>
                    <a:pt x="1449273" y="863600"/>
                  </a:lnTo>
                  <a:lnTo>
                    <a:pt x="1449400" y="863600"/>
                  </a:lnTo>
                  <a:lnTo>
                    <a:pt x="1444701" y="850900"/>
                  </a:lnTo>
                  <a:close/>
                </a:path>
                <a:path w="1999614" h="2171700">
                  <a:moveTo>
                    <a:pt x="1414856" y="825500"/>
                  </a:moveTo>
                  <a:lnTo>
                    <a:pt x="1383487" y="825500"/>
                  </a:lnTo>
                  <a:lnTo>
                    <a:pt x="1395298" y="838200"/>
                  </a:lnTo>
                  <a:lnTo>
                    <a:pt x="1400759" y="850900"/>
                  </a:lnTo>
                  <a:lnTo>
                    <a:pt x="1432636" y="850900"/>
                  </a:lnTo>
                  <a:lnTo>
                    <a:pt x="1427048" y="838200"/>
                  </a:lnTo>
                  <a:lnTo>
                    <a:pt x="1414856" y="825500"/>
                  </a:lnTo>
                  <a:close/>
                </a:path>
                <a:path w="1999614" h="2171700">
                  <a:moveTo>
                    <a:pt x="1398219" y="812800"/>
                  </a:moveTo>
                  <a:lnTo>
                    <a:pt x="1364437" y="812800"/>
                  </a:lnTo>
                  <a:lnTo>
                    <a:pt x="1378915" y="825500"/>
                  </a:lnTo>
                  <a:lnTo>
                    <a:pt x="1409649" y="825500"/>
                  </a:lnTo>
                  <a:lnTo>
                    <a:pt x="1398219" y="812800"/>
                  </a:lnTo>
                  <a:close/>
                </a:path>
                <a:path w="1999614" h="2171700">
                  <a:moveTo>
                    <a:pt x="1358722" y="800100"/>
                  </a:moveTo>
                  <a:lnTo>
                    <a:pt x="1347419" y="800100"/>
                  </a:lnTo>
                  <a:lnTo>
                    <a:pt x="1361135" y="812800"/>
                  </a:lnTo>
                  <a:lnTo>
                    <a:pt x="1358722" y="800100"/>
                  </a:lnTo>
                  <a:close/>
                </a:path>
                <a:path w="1999614" h="2171700">
                  <a:moveTo>
                    <a:pt x="1377645" y="800100"/>
                  </a:moveTo>
                  <a:lnTo>
                    <a:pt x="1358722" y="800100"/>
                  </a:lnTo>
                  <a:lnTo>
                    <a:pt x="1362024" y="812800"/>
                  </a:lnTo>
                  <a:lnTo>
                    <a:pt x="1392504" y="812800"/>
                  </a:lnTo>
                  <a:lnTo>
                    <a:pt x="1377645" y="800100"/>
                  </a:lnTo>
                  <a:close/>
                </a:path>
                <a:path w="1999614" h="2171700">
                  <a:moveTo>
                    <a:pt x="1374470" y="787400"/>
                  </a:moveTo>
                  <a:lnTo>
                    <a:pt x="1342339" y="787400"/>
                  </a:lnTo>
                  <a:lnTo>
                    <a:pt x="1344498" y="800100"/>
                  </a:lnTo>
                  <a:lnTo>
                    <a:pt x="1376756" y="800100"/>
                  </a:lnTo>
                  <a:lnTo>
                    <a:pt x="1374470" y="787400"/>
                  </a:lnTo>
                  <a:close/>
                </a:path>
                <a:path w="1999614" h="2171700">
                  <a:moveTo>
                    <a:pt x="1361516" y="774700"/>
                  </a:moveTo>
                  <a:lnTo>
                    <a:pt x="1328750" y="774700"/>
                  </a:lnTo>
                  <a:lnTo>
                    <a:pt x="1333830" y="787400"/>
                  </a:lnTo>
                  <a:lnTo>
                    <a:pt x="1363675" y="787400"/>
                  </a:lnTo>
                  <a:lnTo>
                    <a:pt x="1361516" y="774700"/>
                  </a:lnTo>
                  <a:close/>
                </a:path>
                <a:path w="1999614" h="2171700">
                  <a:moveTo>
                    <a:pt x="1347800" y="762000"/>
                  </a:moveTo>
                  <a:lnTo>
                    <a:pt x="1314780" y="762000"/>
                  </a:lnTo>
                  <a:lnTo>
                    <a:pt x="1328877" y="774700"/>
                  </a:lnTo>
                  <a:lnTo>
                    <a:pt x="1358976" y="774700"/>
                  </a:lnTo>
                  <a:lnTo>
                    <a:pt x="1347800" y="762000"/>
                  </a:lnTo>
                  <a:close/>
                </a:path>
                <a:path w="1999614" h="2171700">
                  <a:moveTo>
                    <a:pt x="1328623" y="749300"/>
                  </a:moveTo>
                  <a:lnTo>
                    <a:pt x="1300048" y="749300"/>
                  </a:lnTo>
                  <a:lnTo>
                    <a:pt x="1304366" y="762000"/>
                  </a:lnTo>
                  <a:lnTo>
                    <a:pt x="1342720" y="762000"/>
                  </a:lnTo>
                  <a:lnTo>
                    <a:pt x="1328623" y="749300"/>
                  </a:lnTo>
                  <a:close/>
                </a:path>
                <a:path w="1999614" h="2171700">
                  <a:moveTo>
                    <a:pt x="1318844" y="736600"/>
                  </a:moveTo>
                  <a:lnTo>
                    <a:pt x="1285062" y="736600"/>
                  </a:lnTo>
                  <a:lnTo>
                    <a:pt x="1292174" y="749300"/>
                  </a:lnTo>
                  <a:lnTo>
                    <a:pt x="1322781" y="749300"/>
                  </a:lnTo>
                  <a:lnTo>
                    <a:pt x="1318844" y="736600"/>
                  </a:lnTo>
                  <a:close/>
                </a:path>
                <a:path w="1999614" h="2171700">
                  <a:moveTo>
                    <a:pt x="1299413" y="723900"/>
                  </a:moveTo>
                  <a:lnTo>
                    <a:pt x="1266139" y="723900"/>
                  </a:lnTo>
                  <a:lnTo>
                    <a:pt x="1276553" y="736600"/>
                  </a:lnTo>
                  <a:lnTo>
                    <a:pt x="1306525" y="736600"/>
                  </a:lnTo>
                  <a:lnTo>
                    <a:pt x="1299413" y="723900"/>
                  </a:lnTo>
                  <a:close/>
                </a:path>
                <a:path w="1999614" h="2171700">
                  <a:moveTo>
                    <a:pt x="1290650" y="711200"/>
                  </a:moveTo>
                  <a:lnTo>
                    <a:pt x="1247724" y="711200"/>
                  </a:lnTo>
                  <a:lnTo>
                    <a:pt x="1260678" y="723900"/>
                  </a:lnTo>
                  <a:lnTo>
                    <a:pt x="1299286" y="723900"/>
                  </a:lnTo>
                  <a:lnTo>
                    <a:pt x="1290650" y="711200"/>
                  </a:lnTo>
                  <a:close/>
                </a:path>
                <a:path w="1999614" h="2171700">
                  <a:moveTo>
                    <a:pt x="1274140" y="698500"/>
                  </a:moveTo>
                  <a:lnTo>
                    <a:pt x="1228039" y="698500"/>
                  </a:lnTo>
                  <a:lnTo>
                    <a:pt x="1241755" y="711200"/>
                  </a:lnTo>
                  <a:lnTo>
                    <a:pt x="1279855" y="711200"/>
                  </a:lnTo>
                  <a:lnTo>
                    <a:pt x="1274140" y="698500"/>
                  </a:lnTo>
                  <a:close/>
                </a:path>
                <a:path w="1999614" h="2171700">
                  <a:moveTo>
                    <a:pt x="1241120" y="673100"/>
                  </a:moveTo>
                  <a:lnTo>
                    <a:pt x="1202766" y="673100"/>
                  </a:lnTo>
                  <a:lnTo>
                    <a:pt x="1208100" y="685800"/>
                  </a:lnTo>
                  <a:lnTo>
                    <a:pt x="1221689" y="685800"/>
                  </a:lnTo>
                  <a:lnTo>
                    <a:pt x="1227785" y="698500"/>
                  </a:lnTo>
                  <a:lnTo>
                    <a:pt x="1260932" y="698500"/>
                  </a:lnTo>
                  <a:lnTo>
                    <a:pt x="1254709" y="685800"/>
                  </a:lnTo>
                  <a:lnTo>
                    <a:pt x="1241120" y="673100"/>
                  </a:lnTo>
                  <a:close/>
                </a:path>
                <a:path w="1999614" h="2171700">
                  <a:moveTo>
                    <a:pt x="1221181" y="660400"/>
                  </a:moveTo>
                  <a:lnTo>
                    <a:pt x="1190066" y="660400"/>
                  </a:lnTo>
                  <a:lnTo>
                    <a:pt x="1203020" y="673100"/>
                  </a:lnTo>
                  <a:lnTo>
                    <a:pt x="1235278" y="673100"/>
                  </a:lnTo>
                  <a:lnTo>
                    <a:pt x="1221181" y="660400"/>
                  </a:lnTo>
                  <a:close/>
                </a:path>
                <a:path w="1999614" h="2171700">
                  <a:moveTo>
                    <a:pt x="1202893" y="647700"/>
                  </a:moveTo>
                  <a:lnTo>
                    <a:pt x="1172159" y="647700"/>
                  </a:lnTo>
                  <a:lnTo>
                    <a:pt x="1184859" y="660400"/>
                  </a:lnTo>
                  <a:lnTo>
                    <a:pt x="1215847" y="660400"/>
                  </a:lnTo>
                  <a:lnTo>
                    <a:pt x="1202893" y="647700"/>
                  </a:lnTo>
                  <a:close/>
                </a:path>
                <a:path w="1999614" h="2171700">
                  <a:moveTo>
                    <a:pt x="1184605" y="635000"/>
                  </a:moveTo>
                  <a:lnTo>
                    <a:pt x="1154252" y="635000"/>
                  </a:lnTo>
                  <a:lnTo>
                    <a:pt x="1166825" y="647700"/>
                  </a:lnTo>
                  <a:lnTo>
                    <a:pt x="1197305" y="647700"/>
                  </a:lnTo>
                  <a:lnTo>
                    <a:pt x="1184605" y="635000"/>
                  </a:lnTo>
                  <a:close/>
                </a:path>
                <a:path w="1999614" h="2171700">
                  <a:moveTo>
                    <a:pt x="1166698" y="622300"/>
                  </a:moveTo>
                  <a:lnTo>
                    <a:pt x="1135202" y="622300"/>
                  </a:lnTo>
                  <a:lnTo>
                    <a:pt x="1148537" y="635000"/>
                  </a:lnTo>
                  <a:lnTo>
                    <a:pt x="1179271" y="635000"/>
                  </a:lnTo>
                  <a:lnTo>
                    <a:pt x="1166698" y="622300"/>
                  </a:lnTo>
                  <a:close/>
                </a:path>
                <a:path w="1999614" h="2171700">
                  <a:moveTo>
                    <a:pt x="1147521" y="609600"/>
                  </a:moveTo>
                  <a:lnTo>
                    <a:pt x="1115390" y="609600"/>
                  </a:lnTo>
                  <a:lnTo>
                    <a:pt x="1129741" y="622300"/>
                  </a:lnTo>
                  <a:lnTo>
                    <a:pt x="1160856" y="622300"/>
                  </a:lnTo>
                  <a:lnTo>
                    <a:pt x="1147521" y="609600"/>
                  </a:lnTo>
                  <a:close/>
                </a:path>
                <a:path w="1999614" h="2171700">
                  <a:moveTo>
                    <a:pt x="1127074" y="596900"/>
                  </a:moveTo>
                  <a:lnTo>
                    <a:pt x="1093419" y="596900"/>
                  </a:lnTo>
                  <a:lnTo>
                    <a:pt x="1109548" y="609600"/>
                  </a:lnTo>
                  <a:lnTo>
                    <a:pt x="1141425" y="609600"/>
                  </a:lnTo>
                  <a:lnTo>
                    <a:pt x="1127074" y="596900"/>
                  </a:lnTo>
                  <a:close/>
                </a:path>
                <a:path w="1999614" h="2171700">
                  <a:moveTo>
                    <a:pt x="1104341" y="584200"/>
                  </a:moveTo>
                  <a:lnTo>
                    <a:pt x="1069162" y="584200"/>
                  </a:lnTo>
                  <a:lnTo>
                    <a:pt x="1082116" y="596900"/>
                  </a:lnTo>
                  <a:lnTo>
                    <a:pt x="1120597" y="596900"/>
                  </a:lnTo>
                  <a:lnTo>
                    <a:pt x="1104341" y="584200"/>
                  </a:lnTo>
                  <a:close/>
                </a:path>
                <a:path w="1999614" h="2171700">
                  <a:moveTo>
                    <a:pt x="1093292" y="571500"/>
                  </a:moveTo>
                  <a:lnTo>
                    <a:pt x="1051001" y="571500"/>
                  </a:lnTo>
                  <a:lnTo>
                    <a:pt x="1059637" y="584200"/>
                  </a:lnTo>
                  <a:lnTo>
                    <a:pt x="1104468" y="584200"/>
                  </a:lnTo>
                  <a:lnTo>
                    <a:pt x="1093292" y="571500"/>
                  </a:lnTo>
                  <a:close/>
                </a:path>
                <a:path w="1999614" h="2171700">
                  <a:moveTo>
                    <a:pt x="1070940" y="558800"/>
                  </a:moveTo>
                  <a:lnTo>
                    <a:pt x="1032713" y="558800"/>
                  </a:lnTo>
                  <a:lnTo>
                    <a:pt x="1044524" y="571500"/>
                  </a:lnTo>
                  <a:lnTo>
                    <a:pt x="1080719" y="571500"/>
                  </a:lnTo>
                  <a:lnTo>
                    <a:pt x="1070940" y="558800"/>
                  </a:lnTo>
                  <a:close/>
                </a:path>
                <a:path w="1999614" h="2171700">
                  <a:moveTo>
                    <a:pt x="1057097" y="546100"/>
                  </a:moveTo>
                  <a:lnTo>
                    <a:pt x="1012266" y="546100"/>
                  </a:lnTo>
                  <a:lnTo>
                    <a:pt x="1026363" y="558800"/>
                  </a:lnTo>
                  <a:lnTo>
                    <a:pt x="1063193" y="558800"/>
                  </a:lnTo>
                  <a:lnTo>
                    <a:pt x="1057097" y="546100"/>
                  </a:lnTo>
                  <a:close/>
                </a:path>
                <a:path w="1999614" h="2171700">
                  <a:moveTo>
                    <a:pt x="1038809" y="533400"/>
                  </a:moveTo>
                  <a:lnTo>
                    <a:pt x="992200" y="533400"/>
                  </a:lnTo>
                  <a:lnTo>
                    <a:pt x="1006297" y="546100"/>
                  </a:lnTo>
                  <a:lnTo>
                    <a:pt x="1045286" y="546100"/>
                  </a:lnTo>
                  <a:lnTo>
                    <a:pt x="1038809" y="533400"/>
                  </a:lnTo>
                  <a:close/>
                </a:path>
                <a:path w="1999614" h="2171700">
                  <a:moveTo>
                    <a:pt x="1018870" y="520700"/>
                  </a:moveTo>
                  <a:lnTo>
                    <a:pt x="986104" y="520700"/>
                  </a:lnTo>
                  <a:lnTo>
                    <a:pt x="992581" y="533400"/>
                  </a:lnTo>
                  <a:lnTo>
                    <a:pt x="1025093" y="533400"/>
                  </a:lnTo>
                  <a:lnTo>
                    <a:pt x="1018870" y="520700"/>
                  </a:lnTo>
                  <a:close/>
                </a:path>
                <a:path w="1999614" h="2171700">
                  <a:moveTo>
                    <a:pt x="983564" y="495300"/>
                  </a:moveTo>
                  <a:lnTo>
                    <a:pt x="943432" y="495300"/>
                  </a:lnTo>
                  <a:lnTo>
                    <a:pt x="965149" y="508000"/>
                  </a:lnTo>
                  <a:lnTo>
                    <a:pt x="971626" y="520700"/>
                  </a:lnTo>
                  <a:lnTo>
                    <a:pt x="1018616" y="520700"/>
                  </a:lnTo>
                  <a:lnTo>
                    <a:pt x="1004646" y="508000"/>
                  </a:lnTo>
                  <a:lnTo>
                    <a:pt x="998042" y="508000"/>
                  </a:lnTo>
                  <a:lnTo>
                    <a:pt x="983564" y="495300"/>
                  </a:lnTo>
                  <a:close/>
                </a:path>
                <a:path w="1999614" h="2171700">
                  <a:moveTo>
                    <a:pt x="962228" y="482600"/>
                  </a:moveTo>
                  <a:lnTo>
                    <a:pt x="927811" y="482600"/>
                  </a:lnTo>
                  <a:lnTo>
                    <a:pt x="943305" y="495300"/>
                  </a:lnTo>
                  <a:lnTo>
                    <a:pt x="977087" y="495300"/>
                  </a:lnTo>
                  <a:lnTo>
                    <a:pt x="962228" y="482600"/>
                  </a:lnTo>
                  <a:close/>
                </a:path>
                <a:path w="1999614" h="2171700">
                  <a:moveTo>
                    <a:pt x="940130" y="469900"/>
                  </a:moveTo>
                  <a:lnTo>
                    <a:pt x="905840" y="469900"/>
                  </a:lnTo>
                  <a:lnTo>
                    <a:pt x="921334" y="482600"/>
                  </a:lnTo>
                  <a:lnTo>
                    <a:pt x="955624" y="482600"/>
                  </a:lnTo>
                  <a:lnTo>
                    <a:pt x="940130" y="469900"/>
                  </a:lnTo>
                  <a:close/>
                </a:path>
                <a:path w="1999614" h="2171700">
                  <a:moveTo>
                    <a:pt x="911682" y="444500"/>
                  </a:moveTo>
                  <a:lnTo>
                    <a:pt x="875360" y="444500"/>
                  </a:lnTo>
                  <a:lnTo>
                    <a:pt x="882599" y="457200"/>
                  </a:lnTo>
                  <a:lnTo>
                    <a:pt x="882345" y="457200"/>
                  </a:lnTo>
                  <a:lnTo>
                    <a:pt x="899236" y="469900"/>
                  </a:lnTo>
                  <a:lnTo>
                    <a:pt x="933653" y="469900"/>
                  </a:lnTo>
                  <a:lnTo>
                    <a:pt x="918159" y="457200"/>
                  </a:lnTo>
                  <a:lnTo>
                    <a:pt x="911682" y="444500"/>
                  </a:lnTo>
                  <a:close/>
                </a:path>
                <a:path w="1999614" h="2171700">
                  <a:moveTo>
                    <a:pt x="894918" y="431800"/>
                  </a:moveTo>
                  <a:lnTo>
                    <a:pt x="860755" y="431800"/>
                  </a:lnTo>
                  <a:lnTo>
                    <a:pt x="875106" y="444500"/>
                  </a:lnTo>
                  <a:lnTo>
                    <a:pt x="911809" y="444500"/>
                  </a:lnTo>
                  <a:lnTo>
                    <a:pt x="894918" y="431800"/>
                  </a:lnTo>
                  <a:close/>
                </a:path>
                <a:path w="1999614" h="2171700">
                  <a:moveTo>
                    <a:pt x="854405" y="406400"/>
                  </a:moveTo>
                  <a:lnTo>
                    <a:pt x="818718" y="406400"/>
                  </a:lnTo>
                  <a:lnTo>
                    <a:pt x="835990" y="419100"/>
                  </a:lnTo>
                  <a:lnTo>
                    <a:pt x="843356" y="431800"/>
                  </a:lnTo>
                  <a:lnTo>
                    <a:pt x="887806" y="431800"/>
                  </a:lnTo>
                  <a:lnTo>
                    <a:pt x="873328" y="419100"/>
                  </a:lnTo>
                  <a:lnTo>
                    <a:pt x="866597" y="419100"/>
                  </a:lnTo>
                  <a:lnTo>
                    <a:pt x="854405" y="406400"/>
                  </a:lnTo>
                  <a:close/>
                </a:path>
                <a:path w="1999614" h="2171700">
                  <a:moveTo>
                    <a:pt x="830402" y="393700"/>
                  </a:moveTo>
                  <a:lnTo>
                    <a:pt x="796620" y="393700"/>
                  </a:lnTo>
                  <a:lnTo>
                    <a:pt x="811606" y="406400"/>
                  </a:lnTo>
                  <a:lnTo>
                    <a:pt x="847674" y="406400"/>
                  </a:lnTo>
                  <a:lnTo>
                    <a:pt x="830402" y="393700"/>
                  </a:lnTo>
                  <a:close/>
                </a:path>
                <a:path w="1999614" h="2171700">
                  <a:moveTo>
                    <a:pt x="809320" y="381000"/>
                  </a:moveTo>
                  <a:lnTo>
                    <a:pt x="778586" y="381000"/>
                  </a:lnTo>
                  <a:lnTo>
                    <a:pt x="790778" y="393700"/>
                  </a:lnTo>
                  <a:lnTo>
                    <a:pt x="823671" y="393700"/>
                  </a:lnTo>
                  <a:lnTo>
                    <a:pt x="809320" y="381000"/>
                  </a:lnTo>
                  <a:close/>
                </a:path>
                <a:path w="1999614" h="2171700">
                  <a:moveTo>
                    <a:pt x="766902" y="342900"/>
                  </a:moveTo>
                  <a:lnTo>
                    <a:pt x="732866" y="342900"/>
                  </a:lnTo>
                  <a:lnTo>
                    <a:pt x="747217" y="355600"/>
                  </a:lnTo>
                  <a:lnTo>
                    <a:pt x="754710" y="368300"/>
                  </a:lnTo>
                  <a:lnTo>
                    <a:pt x="772109" y="381000"/>
                  </a:lnTo>
                  <a:lnTo>
                    <a:pt x="808939" y="381000"/>
                  </a:lnTo>
                  <a:lnTo>
                    <a:pt x="803097" y="368300"/>
                  </a:lnTo>
                  <a:lnTo>
                    <a:pt x="791413" y="368300"/>
                  </a:lnTo>
                  <a:lnTo>
                    <a:pt x="784555" y="355600"/>
                  </a:lnTo>
                  <a:lnTo>
                    <a:pt x="784174" y="355600"/>
                  </a:lnTo>
                  <a:lnTo>
                    <a:pt x="766902" y="342900"/>
                  </a:lnTo>
                  <a:close/>
                </a:path>
                <a:path w="1999614" h="2171700">
                  <a:moveTo>
                    <a:pt x="744931" y="330200"/>
                  </a:moveTo>
                  <a:lnTo>
                    <a:pt x="714705" y="330200"/>
                  </a:lnTo>
                  <a:lnTo>
                    <a:pt x="726897" y="342900"/>
                  </a:lnTo>
                  <a:lnTo>
                    <a:pt x="759282" y="342900"/>
                  </a:lnTo>
                  <a:lnTo>
                    <a:pt x="744931" y="330200"/>
                  </a:lnTo>
                  <a:close/>
                </a:path>
                <a:path w="1999614" h="2171700">
                  <a:moveTo>
                    <a:pt x="727024" y="317500"/>
                  </a:moveTo>
                  <a:lnTo>
                    <a:pt x="690194" y="317500"/>
                  </a:lnTo>
                  <a:lnTo>
                    <a:pt x="707847" y="330200"/>
                  </a:lnTo>
                  <a:lnTo>
                    <a:pt x="739343" y="330200"/>
                  </a:lnTo>
                  <a:lnTo>
                    <a:pt x="727024" y="317500"/>
                  </a:lnTo>
                  <a:close/>
                </a:path>
                <a:path w="1999614" h="2171700">
                  <a:moveTo>
                    <a:pt x="702640" y="304800"/>
                  </a:moveTo>
                  <a:lnTo>
                    <a:pt x="666445" y="304800"/>
                  </a:lnTo>
                  <a:lnTo>
                    <a:pt x="682701" y="317500"/>
                  </a:lnTo>
                  <a:lnTo>
                    <a:pt x="720166" y="317500"/>
                  </a:lnTo>
                  <a:lnTo>
                    <a:pt x="702640" y="304800"/>
                  </a:lnTo>
                  <a:close/>
                </a:path>
                <a:path w="1999614" h="2171700">
                  <a:moveTo>
                    <a:pt x="694004" y="292100"/>
                  </a:moveTo>
                  <a:lnTo>
                    <a:pt x="660222" y="292100"/>
                  </a:lnTo>
                  <a:lnTo>
                    <a:pt x="666953" y="304800"/>
                  </a:lnTo>
                  <a:lnTo>
                    <a:pt x="702005" y="304800"/>
                  </a:lnTo>
                  <a:lnTo>
                    <a:pt x="694004" y="292100"/>
                  </a:lnTo>
                  <a:close/>
                </a:path>
                <a:path w="1999614" h="2171700">
                  <a:moveTo>
                    <a:pt x="678002" y="279400"/>
                  </a:moveTo>
                  <a:lnTo>
                    <a:pt x="636346" y="279400"/>
                  </a:lnTo>
                  <a:lnTo>
                    <a:pt x="646760" y="292100"/>
                  </a:lnTo>
                  <a:lnTo>
                    <a:pt x="694258" y="292100"/>
                  </a:lnTo>
                  <a:lnTo>
                    <a:pt x="678002" y="279400"/>
                  </a:lnTo>
                  <a:close/>
                </a:path>
                <a:path w="1999614" h="2171700">
                  <a:moveTo>
                    <a:pt x="656412" y="266700"/>
                  </a:moveTo>
                  <a:lnTo>
                    <a:pt x="616915" y="266700"/>
                  </a:lnTo>
                  <a:lnTo>
                    <a:pt x="634568" y="279400"/>
                  </a:lnTo>
                  <a:lnTo>
                    <a:pt x="670763" y="279400"/>
                  </a:lnTo>
                  <a:lnTo>
                    <a:pt x="656412" y="266700"/>
                  </a:lnTo>
                  <a:close/>
                </a:path>
                <a:path w="1999614" h="2171700">
                  <a:moveTo>
                    <a:pt x="628980" y="254000"/>
                  </a:moveTo>
                  <a:lnTo>
                    <a:pt x="591769" y="254000"/>
                  </a:lnTo>
                  <a:lnTo>
                    <a:pt x="606247" y="266700"/>
                  </a:lnTo>
                  <a:lnTo>
                    <a:pt x="646633" y="266700"/>
                  </a:lnTo>
                  <a:lnTo>
                    <a:pt x="628980" y="254000"/>
                  </a:lnTo>
                  <a:close/>
                </a:path>
                <a:path w="1999614" h="2171700">
                  <a:moveTo>
                    <a:pt x="604469" y="241300"/>
                  </a:moveTo>
                  <a:lnTo>
                    <a:pt x="570814" y="241300"/>
                  </a:lnTo>
                  <a:lnTo>
                    <a:pt x="585927" y="254000"/>
                  </a:lnTo>
                  <a:lnTo>
                    <a:pt x="618820" y="254000"/>
                  </a:lnTo>
                  <a:lnTo>
                    <a:pt x="604469" y="241300"/>
                  </a:lnTo>
                  <a:close/>
                </a:path>
                <a:path w="1999614" h="2171700">
                  <a:moveTo>
                    <a:pt x="596722" y="228600"/>
                  </a:moveTo>
                  <a:lnTo>
                    <a:pt x="540207" y="228600"/>
                  </a:lnTo>
                  <a:lnTo>
                    <a:pt x="562940" y="241300"/>
                  </a:lnTo>
                  <a:lnTo>
                    <a:pt x="603580" y="241300"/>
                  </a:lnTo>
                  <a:lnTo>
                    <a:pt x="596722" y="228600"/>
                  </a:lnTo>
                  <a:close/>
                </a:path>
                <a:path w="1999614" h="2171700">
                  <a:moveTo>
                    <a:pt x="550113" y="203200"/>
                  </a:moveTo>
                  <a:lnTo>
                    <a:pt x="510997" y="203200"/>
                  </a:lnTo>
                  <a:lnTo>
                    <a:pt x="530809" y="215900"/>
                  </a:lnTo>
                  <a:lnTo>
                    <a:pt x="530936" y="215900"/>
                  </a:lnTo>
                  <a:lnTo>
                    <a:pt x="540334" y="228600"/>
                  </a:lnTo>
                  <a:lnTo>
                    <a:pt x="581228" y="228600"/>
                  </a:lnTo>
                  <a:lnTo>
                    <a:pt x="550113" y="203200"/>
                  </a:lnTo>
                  <a:close/>
                </a:path>
                <a:path w="1999614" h="2171700">
                  <a:moveTo>
                    <a:pt x="521030" y="190500"/>
                  </a:moveTo>
                  <a:lnTo>
                    <a:pt x="485724" y="190500"/>
                  </a:lnTo>
                  <a:lnTo>
                    <a:pt x="511251" y="203200"/>
                  </a:lnTo>
                  <a:lnTo>
                    <a:pt x="540842" y="203200"/>
                  </a:lnTo>
                  <a:lnTo>
                    <a:pt x="521030" y="190500"/>
                  </a:lnTo>
                  <a:close/>
                </a:path>
                <a:path w="1999614" h="2171700">
                  <a:moveTo>
                    <a:pt x="495122" y="177800"/>
                  </a:moveTo>
                  <a:lnTo>
                    <a:pt x="452259" y="177800"/>
                  </a:lnTo>
                  <a:lnTo>
                    <a:pt x="476732" y="190500"/>
                  </a:lnTo>
                  <a:lnTo>
                    <a:pt x="512394" y="190500"/>
                  </a:lnTo>
                  <a:lnTo>
                    <a:pt x="495122" y="177800"/>
                  </a:lnTo>
                  <a:close/>
                </a:path>
                <a:path w="1999614" h="2171700">
                  <a:moveTo>
                    <a:pt x="452145" y="152400"/>
                  </a:moveTo>
                  <a:lnTo>
                    <a:pt x="413334" y="152400"/>
                  </a:lnTo>
                  <a:lnTo>
                    <a:pt x="421411" y="165100"/>
                  </a:lnTo>
                  <a:lnTo>
                    <a:pt x="442290" y="177800"/>
                  </a:lnTo>
                  <a:lnTo>
                    <a:pt x="486232" y="177800"/>
                  </a:lnTo>
                  <a:lnTo>
                    <a:pt x="461721" y="165100"/>
                  </a:lnTo>
                  <a:lnTo>
                    <a:pt x="461873" y="165100"/>
                  </a:lnTo>
                  <a:lnTo>
                    <a:pt x="452145" y="152400"/>
                  </a:lnTo>
                  <a:close/>
                </a:path>
                <a:path w="1999614" h="2171700">
                  <a:moveTo>
                    <a:pt x="431368" y="139700"/>
                  </a:moveTo>
                  <a:lnTo>
                    <a:pt x="387629" y="139700"/>
                  </a:lnTo>
                  <a:lnTo>
                    <a:pt x="396976" y="152400"/>
                  </a:lnTo>
                  <a:lnTo>
                    <a:pt x="452247" y="152400"/>
                  </a:lnTo>
                  <a:lnTo>
                    <a:pt x="431368" y="139700"/>
                  </a:lnTo>
                  <a:close/>
                </a:path>
                <a:path w="1999614" h="2171700">
                  <a:moveTo>
                    <a:pt x="405803" y="127000"/>
                  </a:moveTo>
                  <a:lnTo>
                    <a:pt x="363232" y="127000"/>
                  </a:lnTo>
                  <a:lnTo>
                    <a:pt x="387705" y="139700"/>
                  </a:lnTo>
                  <a:lnTo>
                    <a:pt x="423087" y="139700"/>
                  </a:lnTo>
                  <a:lnTo>
                    <a:pt x="405803" y="127000"/>
                  </a:lnTo>
                  <a:close/>
                </a:path>
                <a:path w="1999614" h="2171700">
                  <a:moveTo>
                    <a:pt x="371462" y="114300"/>
                  </a:moveTo>
                  <a:lnTo>
                    <a:pt x="332613" y="114300"/>
                  </a:lnTo>
                  <a:lnTo>
                    <a:pt x="353479" y="127000"/>
                  </a:lnTo>
                  <a:lnTo>
                    <a:pt x="395973" y="127000"/>
                  </a:lnTo>
                  <a:lnTo>
                    <a:pt x="371462" y="114300"/>
                  </a:lnTo>
                  <a:close/>
                </a:path>
                <a:path w="1999614" h="2171700">
                  <a:moveTo>
                    <a:pt x="340156" y="101600"/>
                  </a:moveTo>
                  <a:lnTo>
                    <a:pt x="297027" y="101600"/>
                  </a:lnTo>
                  <a:lnTo>
                    <a:pt x="307098" y="114300"/>
                  </a:lnTo>
                  <a:lnTo>
                    <a:pt x="361048" y="114300"/>
                  </a:lnTo>
                  <a:lnTo>
                    <a:pt x="340156" y="101600"/>
                  </a:lnTo>
                  <a:close/>
                </a:path>
                <a:path w="1999614" h="2171700">
                  <a:moveTo>
                    <a:pt x="313093" y="88900"/>
                  </a:moveTo>
                  <a:lnTo>
                    <a:pt x="235203" y="88900"/>
                  </a:lnTo>
                  <a:lnTo>
                    <a:pt x="260781" y="101600"/>
                  </a:lnTo>
                  <a:lnTo>
                    <a:pt x="331088" y="101600"/>
                  </a:lnTo>
                  <a:lnTo>
                    <a:pt x="313093" y="88900"/>
                  </a:lnTo>
                  <a:close/>
                </a:path>
                <a:path w="1999614" h="2171700">
                  <a:moveTo>
                    <a:pt x="276948" y="76200"/>
                  </a:moveTo>
                  <a:lnTo>
                    <a:pt x="209054" y="76200"/>
                  </a:lnTo>
                  <a:lnTo>
                    <a:pt x="225615" y="88900"/>
                  </a:lnTo>
                  <a:lnTo>
                    <a:pt x="302882" y="88900"/>
                  </a:lnTo>
                  <a:lnTo>
                    <a:pt x="276948" y="76200"/>
                  </a:lnTo>
                  <a:close/>
                </a:path>
                <a:path w="1999614" h="2171700">
                  <a:moveTo>
                    <a:pt x="241007" y="63500"/>
                  </a:moveTo>
                  <a:lnTo>
                    <a:pt x="182638" y="63500"/>
                  </a:lnTo>
                  <a:lnTo>
                    <a:pt x="200634" y="76200"/>
                  </a:lnTo>
                  <a:lnTo>
                    <a:pt x="266217" y="76200"/>
                  </a:lnTo>
                  <a:lnTo>
                    <a:pt x="241007" y="63500"/>
                  </a:lnTo>
                  <a:close/>
                </a:path>
                <a:path w="1999614" h="2171700">
                  <a:moveTo>
                    <a:pt x="190601" y="50800"/>
                  </a:moveTo>
                  <a:lnTo>
                    <a:pt x="153949" y="50800"/>
                  </a:lnTo>
                  <a:lnTo>
                    <a:pt x="171221" y="63500"/>
                  </a:lnTo>
                  <a:lnTo>
                    <a:pt x="208610" y="63500"/>
                  </a:lnTo>
                  <a:lnTo>
                    <a:pt x="190601" y="50800"/>
                  </a:lnTo>
                  <a:close/>
                </a:path>
                <a:path w="1999614" h="2171700">
                  <a:moveTo>
                    <a:pt x="207848" y="50800"/>
                  </a:moveTo>
                  <a:lnTo>
                    <a:pt x="208610" y="63500"/>
                  </a:lnTo>
                  <a:lnTo>
                    <a:pt x="215785" y="63500"/>
                  </a:lnTo>
                  <a:lnTo>
                    <a:pt x="207848" y="50800"/>
                  </a:lnTo>
                  <a:close/>
                </a:path>
                <a:path w="1999614" h="2171700">
                  <a:moveTo>
                    <a:pt x="179578" y="38100"/>
                  </a:moveTo>
                  <a:lnTo>
                    <a:pt x="134658" y="38100"/>
                  </a:lnTo>
                  <a:lnTo>
                    <a:pt x="145084" y="50800"/>
                  </a:lnTo>
                  <a:lnTo>
                    <a:pt x="190753" y="50800"/>
                  </a:lnTo>
                  <a:lnTo>
                    <a:pt x="179578" y="38100"/>
                  </a:lnTo>
                  <a:close/>
                </a:path>
                <a:path w="1999614" h="2171700">
                  <a:moveTo>
                    <a:pt x="153187" y="25400"/>
                  </a:moveTo>
                  <a:lnTo>
                    <a:pt x="93929" y="25400"/>
                  </a:lnTo>
                  <a:lnTo>
                    <a:pt x="109042" y="38100"/>
                  </a:lnTo>
                  <a:lnTo>
                    <a:pt x="162217" y="38100"/>
                  </a:lnTo>
                  <a:lnTo>
                    <a:pt x="153187" y="25400"/>
                  </a:lnTo>
                  <a:close/>
                </a:path>
                <a:path w="1999614" h="2171700">
                  <a:moveTo>
                    <a:pt x="120942" y="12700"/>
                  </a:moveTo>
                  <a:lnTo>
                    <a:pt x="43332" y="12700"/>
                  </a:lnTo>
                  <a:lnTo>
                    <a:pt x="49072" y="25400"/>
                  </a:lnTo>
                  <a:lnTo>
                    <a:pt x="135686" y="25400"/>
                  </a:lnTo>
                  <a:lnTo>
                    <a:pt x="120942" y="12700"/>
                  </a:lnTo>
                  <a:close/>
                </a:path>
                <a:path w="1999614" h="2171700">
                  <a:moveTo>
                    <a:pt x="66687" y="0"/>
                  </a:moveTo>
                  <a:lnTo>
                    <a:pt x="1168" y="0"/>
                  </a:lnTo>
                  <a:lnTo>
                    <a:pt x="0" y="12700"/>
                  </a:lnTo>
                  <a:lnTo>
                    <a:pt x="71018" y="12700"/>
                  </a:lnTo>
                  <a:lnTo>
                    <a:pt x="66687" y="0"/>
                  </a:lnTo>
                  <a:close/>
                </a:path>
              </a:pathLst>
            </a:custGeom>
            <a:solidFill>
              <a:srgbClr val="FF40FF"/>
            </a:solidFill>
          </p:spPr>
          <p:txBody>
            <a:bodyPr wrap="square" lIns="0" tIns="0" rIns="0" bIns="0" rtlCol="0"/>
            <a:lstStyle/>
            <a:p>
              <a:endParaRPr sz="2400"/>
            </a:p>
          </p:txBody>
        </p:sp>
        <p:sp>
          <p:nvSpPr>
            <p:cNvPr id="20" name="object 20"/>
            <p:cNvSpPr/>
            <p:nvPr/>
          </p:nvSpPr>
          <p:spPr>
            <a:xfrm>
              <a:off x="543436" y="1743075"/>
              <a:ext cx="228600" cy="2512060"/>
            </a:xfrm>
            <a:custGeom>
              <a:avLst/>
              <a:gdLst/>
              <a:ahLst/>
              <a:cxnLst/>
              <a:rect l="l" t="t" r="r" b="b"/>
              <a:pathLst>
                <a:path w="228600" h="2512060">
                  <a:moveTo>
                    <a:pt x="113994" y="59473"/>
                  </a:moveTo>
                  <a:lnTo>
                    <a:pt x="94983" y="82420"/>
                  </a:lnTo>
                  <a:lnTo>
                    <a:pt x="102155" y="2511996"/>
                  </a:lnTo>
                  <a:lnTo>
                    <a:pt x="140255" y="2511882"/>
                  </a:lnTo>
                  <a:lnTo>
                    <a:pt x="133083" y="82247"/>
                  </a:lnTo>
                  <a:lnTo>
                    <a:pt x="113994" y="59473"/>
                  </a:lnTo>
                  <a:close/>
                </a:path>
                <a:path w="228600" h="2512060">
                  <a:moveTo>
                    <a:pt x="113788" y="0"/>
                  </a:moveTo>
                  <a:lnTo>
                    <a:pt x="4289" y="132207"/>
                  </a:lnTo>
                  <a:lnTo>
                    <a:pt x="715" y="138822"/>
                  </a:lnTo>
                  <a:lnTo>
                    <a:pt x="0" y="146081"/>
                  </a:lnTo>
                  <a:lnTo>
                    <a:pt x="2060" y="153102"/>
                  </a:lnTo>
                  <a:lnTo>
                    <a:pt x="6816" y="159004"/>
                  </a:lnTo>
                  <a:lnTo>
                    <a:pt x="13481" y="162589"/>
                  </a:lnTo>
                  <a:lnTo>
                    <a:pt x="20747" y="163306"/>
                  </a:lnTo>
                  <a:lnTo>
                    <a:pt x="27753" y="161236"/>
                  </a:lnTo>
                  <a:lnTo>
                    <a:pt x="33639" y="156463"/>
                  </a:lnTo>
                  <a:lnTo>
                    <a:pt x="94983" y="82420"/>
                  </a:lnTo>
                  <a:lnTo>
                    <a:pt x="94827" y="29717"/>
                  </a:lnTo>
                  <a:lnTo>
                    <a:pt x="138613" y="29590"/>
                  </a:lnTo>
                  <a:lnTo>
                    <a:pt x="113788" y="0"/>
                  </a:lnTo>
                  <a:close/>
                </a:path>
                <a:path w="228600" h="2512060">
                  <a:moveTo>
                    <a:pt x="138613" y="29590"/>
                  </a:moveTo>
                  <a:lnTo>
                    <a:pt x="132927" y="29590"/>
                  </a:lnTo>
                  <a:lnTo>
                    <a:pt x="133083" y="82247"/>
                  </a:lnTo>
                  <a:lnTo>
                    <a:pt x="194865" y="155956"/>
                  </a:lnTo>
                  <a:lnTo>
                    <a:pt x="200774" y="160708"/>
                  </a:lnTo>
                  <a:lnTo>
                    <a:pt x="207792" y="162734"/>
                  </a:lnTo>
                  <a:lnTo>
                    <a:pt x="215055" y="161974"/>
                  </a:lnTo>
                  <a:lnTo>
                    <a:pt x="221700" y="158369"/>
                  </a:lnTo>
                  <a:lnTo>
                    <a:pt x="226422" y="152465"/>
                  </a:lnTo>
                  <a:lnTo>
                    <a:pt x="228439" y="145430"/>
                  </a:lnTo>
                  <a:lnTo>
                    <a:pt x="227678" y="138134"/>
                  </a:lnTo>
                  <a:lnTo>
                    <a:pt x="224062" y="131445"/>
                  </a:lnTo>
                  <a:lnTo>
                    <a:pt x="138613" y="29590"/>
                  </a:lnTo>
                  <a:close/>
                </a:path>
                <a:path w="228600" h="2512060">
                  <a:moveTo>
                    <a:pt x="132927" y="29590"/>
                  </a:moveTo>
                  <a:lnTo>
                    <a:pt x="94827" y="29717"/>
                  </a:lnTo>
                  <a:lnTo>
                    <a:pt x="94983" y="82420"/>
                  </a:lnTo>
                  <a:lnTo>
                    <a:pt x="113994" y="59473"/>
                  </a:lnTo>
                  <a:lnTo>
                    <a:pt x="99272" y="41910"/>
                  </a:lnTo>
                  <a:lnTo>
                    <a:pt x="132964" y="41910"/>
                  </a:lnTo>
                  <a:lnTo>
                    <a:pt x="132927" y="29590"/>
                  </a:lnTo>
                  <a:close/>
                </a:path>
                <a:path w="228600" h="2512060">
                  <a:moveTo>
                    <a:pt x="132964" y="41910"/>
                  </a:moveTo>
                  <a:lnTo>
                    <a:pt x="128546" y="41910"/>
                  </a:lnTo>
                  <a:lnTo>
                    <a:pt x="113994" y="59473"/>
                  </a:lnTo>
                  <a:lnTo>
                    <a:pt x="133083" y="82247"/>
                  </a:lnTo>
                  <a:lnTo>
                    <a:pt x="132964" y="41910"/>
                  </a:lnTo>
                  <a:close/>
                </a:path>
                <a:path w="228600" h="2512060">
                  <a:moveTo>
                    <a:pt x="128546" y="41910"/>
                  </a:moveTo>
                  <a:lnTo>
                    <a:pt x="99272" y="41910"/>
                  </a:lnTo>
                  <a:lnTo>
                    <a:pt x="113994" y="59473"/>
                  </a:lnTo>
                  <a:lnTo>
                    <a:pt x="128546" y="41910"/>
                  </a:lnTo>
                  <a:close/>
                </a:path>
              </a:pathLst>
            </a:custGeom>
            <a:solidFill>
              <a:srgbClr val="000000"/>
            </a:solidFill>
          </p:spPr>
          <p:txBody>
            <a:bodyPr wrap="square" lIns="0" tIns="0" rIns="0" bIns="0" rtlCol="0"/>
            <a:lstStyle/>
            <a:p>
              <a:endParaRPr sz="2400"/>
            </a:p>
          </p:txBody>
        </p:sp>
      </p:grpSp>
      <p:grpSp>
        <p:nvGrpSpPr>
          <p:cNvPr id="21" name="object 21"/>
          <p:cNvGrpSpPr/>
          <p:nvPr/>
        </p:nvGrpSpPr>
        <p:grpSpPr>
          <a:xfrm>
            <a:off x="6565902" y="2311402"/>
            <a:ext cx="4970780" cy="3349413"/>
            <a:chOff x="4924425" y="1733550"/>
            <a:chExt cx="3728085" cy="2512060"/>
          </a:xfrm>
        </p:grpSpPr>
        <p:sp>
          <p:nvSpPr>
            <p:cNvPr id="22" name="object 22"/>
            <p:cNvSpPr/>
            <p:nvPr/>
          </p:nvSpPr>
          <p:spPr>
            <a:xfrm>
              <a:off x="4924425" y="3876751"/>
              <a:ext cx="3728085" cy="228600"/>
            </a:xfrm>
            <a:custGeom>
              <a:avLst/>
              <a:gdLst/>
              <a:ahLst/>
              <a:cxnLst/>
              <a:rect l="l" t="t" r="r" b="b"/>
              <a:pathLst>
                <a:path w="3728084" h="228600">
                  <a:moveTo>
                    <a:pt x="3668618" y="114223"/>
                  </a:moveTo>
                  <a:lnTo>
                    <a:pt x="3571875" y="194843"/>
                  </a:lnTo>
                  <a:lnTo>
                    <a:pt x="3567102" y="200738"/>
                  </a:lnTo>
                  <a:lnTo>
                    <a:pt x="3565032" y="207749"/>
                  </a:lnTo>
                  <a:lnTo>
                    <a:pt x="3565749" y="215013"/>
                  </a:lnTo>
                  <a:lnTo>
                    <a:pt x="3569334" y="221665"/>
                  </a:lnTo>
                  <a:lnTo>
                    <a:pt x="3575238" y="226408"/>
                  </a:lnTo>
                  <a:lnTo>
                    <a:pt x="3582273" y="228447"/>
                  </a:lnTo>
                  <a:lnTo>
                    <a:pt x="3589569" y="227705"/>
                  </a:lnTo>
                  <a:lnTo>
                    <a:pt x="3596258" y="224104"/>
                  </a:lnTo>
                  <a:lnTo>
                    <a:pt x="3705230" y="133273"/>
                  </a:lnTo>
                  <a:lnTo>
                    <a:pt x="3698367" y="133273"/>
                  </a:lnTo>
                  <a:lnTo>
                    <a:pt x="3698367" y="128854"/>
                  </a:lnTo>
                  <a:lnTo>
                    <a:pt x="3686175" y="128854"/>
                  </a:lnTo>
                  <a:lnTo>
                    <a:pt x="3668618" y="114223"/>
                  </a:lnTo>
                  <a:close/>
                </a:path>
                <a:path w="3728084" h="228600">
                  <a:moveTo>
                    <a:pt x="3645758" y="95173"/>
                  </a:moveTo>
                  <a:lnTo>
                    <a:pt x="0" y="95173"/>
                  </a:lnTo>
                  <a:lnTo>
                    <a:pt x="0" y="133273"/>
                  </a:lnTo>
                  <a:lnTo>
                    <a:pt x="3645758" y="133273"/>
                  </a:lnTo>
                  <a:lnTo>
                    <a:pt x="3668618" y="114223"/>
                  </a:lnTo>
                  <a:lnTo>
                    <a:pt x="3645758" y="95173"/>
                  </a:lnTo>
                  <a:close/>
                </a:path>
                <a:path w="3728084" h="228600">
                  <a:moveTo>
                    <a:pt x="3705230" y="95173"/>
                  </a:moveTo>
                  <a:lnTo>
                    <a:pt x="3698367" y="95173"/>
                  </a:lnTo>
                  <a:lnTo>
                    <a:pt x="3698367" y="133273"/>
                  </a:lnTo>
                  <a:lnTo>
                    <a:pt x="3705230" y="133273"/>
                  </a:lnTo>
                  <a:lnTo>
                    <a:pt x="3728084" y="114223"/>
                  </a:lnTo>
                  <a:lnTo>
                    <a:pt x="3705230" y="95173"/>
                  </a:lnTo>
                  <a:close/>
                </a:path>
                <a:path w="3728084" h="228600">
                  <a:moveTo>
                    <a:pt x="3686175" y="99593"/>
                  </a:moveTo>
                  <a:lnTo>
                    <a:pt x="3668618" y="114223"/>
                  </a:lnTo>
                  <a:lnTo>
                    <a:pt x="3686175" y="128854"/>
                  </a:lnTo>
                  <a:lnTo>
                    <a:pt x="3686175" y="99593"/>
                  </a:lnTo>
                  <a:close/>
                </a:path>
                <a:path w="3728084" h="228600">
                  <a:moveTo>
                    <a:pt x="3698367" y="99593"/>
                  </a:moveTo>
                  <a:lnTo>
                    <a:pt x="3686175" y="99593"/>
                  </a:lnTo>
                  <a:lnTo>
                    <a:pt x="3686175" y="128854"/>
                  </a:lnTo>
                  <a:lnTo>
                    <a:pt x="3698367" y="128854"/>
                  </a:lnTo>
                  <a:lnTo>
                    <a:pt x="3698367" y="99593"/>
                  </a:lnTo>
                  <a:close/>
                </a:path>
                <a:path w="3728084" h="228600">
                  <a:moveTo>
                    <a:pt x="3582273" y="0"/>
                  </a:moveTo>
                  <a:lnTo>
                    <a:pt x="3575238" y="2039"/>
                  </a:lnTo>
                  <a:lnTo>
                    <a:pt x="3569334" y="6781"/>
                  </a:lnTo>
                  <a:lnTo>
                    <a:pt x="3565749" y="13433"/>
                  </a:lnTo>
                  <a:lnTo>
                    <a:pt x="3565032" y="20697"/>
                  </a:lnTo>
                  <a:lnTo>
                    <a:pt x="3567102" y="27709"/>
                  </a:lnTo>
                  <a:lnTo>
                    <a:pt x="3571875" y="33604"/>
                  </a:lnTo>
                  <a:lnTo>
                    <a:pt x="3668618" y="114223"/>
                  </a:lnTo>
                  <a:lnTo>
                    <a:pt x="3686175" y="99593"/>
                  </a:lnTo>
                  <a:lnTo>
                    <a:pt x="3698367" y="99593"/>
                  </a:lnTo>
                  <a:lnTo>
                    <a:pt x="3698367" y="95173"/>
                  </a:lnTo>
                  <a:lnTo>
                    <a:pt x="3705230" y="95173"/>
                  </a:lnTo>
                  <a:lnTo>
                    <a:pt x="3596258" y="4343"/>
                  </a:lnTo>
                  <a:lnTo>
                    <a:pt x="3589569" y="741"/>
                  </a:lnTo>
                  <a:lnTo>
                    <a:pt x="3582273" y="0"/>
                  </a:lnTo>
                  <a:close/>
                </a:path>
              </a:pathLst>
            </a:custGeom>
            <a:solidFill>
              <a:srgbClr val="000000"/>
            </a:solidFill>
          </p:spPr>
          <p:txBody>
            <a:bodyPr wrap="square" lIns="0" tIns="0" rIns="0" bIns="0" rtlCol="0"/>
            <a:lstStyle/>
            <a:p>
              <a:endParaRPr sz="2400"/>
            </a:p>
          </p:txBody>
        </p:sp>
        <p:sp>
          <p:nvSpPr>
            <p:cNvPr id="23" name="object 23"/>
            <p:cNvSpPr/>
            <p:nvPr/>
          </p:nvSpPr>
          <p:spPr>
            <a:xfrm>
              <a:off x="4982098" y="1733550"/>
              <a:ext cx="228600" cy="2512060"/>
            </a:xfrm>
            <a:custGeom>
              <a:avLst/>
              <a:gdLst/>
              <a:ahLst/>
              <a:cxnLst/>
              <a:rect l="l" t="t" r="r" b="b"/>
              <a:pathLst>
                <a:path w="228600" h="2512060">
                  <a:moveTo>
                    <a:pt x="113984" y="59447"/>
                  </a:moveTo>
                  <a:lnTo>
                    <a:pt x="95006" y="82362"/>
                  </a:lnTo>
                  <a:lnTo>
                    <a:pt x="102092" y="2511996"/>
                  </a:lnTo>
                  <a:lnTo>
                    <a:pt x="140192" y="2511882"/>
                  </a:lnTo>
                  <a:lnTo>
                    <a:pt x="133106" y="82282"/>
                  </a:lnTo>
                  <a:lnTo>
                    <a:pt x="113984" y="59447"/>
                  </a:lnTo>
                  <a:close/>
                </a:path>
                <a:path w="228600" h="2512060">
                  <a:moveTo>
                    <a:pt x="113776" y="0"/>
                  </a:moveTo>
                  <a:lnTo>
                    <a:pt x="4302" y="132207"/>
                  </a:lnTo>
                  <a:lnTo>
                    <a:pt x="716" y="138822"/>
                  </a:lnTo>
                  <a:lnTo>
                    <a:pt x="0" y="146081"/>
                  </a:lnTo>
                  <a:lnTo>
                    <a:pt x="2069" y="153102"/>
                  </a:lnTo>
                  <a:lnTo>
                    <a:pt x="6842" y="159004"/>
                  </a:lnTo>
                  <a:lnTo>
                    <a:pt x="13458" y="162589"/>
                  </a:lnTo>
                  <a:lnTo>
                    <a:pt x="20716" y="163306"/>
                  </a:lnTo>
                  <a:lnTo>
                    <a:pt x="27737" y="161236"/>
                  </a:lnTo>
                  <a:lnTo>
                    <a:pt x="33639" y="156463"/>
                  </a:lnTo>
                  <a:lnTo>
                    <a:pt x="95006" y="82362"/>
                  </a:lnTo>
                  <a:lnTo>
                    <a:pt x="94853" y="29717"/>
                  </a:lnTo>
                  <a:lnTo>
                    <a:pt x="138592" y="29590"/>
                  </a:lnTo>
                  <a:lnTo>
                    <a:pt x="113776" y="0"/>
                  </a:lnTo>
                  <a:close/>
                </a:path>
                <a:path w="228600" h="2512060">
                  <a:moveTo>
                    <a:pt x="138592" y="29590"/>
                  </a:moveTo>
                  <a:lnTo>
                    <a:pt x="132953" y="29590"/>
                  </a:lnTo>
                  <a:lnTo>
                    <a:pt x="133106" y="82282"/>
                  </a:lnTo>
                  <a:lnTo>
                    <a:pt x="194802" y="155955"/>
                  </a:lnTo>
                  <a:lnTo>
                    <a:pt x="200759" y="160708"/>
                  </a:lnTo>
                  <a:lnTo>
                    <a:pt x="207787" y="162734"/>
                  </a:lnTo>
                  <a:lnTo>
                    <a:pt x="215054" y="161974"/>
                  </a:lnTo>
                  <a:lnTo>
                    <a:pt x="221726" y="158369"/>
                  </a:lnTo>
                  <a:lnTo>
                    <a:pt x="226423" y="152465"/>
                  </a:lnTo>
                  <a:lnTo>
                    <a:pt x="228441" y="145430"/>
                  </a:lnTo>
                  <a:lnTo>
                    <a:pt x="227673" y="138134"/>
                  </a:lnTo>
                  <a:lnTo>
                    <a:pt x="224012" y="131445"/>
                  </a:lnTo>
                  <a:lnTo>
                    <a:pt x="138592" y="29590"/>
                  </a:lnTo>
                  <a:close/>
                </a:path>
                <a:path w="228600" h="2512060">
                  <a:moveTo>
                    <a:pt x="132953" y="29590"/>
                  </a:moveTo>
                  <a:lnTo>
                    <a:pt x="94853" y="29717"/>
                  </a:lnTo>
                  <a:lnTo>
                    <a:pt x="95006" y="82362"/>
                  </a:lnTo>
                  <a:lnTo>
                    <a:pt x="113984" y="59447"/>
                  </a:lnTo>
                  <a:lnTo>
                    <a:pt x="99298" y="41910"/>
                  </a:lnTo>
                  <a:lnTo>
                    <a:pt x="132989" y="41910"/>
                  </a:lnTo>
                  <a:lnTo>
                    <a:pt x="132953" y="29590"/>
                  </a:lnTo>
                  <a:close/>
                </a:path>
                <a:path w="228600" h="2512060">
                  <a:moveTo>
                    <a:pt x="132989" y="41910"/>
                  </a:moveTo>
                  <a:lnTo>
                    <a:pt x="128508" y="41910"/>
                  </a:lnTo>
                  <a:lnTo>
                    <a:pt x="113984" y="59447"/>
                  </a:lnTo>
                  <a:lnTo>
                    <a:pt x="133106" y="82282"/>
                  </a:lnTo>
                  <a:lnTo>
                    <a:pt x="132989" y="41910"/>
                  </a:lnTo>
                  <a:close/>
                </a:path>
                <a:path w="228600" h="2512060">
                  <a:moveTo>
                    <a:pt x="128508" y="41910"/>
                  </a:moveTo>
                  <a:lnTo>
                    <a:pt x="99298" y="41910"/>
                  </a:lnTo>
                  <a:lnTo>
                    <a:pt x="113984" y="59447"/>
                  </a:lnTo>
                  <a:lnTo>
                    <a:pt x="128508" y="41910"/>
                  </a:lnTo>
                  <a:close/>
                </a:path>
              </a:pathLst>
            </a:custGeom>
            <a:solidFill>
              <a:srgbClr val="000000"/>
            </a:solidFill>
          </p:spPr>
          <p:txBody>
            <a:bodyPr wrap="square" lIns="0" tIns="0" rIns="0" bIns="0" rtlCol="0"/>
            <a:lstStyle/>
            <a:p>
              <a:endParaRPr sz="2400"/>
            </a:p>
          </p:txBody>
        </p:sp>
      </p:grpSp>
      <p:sp>
        <p:nvSpPr>
          <p:cNvPr id="24" name="object 24"/>
          <p:cNvSpPr txBox="1"/>
          <p:nvPr/>
        </p:nvSpPr>
        <p:spPr>
          <a:xfrm>
            <a:off x="5903470" y="3580044"/>
            <a:ext cx="683260" cy="510396"/>
          </a:xfrm>
          <a:prstGeom prst="rect">
            <a:avLst/>
          </a:prstGeom>
        </p:spPr>
        <p:txBody>
          <a:bodyPr vert="horz" wrap="square" lIns="0" tIns="17780" rIns="0" bIns="0" rtlCol="0">
            <a:spAutoFit/>
          </a:bodyPr>
          <a:lstStyle/>
          <a:p>
            <a:pPr marL="16933">
              <a:spcBef>
                <a:spcPts val="140"/>
              </a:spcBef>
            </a:pPr>
            <a:r>
              <a:rPr sz="3200" spc="-80" dirty="0">
                <a:latin typeface="Arial MT"/>
                <a:cs typeface="Arial MT"/>
              </a:rPr>
              <a:t>age</a:t>
            </a:r>
            <a:endParaRPr sz="3200">
              <a:latin typeface="Arial MT"/>
              <a:cs typeface="Arial MT"/>
            </a:endParaRPr>
          </a:p>
        </p:txBody>
      </p:sp>
      <p:sp>
        <p:nvSpPr>
          <p:cNvPr id="25" name="object 25"/>
          <p:cNvSpPr txBox="1"/>
          <p:nvPr/>
        </p:nvSpPr>
        <p:spPr>
          <a:xfrm>
            <a:off x="8130205" y="5413164"/>
            <a:ext cx="1900767" cy="510396"/>
          </a:xfrm>
          <a:prstGeom prst="rect">
            <a:avLst/>
          </a:prstGeom>
        </p:spPr>
        <p:txBody>
          <a:bodyPr vert="horz" wrap="square" lIns="0" tIns="17780" rIns="0" bIns="0" rtlCol="0">
            <a:spAutoFit/>
          </a:bodyPr>
          <a:lstStyle/>
          <a:p>
            <a:pPr marL="16933">
              <a:spcBef>
                <a:spcPts val="140"/>
              </a:spcBef>
            </a:pPr>
            <a:r>
              <a:rPr sz="3200" spc="-7" dirty="0">
                <a:latin typeface="Arial MT"/>
                <a:cs typeface="Arial MT"/>
              </a:rPr>
              <a:t>tumor</a:t>
            </a:r>
            <a:r>
              <a:rPr sz="3200" spc="-68" dirty="0">
                <a:latin typeface="Arial MT"/>
                <a:cs typeface="Arial MT"/>
              </a:rPr>
              <a:t> </a:t>
            </a:r>
            <a:r>
              <a:rPr sz="3200" spc="-27" dirty="0">
                <a:latin typeface="Arial MT"/>
                <a:cs typeface="Arial MT"/>
              </a:rPr>
              <a:t>size</a:t>
            </a:r>
            <a:endParaRPr sz="3200">
              <a:latin typeface="Arial MT"/>
              <a:cs typeface="Arial MT"/>
            </a:endParaRPr>
          </a:p>
        </p:txBody>
      </p:sp>
      <p:grpSp>
        <p:nvGrpSpPr>
          <p:cNvPr id="26" name="object 26"/>
          <p:cNvGrpSpPr/>
          <p:nvPr/>
        </p:nvGrpSpPr>
        <p:grpSpPr>
          <a:xfrm>
            <a:off x="7353470" y="2501902"/>
            <a:ext cx="4549140" cy="2588260"/>
            <a:chOff x="5515102" y="1876425"/>
            <a:chExt cx="3411854" cy="1941195"/>
          </a:xfrm>
        </p:grpSpPr>
        <p:sp>
          <p:nvSpPr>
            <p:cNvPr id="27" name="object 27"/>
            <p:cNvSpPr/>
            <p:nvPr/>
          </p:nvSpPr>
          <p:spPr>
            <a:xfrm>
              <a:off x="5553075" y="1895475"/>
              <a:ext cx="2571750" cy="1695450"/>
            </a:xfrm>
            <a:custGeom>
              <a:avLst/>
              <a:gdLst/>
              <a:ahLst/>
              <a:cxnLst/>
              <a:rect l="l" t="t" r="r" b="b"/>
              <a:pathLst>
                <a:path w="2571750" h="1695450">
                  <a:moveTo>
                    <a:pt x="2257425" y="695325"/>
                  </a:moveTo>
                  <a:lnTo>
                    <a:pt x="2409825" y="428625"/>
                  </a:lnTo>
                  <a:lnTo>
                    <a:pt x="2562225" y="695325"/>
                  </a:lnTo>
                  <a:lnTo>
                    <a:pt x="2257425" y="695325"/>
                  </a:lnTo>
                  <a:close/>
                </a:path>
                <a:path w="2571750" h="1695450">
                  <a:moveTo>
                    <a:pt x="1885950" y="895350"/>
                  </a:moveTo>
                  <a:lnTo>
                    <a:pt x="2038350" y="628650"/>
                  </a:lnTo>
                  <a:lnTo>
                    <a:pt x="2190750" y="895350"/>
                  </a:lnTo>
                  <a:lnTo>
                    <a:pt x="1885950" y="895350"/>
                  </a:lnTo>
                  <a:close/>
                </a:path>
                <a:path w="2571750" h="1695450">
                  <a:moveTo>
                    <a:pt x="1866900" y="561975"/>
                  </a:moveTo>
                  <a:lnTo>
                    <a:pt x="2019300" y="295275"/>
                  </a:lnTo>
                  <a:lnTo>
                    <a:pt x="2171700" y="561975"/>
                  </a:lnTo>
                  <a:lnTo>
                    <a:pt x="1866900" y="561975"/>
                  </a:lnTo>
                  <a:close/>
                </a:path>
                <a:path w="2571750" h="1695450">
                  <a:moveTo>
                    <a:pt x="2266950" y="266700"/>
                  </a:moveTo>
                  <a:lnTo>
                    <a:pt x="2419350" y="0"/>
                  </a:lnTo>
                  <a:lnTo>
                    <a:pt x="2571750" y="266700"/>
                  </a:lnTo>
                  <a:lnTo>
                    <a:pt x="2266950" y="266700"/>
                  </a:lnTo>
                  <a:close/>
                </a:path>
                <a:path w="2571750" h="1695450">
                  <a:moveTo>
                    <a:pt x="638175" y="1695450"/>
                  </a:moveTo>
                  <a:lnTo>
                    <a:pt x="790575" y="1438275"/>
                  </a:lnTo>
                  <a:lnTo>
                    <a:pt x="942975" y="1695450"/>
                  </a:lnTo>
                  <a:lnTo>
                    <a:pt x="638175" y="1695450"/>
                  </a:lnTo>
                  <a:close/>
                </a:path>
                <a:path w="2571750" h="1695450">
                  <a:moveTo>
                    <a:pt x="333375" y="981075"/>
                  </a:moveTo>
                  <a:lnTo>
                    <a:pt x="485775" y="723900"/>
                  </a:lnTo>
                  <a:lnTo>
                    <a:pt x="638175" y="981075"/>
                  </a:lnTo>
                  <a:lnTo>
                    <a:pt x="333375" y="981075"/>
                  </a:lnTo>
                  <a:close/>
                </a:path>
                <a:path w="2571750" h="1695450">
                  <a:moveTo>
                    <a:pt x="0" y="1314450"/>
                  </a:moveTo>
                  <a:lnTo>
                    <a:pt x="152400" y="1047750"/>
                  </a:lnTo>
                  <a:lnTo>
                    <a:pt x="304800" y="1314450"/>
                  </a:lnTo>
                  <a:lnTo>
                    <a:pt x="0" y="1314450"/>
                  </a:lnTo>
                  <a:close/>
                </a:path>
                <a:path w="2571750" h="1695450">
                  <a:moveTo>
                    <a:pt x="609600" y="1333500"/>
                  </a:moveTo>
                  <a:lnTo>
                    <a:pt x="762000" y="1066800"/>
                  </a:lnTo>
                  <a:lnTo>
                    <a:pt x="914400" y="1333500"/>
                  </a:lnTo>
                  <a:lnTo>
                    <a:pt x="609600" y="1333500"/>
                  </a:lnTo>
                  <a:close/>
                </a:path>
              </a:pathLst>
            </a:custGeom>
            <a:ln w="38100">
              <a:solidFill>
                <a:srgbClr val="2E60B3"/>
              </a:solidFill>
            </a:ln>
          </p:spPr>
          <p:txBody>
            <a:bodyPr wrap="square" lIns="0" tIns="0" rIns="0" bIns="0" rtlCol="0"/>
            <a:lstStyle/>
            <a:p>
              <a:endParaRPr sz="2400"/>
            </a:p>
          </p:txBody>
        </p:sp>
        <p:sp>
          <p:nvSpPr>
            <p:cNvPr id="28" name="object 28"/>
            <p:cNvSpPr/>
            <p:nvPr/>
          </p:nvSpPr>
          <p:spPr>
            <a:xfrm>
              <a:off x="5515102" y="2395093"/>
              <a:ext cx="1358900" cy="1422400"/>
            </a:xfrm>
            <a:custGeom>
              <a:avLst/>
              <a:gdLst/>
              <a:ahLst/>
              <a:cxnLst/>
              <a:rect l="l" t="t" r="r" b="b"/>
              <a:pathLst>
                <a:path w="1358900" h="1422400">
                  <a:moveTo>
                    <a:pt x="864615" y="1409700"/>
                  </a:moveTo>
                  <a:lnTo>
                    <a:pt x="614552" y="1409700"/>
                  </a:lnTo>
                  <a:lnTo>
                    <a:pt x="643001" y="1422400"/>
                  </a:lnTo>
                  <a:lnTo>
                    <a:pt x="835151" y="1422400"/>
                  </a:lnTo>
                  <a:lnTo>
                    <a:pt x="864615" y="1409700"/>
                  </a:lnTo>
                  <a:close/>
                </a:path>
                <a:path w="1358900" h="1422400">
                  <a:moveTo>
                    <a:pt x="646302" y="1397000"/>
                  </a:moveTo>
                  <a:lnTo>
                    <a:pt x="563752" y="1397000"/>
                  </a:lnTo>
                  <a:lnTo>
                    <a:pt x="575183" y="1409700"/>
                  </a:lnTo>
                  <a:lnTo>
                    <a:pt x="659002" y="1409700"/>
                  </a:lnTo>
                  <a:lnTo>
                    <a:pt x="646302" y="1397000"/>
                  </a:lnTo>
                  <a:close/>
                </a:path>
                <a:path w="1358900" h="1422400">
                  <a:moveTo>
                    <a:pt x="919607" y="1397000"/>
                  </a:moveTo>
                  <a:lnTo>
                    <a:pt x="831976" y="1397000"/>
                  </a:lnTo>
                  <a:lnTo>
                    <a:pt x="818261" y="1409700"/>
                  </a:lnTo>
                  <a:lnTo>
                    <a:pt x="906526" y="1409700"/>
                  </a:lnTo>
                  <a:lnTo>
                    <a:pt x="919607" y="1397000"/>
                  </a:lnTo>
                  <a:close/>
                </a:path>
                <a:path w="1358900" h="1422400">
                  <a:moveTo>
                    <a:pt x="579755" y="1384300"/>
                  </a:moveTo>
                  <a:lnTo>
                    <a:pt x="524256" y="1384300"/>
                  </a:lnTo>
                  <a:lnTo>
                    <a:pt x="536448" y="1397000"/>
                  </a:lnTo>
                  <a:lnTo>
                    <a:pt x="606678" y="1397000"/>
                  </a:lnTo>
                  <a:lnTo>
                    <a:pt x="579755" y="1384300"/>
                  </a:lnTo>
                  <a:close/>
                </a:path>
                <a:path w="1358900" h="1422400">
                  <a:moveTo>
                    <a:pt x="962787" y="1384300"/>
                  </a:moveTo>
                  <a:lnTo>
                    <a:pt x="902081" y="1384300"/>
                  </a:lnTo>
                  <a:lnTo>
                    <a:pt x="873251" y="1397000"/>
                  </a:lnTo>
                  <a:lnTo>
                    <a:pt x="949451" y="1397000"/>
                  </a:lnTo>
                  <a:lnTo>
                    <a:pt x="962787" y="1384300"/>
                  </a:lnTo>
                  <a:close/>
                </a:path>
                <a:path w="1358900" h="1422400">
                  <a:moveTo>
                    <a:pt x="541527" y="1371600"/>
                  </a:moveTo>
                  <a:lnTo>
                    <a:pt x="483997" y="1371600"/>
                  </a:lnTo>
                  <a:lnTo>
                    <a:pt x="496315" y="1384300"/>
                  </a:lnTo>
                  <a:lnTo>
                    <a:pt x="568451" y="1384300"/>
                  </a:lnTo>
                  <a:lnTo>
                    <a:pt x="541527" y="1371600"/>
                  </a:lnTo>
                  <a:close/>
                </a:path>
                <a:path w="1358900" h="1422400">
                  <a:moveTo>
                    <a:pt x="1005840" y="1371600"/>
                  </a:moveTo>
                  <a:lnTo>
                    <a:pt x="944245" y="1371600"/>
                  </a:lnTo>
                  <a:lnTo>
                    <a:pt x="914653" y="1384300"/>
                  </a:lnTo>
                  <a:lnTo>
                    <a:pt x="995426" y="1384300"/>
                  </a:lnTo>
                  <a:lnTo>
                    <a:pt x="1005840" y="1371600"/>
                  </a:lnTo>
                  <a:close/>
                </a:path>
                <a:path w="1358900" h="1422400">
                  <a:moveTo>
                    <a:pt x="502793" y="1358900"/>
                  </a:moveTo>
                  <a:lnTo>
                    <a:pt x="456184" y="1358900"/>
                  </a:lnTo>
                  <a:lnTo>
                    <a:pt x="483870" y="1371600"/>
                  </a:lnTo>
                  <a:lnTo>
                    <a:pt x="530098" y="1371600"/>
                  </a:lnTo>
                  <a:lnTo>
                    <a:pt x="502793" y="1358900"/>
                  </a:lnTo>
                  <a:close/>
                </a:path>
                <a:path w="1358900" h="1422400">
                  <a:moveTo>
                    <a:pt x="1027429" y="1358900"/>
                  </a:moveTo>
                  <a:lnTo>
                    <a:pt x="977138" y="1358900"/>
                  </a:lnTo>
                  <a:lnTo>
                    <a:pt x="957072" y="1371600"/>
                  </a:lnTo>
                  <a:lnTo>
                    <a:pt x="1026287" y="1371600"/>
                  </a:lnTo>
                  <a:lnTo>
                    <a:pt x="1027429" y="1358900"/>
                  </a:lnTo>
                  <a:close/>
                </a:path>
                <a:path w="1358900" h="1422400">
                  <a:moveTo>
                    <a:pt x="371728" y="1295400"/>
                  </a:moveTo>
                  <a:lnTo>
                    <a:pt x="335661" y="1295400"/>
                  </a:lnTo>
                  <a:lnTo>
                    <a:pt x="362712" y="1308100"/>
                  </a:lnTo>
                  <a:lnTo>
                    <a:pt x="374650" y="1320800"/>
                  </a:lnTo>
                  <a:lnTo>
                    <a:pt x="402463" y="1333500"/>
                  </a:lnTo>
                  <a:lnTo>
                    <a:pt x="402717" y="1333500"/>
                  </a:lnTo>
                  <a:lnTo>
                    <a:pt x="415289" y="1346200"/>
                  </a:lnTo>
                  <a:lnTo>
                    <a:pt x="443102" y="1358900"/>
                  </a:lnTo>
                  <a:lnTo>
                    <a:pt x="491109" y="1358900"/>
                  </a:lnTo>
                  <a:lnTo>
                    <a:pt x="463296" y="1346200"/>
                  </a:lnTo>
                  <a:lnTo>
                    <a:pt x="451231" y="1346200"/>
                  </a:lnTo>
                  <a:lnTo>
                    <a:pt x="423545" y="1320800"/>
                  </a:lnTo>
                  <a:lnTo>
                    <a:pt x="411225" y="1320800"/>
                  </a:lnTo>
                  <a:lnTo>
                    <a:pt x="383539" y="1308100"/>
                  </a:lnTo>
                  <a:lnTo>
                    <a:pt x="383667" y="1308100"/>
                  </a:lnTo>
                  <a:lnTo>
                    <a:pt x="371728" y="1295400"/>
                  </a:lnTo>
                  <a:close/>
                </a:path>
                <a:path w="1358900" h="1422400">
                  <a:moveTo>
                    <a:pt x="1061212" y="1346200"/>
                  </a:moveTo>
                  <a:lnTo>
                    <a:pt x="1007999" y="1346200"/>
                  </a:lnTo>
                  <a:lnTo>
                    <a:pt x="997457" y="1358900"/>
                  </a:lnTo>
                  <a:lnTo>
                    <a:pt x="1050417" y="1358900"/>
                  </a:lnTo>
                  <a:lnTo>
                    <a:pt x="1061212" y="1346200"/>
                  </a:lnTo>
                  <a:close/>
                </a:path>
                <a:path w="1358900" h="1422400">
                  <a:moveTo>
                    <a:pt x="1080007" y="1333500"/>
                  </a:moveTo>
                  <a:lnTo>
                    <a:pt x="1042162" y="1333500"/>
                  </a:lnTo>
                  <a:lnTo>
                    <a:pt x="1028446" y="1346200"/>
                  </a:lnTo>
                  <a:lnTo>
                    <a:pt x="1061339" y="1346200"/>
                  </a:lnTo>
                  <a:lnTo>
                    <a:pt x="1080007" y="1333500"/>
                  </a:lnTo>
                  <a:close/>
                </a:path>
                <a:path w="1358900" h="1422400">
                  <a:moveTo>
                    <a:pt x="1113663" y="1320800"/>
                  </a:moveTo>
                  <a:lnTo>
                    <a:pt x="1070991" y="1320800"/>
                  </a:lnTo>
                  <a:lnTo>
                    <a:pt x="1052576" y="1333500"/>
                  </a:lnTo>
                  <a:lnTo>
                    <a:pt x="1091056" y="1333500"/>
                  </a:lnTo>
                  <a:lnTo>
                    <a:pt x="1113663" y="1320800"/>
                  </a:lnTo>
                  <a:close/>
                </a:path>
                <a:path w="1358900" h="1422400">
                  <a:moveTo>
                    <a:pt x="1149223" y="1295400"/>
                  </a:moveTo>
                  <a:lnTo>
                    <a:pt x="1104011" y="1295400"/>
                  </a:lnTo>
                  <a:lnTo>
                    <a:pt x="1081277" y="1320800"/>
                  </a:lnTo>
                  <a:lnTo>
                    <a:pt x="1113790" y="1320800"/>
                  </a:lnTo>
                  <a:lnTo>
                    <a:pt x="1125347" y="1308100"/>
                  </a:lnTo>
                  <a:lnTo>
                    <a:pt x="1125727" y="1308100"/>
                  </a:lnTo>
                  <a:lnTo>
                    <a:pt x="1149223" y="1295400"/>
                  </a:lnTo>
                  <a:close/>
                </a:path>
                <a:path w="1358900" h="1422400">
                  <a:moveTo>
                    <a:pt x="345439" y="1282700"/>
                  </a:moveTo>
                  <a:lnTo>
                    <a:pt x="324231" y="1282700"/>
                  </a:lnTo>
                  <a:lnTo>
                    <a:pt x="335407" y="1295400"/>
                  </a:lnTo>
                  <a:lnTo>
                    <a:pt x="372110" y="1295400"/>
                  </a:lnTo>
                  <a:lnTo>
                    <a:pt x="345439" y="1282700"/>
                  </a:lnTo>
                  <a:close/>
                </a:path>
                <a:path w="1358900" h="1422400">
                  <a:moveTo>
                    <a:pt x="1159128" y="1282700"/>
                  </a:moveTo>
                  <a:lnTo>
                    <a:pt x="1138301" y="1282700"/>
                  </a:lnTo>
                  <a:lnTo>
                    <a:pt x="1114932" y="1295400"/>
                  </a:lnTo>
                  <a:lnTo>
                    <a:pt x="1149350" y="1295400"/>
                  </a:lnTo>
                  <a:lnTo>
                    <a:pt x="1159128" y="1282700"/>
                  </a:lnTo>
                  <a:close/>
                </a:path>
                <a:path w="1358900" h="1422400">
                  <a:moveTo>
                    <a:pt x="334645" y="1270000"/>
                  </a:moveTo>
                  <a:lnTo>
                    <a:pt x="299212" y="1270000"/>
                  </a:lnTo>
                  <a:lnTo>
                    <a:pt x="323976" y="1282700"/>
                  </a:lnTo>
                  <a:lnTo>
                    <a:pt x="345821" y="1282700"/>
                  </a:lnTo>
                  <a:lnTo>
                    <a:pt x="334645" y="1270000"/>
                  </a:lnTo>
                  <a:close/>
                </a:path>
                <a:path w="1358900" h="1422400">
                  <a:moveTo>
                    <a:pt x="1182624" y="1270000"/>
                  </a:moveTo>
                  <a:lnTo>
                    <a:pt x="1147826" y="1270000"/>
                  </a:lnTo>
                  <a:lnTo>
                    <a:pt x="1138174" y="1282700"/>
                  </a:lnTo>
                  <a:lnTo>
                    <a:pt x="1159509" y="1282700"/>
                  </a:lnTo>
                  <a:lnTo>
                    <a:pt x="1182624" y="1270000"/>
                  </a:lnTo>
                  <a:close/>
                </a:path>
                <a:path w="1358900" h="1422400">
                  <a:moveTo>
                    <a:pt x="310007" y="1257300"/>
                  </a:moveTo>
                  <a:lnTo>
                    <a:pt x="288417" y="1257300"/>
                  </a:lnTo>
                  <a:lnTo>
                    <a:pt x="298831" y="1270000"/>
                  </a:lnTo>
                  <a:lnTo>
                    <a:pt x="334899" y="1270000"/>
                  </a:lnTo>
                  <a:lnTo>
                    <a:pt x="310007" y="1257300"/>
                  </a:lnTo>
                  <a:close/>
                </a:path>
                <a:path w="1358900" h="1422400">
                  <a:moveTo>
                    <a:pt x="1217929" y="1231900"/>
                  </a:moveTo>
                  <a:lnTo>
                    <a:pt x="1197355" y="1231900"/>
                  </a:lnTo>
                  <a:lnTo>
                    <a:pt x="1178941" y="1244600"/>
                  </a:lnTo>
                  <a:lnTo>
                    <a:pt x="1179195" y="1244600"/>
                  </a:lnTo>
                  <a:lnTo>
                    <a:pt x="1170177" y="1257300"/>
                  </a:lnTo>
                  <a:lnTo>
                    <a:pt x="1170431" y="1257300"/>
                  </a:lnTo>
                  <a:lnTo>
                    <a:pt x="1147445" y="1270000"/>
                  </a:lnTo>
                  <a:lnTo>
                    <a:pt x="1182877" y="1270000"/>
                  </a:lnTo>
                  <a:lnTo>
                    <a:pt x="1192022" y="1257300"/>
                  </a:lnTo>
                  <a:lnTo>
                    <a:pt x="1210691" y="1244600"/>
                  </a:lnTo>
                  <a:lnTo>
                    <a:pt x="1217929" y="1231900"/>
                  </a:lnTo>
                  <a:close/>
                </a:path>
                <a:path w="1358900" h="1422400">
                  <a:moveTo>
                    <a:pt x="299847" y="1244600"/>
                  </a:moveTo>
                  <a:lnTo>
                    <a:pt x="264540" y="1244600"/>
                  </a:lnTo>
                  <a:lnTo>
                    <a:pt x="288289" y="1257300"/>
                  </a:lnTo>
                  <a:lnTo>
                    <a:pt x="310261" y="1257300"/>
                  </a:lnTo>
                  <a:lnTo>
                    <a:pt x="299847" y="1244600"/>
                  </a:lnTo>
                  <a:close/>
                </a:path>
                <a:path w="1358900" h="1422400">
                  <a:moveTo>
                    <a:pt x="181228" y="1117600"/>
                  </a:moveTo>
                  <a:lnTo>
                    <a:pt x="181356" y="1130300"/>
                  </a:lnTo>
                  <a:lnTo>
                    <a:pt x="168021" y="1130300"/>
                  </a:lnTo>
                  <a:lnTo>
                    <a:pt x="188468" y="1155700"/>
                  </a:lnTo>
                  <a:lnTo>
                    <a:pt x="197993" y="1168400"/>
                  </a:lnTo>
                  <a:lnTo>
                    <a:pt x="219837" y="1193800"/>
                  </a:lnTo>
                  <a:lnTo>
                    <a:pt x="229870" y="1206500"/>
                  </a:lnTo>
                  <a:lnTo>
                    <a:pt x="253873" y="1231900"/>
                  </a:lnTo>
                  <a:lnTo>
                    <a:pt x="264287" y="1244600"/>
                  </a:lnTo>
                  <a:lnTo>
                    <a:pt x="299974" y="1244600"/>
                  </a:lnTo>
                  <a:lnTo>
                    <a:pt x="276225" y="1231900"/>
                  </a:lnTo>
                  <a:lnTo>
                    <a:pt x="276478" y="1231900"/>
                  </a:lnTo>
                  <a:lnTo>
                    <a:pt x="266064" y="1219200"/>
                  </a:lnTo>
                  <a:lnTo>
                    <a:pt x="266192" y="1219200"/>
                  </a:lnTo>
                  <a:lnTo>
                    <a:pt x="242824" y="1193800"/>
                  </a:lnTo>
                  <a:lnTo>
                    <a:pt x="243077" y="1193800"/>
                  </a:lnTo>
                  <a:lnTo>
                    <a:pt x="233045" y="1181100"/>
                  </a:lnTo>
                  <a:lnTo>
                    <a:pt x="211074" y="1155700"/>
                  </a:lnTo>
                  <a:lnTo>
                    <a:pt x="201802" y="1143000"/>
                  </a:lnTo>
                  <a:lnTo>
                    <a:pt x="181228" y="1117600"/>
                  </a:lnTo>
                  <a:close/>
                </a:path>
                <a:path w="1358900" h="1422400">
                  <a:moveTo>
                    <a:pt x="1232662" y="1219200"/>
                  </a:moveTo>
                  <a:lnTo>
                    <a:pt x="1204214" y="1219200"/>
                  </a:lnTo>
                  <a:lnTo>
                    <a:pt x="1197102" y="1231900"/>
                  </a:lnTo>
                  <a:lnTo>
                    <a:pt x="1218311" y="1231900"/>
                  </a:lnTo>
                  <a:lnTo>
                    <a:pt x="1232662" y="1219200"/>
                  </a:lnTo>
                  <a:close/>
                </a:path>
                <a:path w="1358900" h="1422400">
                  <a:moveTo>
                    <a:pt x="1264030" y="1168400"/>
                  </a:moveTo>
                  <a:lnTo>
                    <a:pt x="1241678" y="1168400"/>
                  </a:lnTo>
                  <a:lnTo>
                    <a:pt x="1224406" y="1193800"/>
                  </a:lnTo>
                  <a:lnTo>
                    <a:pt x="1224788" y="1193800"/>
                  </a:lnTo>
                  <a:lnTo>
                    <a:pt x="1217929" y="1206500"/>
                  </a:lnTo>
                  <a:lnTo>
                    <a:pt x="1218311" y="1206500"/>
                  </a:lnTo>
                  <a:lnTo>
                    <a:pt x="1203832" y="1219200"/>
                  </a:lnTo>
                  <a:lnTo>
                    <a:pt x="1233043" y="1219200"/>
                  </a:lnTo>
                  <a:lnTo>
                    <a:pt x="1240154" y="1206500"/>
                  </a:lnTo>
                  <a:lnTo>
                    <a:pt x="1257427" y="1181100"/>
                  </a:lnTo>
                  <a:lnTo>
                    <a:pt x="1257807" y="1181100"/>
                  </a:lnTo>
                  <a:lnTo>
                    <a:pt x="1264030" y="1168400"/>
                  </a:lnTo>
                  <a:close/>
                </a:path>
                <a:path w="1358900" h="1422400">
                  <a:moveTo>
                    <a:pt x="1282446" y="1130300"/>
                  </a:moveTo>
                  <a:lnTo>
                    <a:pt x="1260855" y="1130300"/>
                  </a:lnTo>
                  <a:lnTo>
                    <a:pt x="1247521" y="1155700"/>
                  </a:lnTo>
                  <a:lnTo>
                    <a:pt x="1241298" y="1168400"/>
                  </a:lnTo>
                  <a:lnTo>
                    <a:pt x="1263903" y="1168400"/>
                  </a:lnTo>
                  <a:lnTo>
                    <a:pt x="1277239" y="1143000"/>
                  </a:lnTo>
                  <a:lnTo>
                    <a:pt x="1282446" y="1130300"/>
                  </a:lnTo>
                  <a:close/>
                </a:path>
                <a:path w="1358900" h="1422400">
                  <a:moveTo>
                    <a:pt x="128650" y="1054100"/>
                  </a:moveTo>
                  <a:lnTo>
                    <a:pt x="107061" y="1054100"/>
                  </a:lnTo>
                  <a:lnTo>
                    <a:pt x="113919" y="1066800"/>
                  </a:lnTo>
                  <a:lnTo>
                    <a:pt x="131318" y="1092200"/>
                  </a:lnTo>
                  <a:lnTo>
                    <a:pt x="139573" y="1104900"/>
                  </a:lnTo>
                  <a:lnTo>
                    <a:pt x="158750" y="1130300"/>
                  </a:lnTo>
                  <a:lnTo>
                    <a:pt x="181356" y="1130300"/>
                  </a:lnTo>
                  <a:lnTo>
                    <a:pt x="172338" y="1117600"/>
                  </a:lnTo>
                  <a:lnTo>
                    <a:pt x="172593" y="1117600"/>
                  </a:lnTo>
                  <a:lnTo>
                    <a:pt x="153415" y="1092200"/>
                  </a:lnTo>
                  <a:lnTo>
                    <a:pt x="145161" y="1079500"/>
                  </a:lnTo>
                  <a:lnTo>
                    <a:pt x="145542" y="1079500"/>
                  </a:lnTo>
                  <a:lnTo>
                    <a:pt x="128650" y="1054100"/>
                  </a:lnTo>
                  <a:close/>
                </a:path>
                <a:path w="1358900" h="1422400">
                  <a:moveTo>
                    <a:pt x="1297431" y="1104900"/>
                  </a:moveTo>
                  <a:lnTo>
                    <a:pt x="1275333" y="1104900"/>
                  </a:lnTo>
                  <a:lnTo>
                    <a:pt x="1265554" y="1130300"/>
                  </a:lnTo>
                  <a:lnTo>
                    <a:pt x="1282573" y="1130300"/>
                  </a:lnTo>
                  <a:lnTo>
                    <a:pt x="1292352" y="1117600"/>
                  </a:lnTo>
                  <a:lnTo>
                    <a:pt x="1297431" y="1104900"/>
                  </a:lnTo>
                  <a:close/>
                </a:path>
                <a:path w="1358900" h="1422400">
                  <a:moveTo>
                    <a:pt x="1332483" y="1003300"/>
                  </a:moveTo>
                  <a:lnTo>
                    <a:pt x="1314323" y="1003300"/>
                  </a:lnTo>
                  <a:lnTo>
                    <a:pt x="1308607" y="1016000"/>
                  </a:lnTo>
                  <a:lnTo>
                    <a:pt x="1296162" y="1054100"/>
                  </a:lnTo>
                  <a:lnTo>
                    <a:pt x="1280159" y="1092200"/>
                  </a:lnTo>
                  <a:lnTo>
                    <a:pt x="1280287" y="1092200"/>
                  </a:lnTo>
                  <a:lnTo>
                    <a:pt x="1275206" y="1104900"/>
                  </a:lnTo>
                  <a:lnTo>
                    <a:pt x="1297558" y="1104900"/>
                  </a:lnTo>
                  <a:lnTo>
                    <a:pt x="1309116" y="1066800"/>
                  </a:lnTo>
                  <a:lnTo>
                    <a:pt x="1313942" y="1066800"/>
                  </a:lnTo>
                  <a:lnTo>
                    <a:pt x="1322831" y="1041400"/>
                  </a:lnTo>
                  <a:lnTo>
                    <a:pt x="1326515" y="1028700"/>
                  </a:lnTo>
                  <a:lnTo>
                    <a:pt x="1326769" y="1028700"/>
                  </a:lnTo>
                  <a:lnTo>
                    <a:pt x="1332483" y="1003300"/>
                  </a:lnTo>
                  <a:close/>
                </a:path>
                <a:path w="1358900" h="1422400">
                  <a:moveTo>
                    <a:pt x="88392" y="977900"/>
                  </a:moveTo>
                  <a:lnTo>
                    <a:pt x="67437" y="977900"/>
                  </a:lnTo>
                  <a:lnTo>
                    <a:pt x="72898" y="990600"/>
                  </a:lnTo>
                  <a:lnTo>
                    <a:pt x="85851" y="1016000"/>
                  </a:lnTo>
                  <a:lnTo>
                    <a:pt x="91948" y="1028700"/>
                  </a:lnTo>
                  <a:lnTo>
                    <a:pt x="92201" y="1028700"/>
                  </a:lnTo>
                  <a:lnTo>
                    <a:pt x="106934" y="1054100"/>
                  </a:lnTo>
                  <a:lnTo>
                    <a:pt x="128777" y="1054100"/>
                  </a:lnTo>
                  <a:lnTo>
                    <a:pt x="121920" y="1041400"/>
                  </a:lnTo>
                  <a:lnTo>
                    <a:pt x="107314" y="1016000"/>
                  </a:lnTo>
                  <a:lnTo>
                    <a:pt x="107442" y="1016000"/>
                  </a:lnTo>
                  <a:lnTo>
                    <a:pt x="101346" y="1003300"/>
                  </a:lnTo>
                  <a:lnTo>
                    <a:pt x="88392" y="977900"/>
                  </a:lnTo>
                  <a:close/>
                </a:path>
                <a:path w="1358900" h="1422400">
                  <a:moveTo>
                    <a:pt x="1342263" y="965200"/>
                  </a:moveTo>
                  <a:lnTo>
                    <a:pt x="1323975" y="965200"/>
                  </a:lnTo>
                  <a:lnTo>
                    <a:pt x="1317498" y="990600"/>
                  </a:lnTo>
                  <a:lnTo>
                    <a:pt x="1314450" y="1003300"/>
                  </a:lnTo>
                  <a:lnTo>
                    <a:pt x="1332356" y="1003300"/>
                  </a:lnTo>
                  <a:lnTo>
                    <a:pt x="1342263" y="965200"/>
                  </a:lnTo>
                  <a:close/>
                </a:path>
                <a:path w="1358900" h="1422400">
                  <a:moveTo>
                    <a:pt x="71755" y="939800"/>
                  </a:moveTo>
                  <a:lnTo>
                    <a:pt x="51053" y="939800"/>
                  </a:lnTo>
                  <a:lnTo>
                    <a:pt x="55752" y="952500"/>
                  </a:lnTo>
                  <a:lnTo>
                    <a:pt x="67310" y="977900"/>
                  </a:lnTo>
                  <a:lnTo>
                    <a:pt x="88519" y="977900"/>
                  </a:lnTo>
                  <a:lnTo>
                    <a:pt x="83185" y="965200"/>
                  </a:lnTo>
                  <a:lnTo>
                    <a:pt x="71755" y="939800"/>
                  </a:lnTo>
                  <a:close/>
                </a:path>
                <a:path w="1358900" h="1422400">
                  <a:moveTo>
                    <a:pt x="1334897" y="889000"/>
                  </a:moveTo>
                  <a:lnTo>
                    <a:pt x="1333880" y="901700"/>
                  </a:lnTo>
                  <a:lnTo>
                    <a:pt x="1331722" y="927100"/>
                  </a:lnTo>
                  <a:lnTo>
                    <a:pt x="1330325" y="927100"/>
                  </a:lnTo>
                  <a:lnTo>
                    <a:pt x="1323848" y="965200"/>
                  </a:lnTo>
                  <a:lnTo>
                    <a:pt x="1342390" y="965200"/>
                  </a:lnTo>
                  <a:lnTo>
                    <a:pt x="1344549" y="952500"/>
                  </a:lnTo>
                  <a:lnTo>
                    <a:pt x="1348867" y="939800"/>
                  </a:lnTo>
                  <a:lnTo>
                    <a:pt x="1350391" y="927100"/>
                  </a:lnTo>
                  <a:lnTo>
                    <a:pt x="1352550" y="901700"/>
                  </a:lnTo>
                  <a:lnTo>
                    <a:pt x="1334897" y="901700"/>
                  </a:lnTo>
                  <a:lnTo>
                    <a:pt x="1334897" y="889000"/>
                  </a:lnTo>
                  <a:close/>
                </a:path>
                <a:path w="1358900" h="1422400">
                  <a:moveTo>
                    <a:pt x="21336" y="393700"/>
                  </a:moveTo>
                  <a:lnTo>
                    <a:pt x="5461" y="393700"/>
                  </a:lnTo>
                  <a:lnTo>
                    <a:pt x="3556" y="419100"/>
                  </a:lnTo>
                  <a:lnTo>
                    <a:pt x="1270" y="457200"/>
                  </a:lnTo>
                  <a:lnTo>
                    <a:pt x="888" y="469900"/>
                  </a:lnTo>
                  <a:lnTo>
                    <a:pt x="126" y="482600"/>
                  </a:lnTo>
                  <a:lnTo>
                    <a:pt x="0" y="596900"/>
                  </a:lnTo>
                  <a:lnTo>
                    <a:pt x="253" y="609600"/>
                  </a:lnTo>
                  <a:lnTo>
                    <a:pt x="253" y="660400"/>
                  </a:lnTo>
                  <a:lnTo>
                    <a:pt x="1270" y="685800"/>
                  </a:lnTo>
                  <a:lnTo>
                    <a:pt x="1650" y="698500"/>
                  </a:lnTo>
                  <a:lnTo>
                    <a:pt x="4572" y="723900"/>
                  </a:lnTo>
                  <a:lnTo>
                    <a:pt x="5587" y="736600"/>
                  </a:lnTo>
                  <a:lnTo>
                    <a:pt x="11430" y="774700"/>
                  </a:lnTo>
                  <a:lnTo>
                    <a:pt x="16510" y="812800"/>
                  </a:lnTo>
                  <a:lnTo>
                    <a:pt x="18923" y="825500"/>
                  </a:lnTo>
                  <a:lnTo>
                    <a:pt x="28194" y="863600"/>
                  </a:lnTo>
                  <a:lnTo>
                    <a:pt x="36449" y="889000"/>
                  </a:lnTo>
                  <a:lnTo>
                    <a:pt x="40767" y="901700"/>
                  </a:lnTo>
                  <a:lnTo>
                    <a:pt x="50926" y="939800"/>
                  </a:lnTo>
                  <a:lnTo>
                    <a:pt x="71882" y="939800"/>
                  </a:lnTo>
                  <a:lnTo>
                    <a:pt x="67183" y="927100"/>
                  </a:lnTo>
                  <a:lnTo>
                    <a:pt x="57150" y="901700"/>
                  </a:lnTo>
                  <a:lnTo>
                    <a:pt x="52832" y="889000"/>
                  </a:lnTo>
                  <a:lnTo>
                    <a:pt x="44576" y="863600"/>
                  </a:lnTo>
                  <a:lnTo>
                    <a:pt x="41910" y="850900"/>
                  </a:lnTo>
                  <a:lnTo>
                    <a:pt x="35813" y="812800"/>
                  </a:lnTo>
                  <a:lnTo>
                    <a:pt x="28194" y="774700"/>
                  </a:lnTo>
                  <a:lnTo>
                    <a:pt x="26415" y="762000"/>
                  </a:lnTo>
                  <a:lnTo>
                    <a:pt x="22478" y="736600"/>
                  </a:lnTo>
                  <a:lnTo>
                    <a:pt x="21462" y="723900"/>
                  </a:lnTo>
                  <a:lnTo>
                    <a:pt x="18542" y="698500"/>
                  </a:lnTo>
                  <a:lnTo>
                    <a:pt x="18161" y="685800"/>
                  </a:lnTo>
                  <a:lnTo>
                    <a:pt x="17145" y="660400"/>
                  </a:lnTo>
                  <a:lnTo>
                    <a:pt x="17018" y="609600"/>
                  </a:lnTo>
                  <a:lnTo>
                    <a:pt x="16637" y="596900"/>
                  </a:lnTo>
                  <a:lnTo>
                    <a:pt x="16510" y="482600"/>
                  </a:lnTo>
                  <a:lnTo>
                    <a:pt x="17145" y="469900"/>
                  </a:lnTo>
                  <a:lnTo>
                    <a:pt x="17525" y="457200"/>
                  </a:lnTo>
                  <a:lnTo>
                    <a:pt x="18923" y="431800"/>
                  </a:lnTo>
                  <a:lnTo>
                    <a:pt x="19558" y="419100"/>
                  </a:lnTo>
                  <a:lnTo>
                    <a:pt x="21336" y="393700"/>
                  </a:lnTo>
                  <a:close/>
                </a:path>
                <a:path w="1358900" h="1422400">
                  <a:moveTo>
                    <a:pt x="1358773" y="787400"/>
                  </a:moveTo>
                  <a:lnTo>
                    <a:pt x="1339850" y="787400"/>
                  </a:lnTo>
                  <a:lnTo>
                    <a:pt x="1339850" y="812800"/>
                  </a:lnTo>
                  <a:lnTo>
                    <a:pt x="1339215" y="838200"/>
                  </a:lnTo>
                  <a:lnTo>
                    <a:pt x="1338833" y="838200"/>
                  </a:lnTo>
                  <a:lnTo>
                    <a:pt x="1337437" y="863600"/>
                  </a:lnTo>
                  <a:lnTo>
                    <a:pt x="1336675" y="876300"/>
                  </a:lnTo>
                  <a:lnTo>
                    <a:pt x="1334897" y="901700"/>
                  </a:lnTo>
                  <a:lnTo>
                    <a:pt x="1353693" y="901700"/>
                  </a:lnTo>
                  <a:lnTo>
                    <a:pt x="1355471" y="876300"/>
                  </a:lnTo>
                  <a:lnTo>
                    <a:pt x="1356232" y="863600"/>
                  </a:lnTo>
                  <a:lnTo>
                    <a:pt x="1357629" y="838200"/>
                  </a:lnTo>
                  <a:lnTo>
                    <a:pt x="1358773" y="812800"/>
                  </a:lnTo>
                  <a:lnTo>
                    <a:pt x="1358773" y="787400"/>
                  </a:lnTo>
                  <a:close/>
                </a:path>
                <a:path w="1358900" h="1422400">
                  <a:moveTo>
                    <a:pt x="1355852" y="736600"/>
                  </a:moveTo>
                  <a:lnTo>
                    <a:pt x="1334770" y="736600"/>
                  </a:lnTo>
                  <a:lnTo>
                    <a:pt x="1336548" y="749300"/>
                  </a:lnTo>
                  <a:lnTo>
                    <a:pt x="1336928" y="749300"/>
                  </a:lnTo>
                  <a:lnTo>
                    <a:pt x="1338833" y="762000"/>
                  </a:lnTo>
                  <a:lnTo>
                    <a:pt x="1338452" y="762000"/>
                  </a:lnTo>
                  <a:lnTo>
                    <a:pt x="1339977" y="787400"/>
                  </a:lnTo>
                  <a:lnTo>
                    <a:pt x="1358646" y="787400"/>
                  </a:lnTo>
                  <a:lnTo>
                    <a:pt x="1358011" y="774700"/>
                  </a:lnTo>
                  <a:lnTo>
                    <a:pt x="1357249" y="762000"/>
                  </a:lnTo>
                  <a:lnTo>
                    <a:pt x="1357756" y="749300"/>
                  </a:lnTo>
                  <a:lnTo>
                    <a:pt x="1355852" y="736600"/>
                  </a:lnTo>
                  <a:close/>
                </a:path>
                <a:path w="1358900" h="1422400">
                  <a:moveTo>
                    <a:pt x="1343278" y="660400"/>
                  </a:moveTo>
                  <a:lnTo>
                    <a:pt x="1321053" y="660400"/>
                  </a:lnTo>
                  <a:lnTo>
                    <a:pt x="1322831" y="673100"/>
                  </a:lnTo>
                  <a:lnTo>
                    <a:pt x="1326515" y="685800"/>
                  </a:lnTo>
                  <a:lnTo>
                    <a:pt x="1327403" y="685800"/>
                  </a:lnTo>
                  <a:lnTo>
                    <a:pt x="1330578" y="698500"/>
                  </a:lnTo>
                  <a:lnTo>
                    <a:pt x="1331595" y="711200"/>
                  </a:lnTo>
                  <a:lnTo>
                    <a:pt x="1334134" y="736600"/>
                  </a:lnTo>
                  <a:lnTo>
                    <a:pt x="1355978" y="736600"/>
                  </a:lnTo>
                  <a:lnTo>
                    <a:pt x="1355217" y="723900"/>
                  </a:lnTo>
                  <a:lnTo>
                    <a:pt x="1352677" y="711200"/>
                  </a:lnTo>
                  <a:lnTo>
                    <a:pt x="1351533" y="698500"/>
                  </a:lnTo>
                  <a:lnTo>
                    <a:pt x="1348231" y="685800"/>
                  </a:lnTo>
                  <a:lnTo>
                    <a:pt x="1347216" y="673100"/>
                  </a:lnTo>
                  <a:lnTo>
                    <a:pt x="1343278" y="660400"/>
                  </a:lnTo>
                  <a:close/>
                </a:path>
                <a:path w="1358900" h="1422400">
                  <a:moveTo>
                    <a:pt x="1336040" y="635000"/>
                  </a:moveTo>
                  <a:lnTo>
                    <a:pt x="1313306" y="635000"/>
                  </a:lnTo>
                  <a:lnTo>
                    <a:pt x="1315847" y="647700"/>
                  </a:lnTo>
                  <a:lnTo>
                    <a:pt x="1321180" y="660400"/>
                  </a:lnTo>
                  <a:lnTo>
                    <a:pt x="1341374" y="660400"/>
                  </a:lnTo>
                  <a:lnTo>
                    <a:pt x="1336040" y="635000"/>
                  </a:lnTo>
                  <a:close/>
                </a:path>
                <a:path w="1358900" h="1422400">
                  <a:moveTo>
                    <a:pt x="1327277" y="622300"/>
                  </a:moveTo>
                  <a:lnTo>
                    <a:pt x="1307211" y="622300"/>
                  </a:lnTo>
                  <a:lnTo>
                    <a:pt x="1313433" y="635000"/>
                  </a:lnTo>
                  <a:lnTo>
                    <a:pt x="1333373" y="635000"/>
                  </a:lnTo>
                  <a:lnTo>
                    <a:pt x="1327277" y="622300"/>
                  </a:lnTo>
                  <a:close/>
                </a:path>
                <a:path w="1358900" h="1422400">
                  <a:moveTo>
                    <a:pt x="1301623" y="558800"/>
                  </a:moveTo>
                  <a:lnTo>
                    <a:pt x="1281811" y="558800"/>
                  </a:lnTo>
                  <a:lnTo>
                    <a:pt x="1288669" y="584200"/>
                  </a:lnTo>
                  <a:lnTo>
                    <a:pt x="1291717" y="584200"/>
                  </a:lnTo>
                  <a:lnTo>
                    <a:pt x="1297813" y="596900"/>
                  </a:lnTo>
                  <a:lnTo>
                    <a:pt x="1300352" y="609600"/>
                  </a:lnTo>
                  <a:lnTo>
                    <a:pt x="1305305" y="622300"/>
                  </a:lnTo>
                  <a:lnTo>
                    <a:pt x="1327403" y="622300"/>
                  </a:lnTo>
                  <a:lnTo>
                    <a:pt x="1325245" y="609600"/>
                  </a:lnTo>
                  <a:lnTo>
                    <a:pt x="1319783" y="596900"/>
                  </a:lnTo>
                  <a:lnTo>
                    <a:pt x="1317371" y="596900"/>
                  </a:lnTo>
                  <a:lnTo>
                    <a:pt x="1311148" y="584200"/>
                  </a:lnTo>
                  <a:lnTo>
                    <a:pt x="1308353" y="571500"/>
                  </a:lnTo>
                  <a:lnTo>
                    <a:pt x="1301623" y="558800"/>
                  </a:lnTo>
                  <a:close/>
                </a:path>
                <a:path w="1358900" h="1422400">
                  <a:moveTo>
                    <a:pt x="1297940" y="546100"/>
                  </a:moveTo>
                  <a:lnTo>
                    <a:pt x="1273048" y="546100"/>
                  </a:lnTo>
                  <a:lnTo>
                    <a:pt x="1278763" y="558800"/>
                  </a:lnTo>
                  <a:lnTo>
                    <a:pt x="1301115" y="558800"/>
                  </a:lnTo>
                  <a:lnTo>
                    <a:pt x="1297940" y="546100"/>
                  </a:lnTo>
                  <a:close/>
                </a:path>
                <a:path w="1358900" h="1422400">
                  <a:moveTo>
                    <a:pt x="1258951" y="482600"/>
                  </a:moveTo>
                  <a:lnTo>
                    <a:pt x="1232662" y="482600"/>
                  </a:lnTo>
                  <a:lnTo>
                    <a:pt x="1241298" y="495300"/>
                  </a:lnTo>
                  <a:lnTo>
                    <a:pt x="1245997" y="495300"/>
                  </a:lnTo>
                  <a:lnTo>
                    <a:pt x="1257173" y="520700"/>
                  </a:lnTo>
                  <a:lnTo>
                    <a:pt x="1261237" y="520700"/>
                  </a:lnTo>
                  <a:lnTo>
                    <a:pt x="1270253" y="546100"/>
                  </a:lnTo>
                  <a:lnTo>
                    <a:pt x="1298067" y="546100"/>
                  </a:lnTo>
                  <a:lnTo>
                    <a:pt x="1292352" y="533400"/>
                  </a:lnTo>
                  <a:lnTo>
                    <a:pt x="1288669" y="533400"/>
                  </a:lnTo>
                  <a:lnTo>
                    <a:pt x="1279652" y="508000"/>
                  </a:lnTo>
                  <a:lnTo>
                    <a:pt x="1275333" y="508000"/>
                  </a:lnTo>
                  <a:lnTo>
                    <a:pt x="1264030" y="495300"/>
                  </a:lnTo>
                  <a:lnTo>
                    <a:pt x="1258951" y="482600"/>
                  </a:lnTo>
                  <a:close/>
                </a:path>
                <a:path w="1358900" h="1422400">
                  <a:moveTo>
                    <a:pt x="1143253" y="330200"/>
                  </a:moveTo>
                  <a:lnTo>
                    <a:pt x="1113536" y="330200"/>
                  </a:lnTo>
                  <a:lnTo>
                    <a:pt x="1127252" y="355600"/>
                  </a:lnTo>
                  <a:lnTo>
                    <a:pt x="1133855" y="355600"/>
                  </a:lnTo>
                  <a:lnTo>
                    <a:pt x="1151890" y="381000"/>
                  </a:lnTo>
                  <a:lnTo>
                    <a:pt x="1159002" y="381000"/>
                  </a:lnTo>
                  <a:lnTo>
                    <a:pt x="1173733" y="406400"/>
                  </a:lnTo>
                  <a:lnTo>
                    <a:pt x="1178814" y="406400"/>
                  </a:lnTo>
                  <a:lnTo>
                    <a:pt x="1189990" y="431800"/>
                  </a:lnTo>
                  <a:lnTo>
                    <a:pt x="1195704" y="431800"/>
                  </a:lnTo>
                  <a:lnTo>
                    <a:pt x="1210564" y="457200"/>
                  </a:lnTo>
                  <a:lnTo>
                    <a:pt x="1216278" y="457200"/>
                  </a:lnTo>
                  <a:lnTo>
                    <a:pt x="1233170" y="482600"/>
                  </a:lnTo>
                  <a:lnTo>
                    <a:pt x="1259331" y="482600"/>
                  </a:lnTo>
                  <a:lnTo>
                    <a:pt x="1250696" y="469900"/>
                  </a:lnTo>
                  <a:lnTo>
                    <a:pt x="1250188" y="469900"/>
                  </a:lnTo>
                  <a:lnTo>
                    <a:pt x="1245489" y="457200"/>
                  </a:lnTo>
                  <a:lnTo>
                    <a:pt x="1233170" y="444500"/>
                  </a:lnTo>
                  <a:lnTo>
                    <a:pt x="1227454" y="444500"/>
                  </a:lnTo>
                  <a:lnTo>
                    <a:pt x="1212723" y="419100"/>
                  </a:lnTo>
                  <a:lnTo>
                    <a:pt x="1207007" y="406400"/>
                  </a:lnTo>
                  <a:lnTo>
                    <a:pt x="1195831" y="393700"/>
                  </a:lnTo>
                  <a:lnTo>
                    <a:pt x="1190117" y="393700"/>
                  </a:lnTo>
                  <a:lnTo>
                    <a:pt x="1168146" y="368300"/>
                  </a:lnTo>
                  <a:lnTo>
                    <a:pt x="1150112" y="342900"/>
                  </a:lnTo>
                  <a:lnTo>
                    <a:pt x="1143253" y="330200"/>
                  </a:lnTo>
                  <a:close/>
                </a:path>
                <a:path w="1358900" h="1422400">
                  <a:moveTo>
                    <a:pt x="41021" y="279400"/>
                  </a:moveTo>
                  <a:lnTo>
                    <a:pt x="26035" y="279400"/>
                  </a:lnTo>
                  <a:lnTo>
                    <a:pt x="20955" y="292100"/>
                  </a:lnTo>
                  <a:lnTo>
                    <a:pt x="18669" y="304800"/>
                  </a:lnTo>
                  <a:lnTo>
                    <a:pt x="14732" y="317500"/>
                  </a:lnTo>
                  <a:lnTo>
                    <a:pt x="12826" y="330200"/>
                  </a:lnTo>
                  <a:lnTo>
                    <a:pt x="9525" y="355600"/>
                  </a:lnTo>
                  <a:lnTo>
                    <a:pt x="8382" y="368300"/>
                  </a:lnTo>
                  <a:lnTo>
                    <a:pt x="6223" y="393700"/>
                  </a:lnTo>
                  <a:lnTo>
                    <a:pt x="21971" y="393700"/>
                  </a:lnTo>
                  <a:lnTo>
                    <a:pt x="24130" y="368300"/>
                  </a:lnTo>
                  <a:lnTo>
                    <a:pt x="25146" y="355600"/>
                  </a:lnTo>
                  <a:lnTo>
                    <a:pt x="28321" y="330200"/>
                  </a:lnTo>
                  <a:lnTo>
                    <a:pt x="29972" y="330200"/>
                  </a:lnTo>
                  <a:lnTo>
                    <a:pt x="34036" y="304800"/>
                  </a:lnTo>
                  <a:lnTo>
                    <a:pt x="36068" y="292100"/>
                  </a:lnTo>
                  <a:lnTo>
                    <a:pt x="35940" y="292100"/>
                  </a:lnTo>
                  <a:lnTo>
                    <a:pt x="41021" y="279400"/>
                  </a:lnTo>
                  <a:close/>
                </a:path>
                <a:path w="1358900" h="1422400">
                  <a:moveTo>
                    <a:pt x="1129283" y="317500"/>
                  </a:moveTo>
                  <a:lnTo>
                    <a:pt x="1088390" y="317500"/>
                  </a:lnTo>
                  <a:lnTo>
                    <a:pt x="1107186" y="330200"/>
                  </a:lnTo>
                  <a:lnTo>
                    <a:pt x="1143000" y="330200"/>
                  </a:lnTo>
                  <a:lnTo>
                    <a:pt x="1129283" y="317500"/>
                  </a:lnTo>
                  <a:close/>
                </a:path>
                <a:path w="1358900" h="1422400">
                  <a:moveTo>
                    <a:pt x="1102614" y="292100"/>
                  </a:moveTo>
                  <a:lnTo>
                    <a:pt x="1057655" y="292100"/>
                  </a:lnTo>
                  <a:lnTo>
                    <a:pt x="1079627" y="304800"/>
                  </a:lnTo>
                  <a:lnTo>
                    <a:pt x="1088644" y="317500"/>
                  </a:lnTo>
                  <a:lnTo>
                    <a:pt x="1121282" y="317500"/>
                  </a:lnTo>
                  <a:lnTo>
                    <a:pt x="1102614" y="292100"/>
                  </a:lnTo>
                  <a:close/>
                </a:path>
                <a:path w="1358900" h="1422400">
                  <a:moveTo>
                    <a:pt x="1071372" y="266700"/>
                  </a:moveTo>
                  <a:lnTo>
                    <a:pt x="1034415" y="266700"/>
                  </a:lnTo>
                  <a:lnTo>
                    <a:pt x="1049908" y="279400"/>
                  </a:lnTo>
                  <a:lnTo>
                    <a:pt x="1057782" y="292100"/>
                  </a:lnTo>
                  <a:lnTo>
                    <a:pt x="1093343" y="292100"/>
                  </a:lnTo>
                  <a:lnTo>
                    <a:pt x="1071372" y="266700"/>
                  </a:lnTo>
                  <a:close/>
                </a:path>
                <a:path w="1358900" h="1422400">
                  <a:moveTo>
                    <a:pt x="54483" y="241300"/>
                  </a:moveTo>
                  <a:lnTo>
                    <a:pt x="36449" y="241300"/>
                  </a:lnTo>
                  <a:lnTo>
                    <a:pt x="29210" y="266700"/>
                  </a:lnTo>
                  <a:lnTo>
                    <a:pt x="26162" y="279400"/>
                  </a:lnTo>
                  <a:lnTo>
                    <a:pt x="40894" y="279400"/>
                  </a:lnTo>
                  <a:lnTo>
                    <a:pt x="43687" y="266700"/>
                  </a:lnTo>
                  <a:lnTo>
                    <a:pt x="50800" y="254000"/>
                  </a:lnTo>
                  <a:lnTo>
                    <a:pt x="50546" y="254000"/>
                  </a:lnTo>
                  <a:lnTo>
                    <a:pt x="54483" y="241300"/>
                  </a:lnTo>
                  <a:close/>
                </a:path>
                <a:path w="1358900" h="1422400">
                  <a:moveTo>
                    <a:pt x="1047876" y="254000"/>
                  </a:moveTo>
                  <a:lnTo>
                    <a:pt x="1007999" y="254000"/>
                  </a:lnTo>
                  <a:lnTo>
                    <a:pt x="1027049" y="266700"/>
                  </a:lnTo>
                  <a:lnTo>
                    <a:pt x="1063371" y="266700"/>
                  </a:lnTo>
                  <a:lnTo>
                    <a:pt x="1047876" y="254000"/>
                  </a:lnTo>
                  <a:close/>
                </a:path>
                <a:path w="1358900" h="1422400">
                  <a:moveTo>
                    <a:pt x="1039495" y="241300"/>
                  </a:moveTo>
                  <a:lnTo>
                    <a:pt x="998981" y="241300"/>
                  </a:lnTo>
                  <a:lnTo>
                    <a:pt x="1008252" y="254000"/>
                  </a:lnTo>
                  <a:lnTo>
                    <a:pt x="1047496" y="254000"/>
                  </a:lnTo>
                  <a:lnTo>
                    <a:pt x="1039495" y="241300"/>
                  </a:lnTo>
                  <a:close/>
                </a:path>
                <a:path w="1358900" h="1422400">
                  <a:moveTo>
                    <a:pt x="82931" y="190500"/>
                  </a:moveTo>
                  <a:lnTo>
                    <a:pt x="70485" y="190500"/>
                  </a:lnTo>
                  <a:lnTo>
                    <a:pt x="56134" y="203200"/>
                  </a:lnTo>
                  <a:lnTo>
                    <a:pt x="55752" y="203200"/>
                  </a:lnTo>
                  <a:lnTo>
                    <a:pt x="51053" y="215900"/>
                  </a:lnTo>
                  <a:lnTo>
                    <a:pt x="40894" y="241300"/>
                  </a:lnTo>
                  <a:lnTo>
                    <a:pt x="54228" y="241300"/>
                  </a:lnTo>
                  <a:lnTo>
                    <a:pt x="64388" y="228600"/>
                  </a:lnTo>
                  <a:lnTo>
                    <a:pt x="68834" y="215900"/>
                  </a:lnTo>
                  <a:lnTo>
                    <a:pt x="68580" y="215900"/>
                  </a:lnTo>
                  <a:lnTo>
                    <a:pt x="82931" y="190500"/>
                  </a:lnTo>
                  <a:close/>
                </a:path>
                <a:path w="1358900" h="1422400">
                  <a:moveTo>
                    <a:pt x="1020318" y="228600"/>
                  </a:moveTo>
                  <a:lnTo>
                    <a:pt x="976757" y="228600"/>
                  </a:lnTo>
                  <a:lnTo>
                    <a:pt x="999108" y="241300"/>
                  </a:lnTo>
                  <a:lnTo>
                    <a:pt x="1039368" y="241300"/>
                  </a:lnTo>
                  <a:lnTo>
                    <a:pt x="1020318" y="228600"/>
                  </a:lnTo>
                  <a:close/>
                </a:path>
                <a:path w="1358900" h="1422400">
                  <a:moveTo>
                    <a:pt x="988187" y="215900"/>
                  </a:moveTo>
                  <a:lnTo>
                    <a:pt x="953515" y="215900"/>
                  </a:lnTo>
                  <a:lnTo>
                    <a:pt x="969645" y="228600"/>
                  </a:lnTo>
                  <a:lnTo>
                    <a:pt x="1010539" y="228600"/>
                  </a:lnTo>
                  <a:lnTo>
                    <a:pt x="988187" y="215900"/>
                  </a:lnTo>
                  <a:close/>
                </a:path>
                <a:path w="1358900" h="1422400">
                  <a:moveTo>
                    <a:pt x="979424" y="203200"/>
                  </a:moveTo>
                  <a:lnTo>
                    <a:pt x="926719" y="203200"/>
                  </a:lnTo>
                  <a:lnTo>
                    <a:pt x="946531" y="215900"/>
                  </a:lnTo>
                  <a:lnTo>
                    <a:pt x="987932" y="215900"/>
                  </a:lnTo>
                  <a:lnTo>
                    <a:pt x="979424" y="203200"/>
                  </a:lnTo>
                  <a:close/>
                </a:path>
                <a:path w="1358900" h="1422400">
                  <a:moveTo>
                    <a:pt x="955801" y="190500"/>
                  </a:moveTo>
                  <a:lnTo>
                    <a:pt x="894842" y="190500"/>
                  </a:lnTo>
                  <a:lnTo>
                    <a:pt x="917575" y="203200"/>
                  </a:lnTo>
                  <a:lnTo>
                    <a:pt x="963295" y="203200"/>
                  </a:lnTo>
                  <a:lnTo>
                    <a:pt x="955801" y="190500"/>
                  </a:lnTo>
                  <a:close/>
                </a:path>
                <a:path w="1358900" h="1422400">
                  <a:moveTo>
                    <a:pt x="93980" y="177800"/>
                  </a:moveTo>
                  <a:lnTo>
                    <a:pt x="82550" y="177800"/>
                  </a:lnTo>
                  <a:lnTo>
                    <a:pt x="70993" y="190500"/>
                  </a:lnTo>
                  <a:lnTo>
                    <a:pt x="82550" y="190500"/>
                  </a:lnTo>
                  <a:lnTo>
                    <a:pt x="93980" y="177800"/>
                  </a:lnTo>
                  <a:close/>
                </a:path>
                <a:path w="1358900" h="1422400">
                  <a:moveTo>
                    <a:pt x="926084" y="177800"/>
                  </a:moveTo>
                  <a:lnTo>
                    <a:pt x="871347" y="177800"/>
                  </a:lnTo>
                  <a:lnTo>
                    <a:pt x="886840" y="190500"/>
                  </a:lnTo>
                  <a:lnTo>
                    <a:pt x="935482" y="190500"/>
                  </a:lnTo>
                  <a:lnTo>
                    <a:pt x="926084" y="177800"/>
                  </a:lnTo>
                  <a:close/>
                </a:path>
                <a:path w="1358900" h="1422400">
                  <a:moveTo>
                    <a:pt x="128270" y="139700"/>
                  </a:moveTo>
                  <a:lnTo>
                    <a:pt x="111125" y="139700"/>
                  </a:lnTo>
                  <a:lnTo>
                    <a:pt x="95885" y="152400"/>
                  </a:lnTo>
                  <a:lnTo>
                    <a:pt x="82423" y="177800"/>
                  </a:lnTo>
                  <a:lnTo>
                    <a:pt x="94107" y="177800"/>
                  </a:lnTo>
                  <a:lnTo>
                    <a:pt x="107061" y="165100"/>
                  </a:lnTo>
                  <a:lnTo>
                    <a:pt x="106552" y="165100"/>
                  </a:lnTo>
                  <a:lnTo>
                    <a:pt x="121538" y="152400"/>
                  </a:lnTo>
                  <a:lnTo>
                    <a:pt x="128270" y="139700"/>
                  </a:lnTo>
                  <a:close/>
                </a:path>
                <a:path w="1358900" h="1422400">
                  <a:moveTo>
                    <a:pt x="903097" y="165100"/>
                  </a:moveTo>
                  <a:lnTo>
                    <a:pt x="846709" y="165100"/>
                  </a:lnTo>
                  <a:lnTo>
                    <a:pt x="863726" y="177800"/>
                  </a:lnTo>
                  <a:lnTo>
                    <a:pt x="925702" y="177800"/>
                  </a:lnTo>
                  <a:lnTo>
                    <a:pt x="903097" y="165100"/>
                  </a:lnTo>
                  <a:close/>
                </a:path>
                <a:path w="1358900" h="1422400">
                  <a:moveTo>
                    <a:pt x="873760" y="152400"/>
                  </a:moveTo>
                  <a:lnTo>
                    <a:pt x="819403" y="152400"/>
                  </a:lnTo>
                  <a:lnTo>
                    <a:pt x="838835" y="165100"/>
                  </a:lnTo>
                  <a:lnTo>
                    <a:pt x="880490" y="165100"/>
                  </a:lnTo>
                  <a:lnTo>
                    <a:pt x="873760" y="152400"/>
                  </a:lnTo>
                  <a:close/>
                </a:path>
                <a:path w="1358900" h="1422400">
                  <a:moveTo>
                    <a:pt x="848995" y="139700"/>
                  </a:moveTo>
                  <a:lnTo>
                    <a:pt x="798322" y="139700"/>
                  </a:lnTo>
                  <a:lnTo>
                    <a:pt x="812419" y="152400"/>
                  </a:lnTo>
                  <a:lnTo>
                    <a:pt x="856996" y="152400"/>
                  </a:lnTo>
                  <a:lnTo>
                    <a:pt x="848995" y="139700"/>
                  </a:lnTo>
                  <a:close/>
                </a:path>
                <a:path w="1358900" h="1422400">
                  <a:moveTo>
                    <a:pt x="170687" y="114300"/>
                  </a:moveTo>
                  <a:lnTo>
                    <a:pt x="135000" y="114300"/>
                  </a:lnTo>
                  <a:lnTo>
                    <a:pt x="118363" y="127000"/>
                  </a:lnTo>
                  <a:lnTo>
                    <a:pt x="111251" y="139700"/>
                  </a:lnTo>
                  <a:lnTo>
                    <a:pt x="127888" y="139700"/>
                  </a:lnTo>
                  <a:lnTo>
                    <a:pt x="144399" y="127000"/>
                  </a:lnTo>
                  <a:lnTo>
                    <a:pt x="151637" y="127000"/>
                  </a:lnTo>
                  <a:lnTo>
                    <a:pt x="170687" y="114300"/>
                  </a:lnTo>
                  <a:close/>
                </a:path>
                <a:path w="1358900" h="1422400">
                  <a:moveTo>
                    <a:pt x="821817" y="127000"/>
                  </a:moveTo>
                  <a:lnTo>
                    <a:pt x="776097" y="127000"/>
                  </a:lnTo>
                  <a:lnTo>
                    <a:pt x="791845" y="139700"/>
                  </a:lnTo>
                  <a:lnTo>
                    <a:pt x="829437" y="139700"/>
                  </a:lnTo>
                  <a:lnTo>
                    <a:pt x="821817" y="127000"/>
                  </a:lnTo>
                  <a:close/>
                </a:path>
                <a:path w="1358900" h="1422400">
                  <a:moveTo>
                    <a:pt x="801624" y="114300"/>
                  </a:moveTo>
                  <a:lnTo>
                    <a:pt x="744855" y="114300"/>
                  </a:lnTo>
                  <a:lnTo>
                    <a:pt x="768858" y="127000"/>
                  </a:lnTo>
                  <a:lnTo>
                    <a:pt x="808101" y="127000"/>
                  </a:lnTo>
                  <a:lnTo>
                    <a:pt x="801624" y="114300"/>
                  </a:lnTo>
                  <a:close/>
                </a:path>
                <a:path w="1358900" h="1422400">
                  <a:moveTo>
                    <a:pt x="229870" y="76200"/>
                  </a:moveTo>
                  <a:lnTo>
                    <a:pt x="191770" y="76200"/>
                  </a:lnTo>
                  <a:lnTo>
                    <a:pt x="171703" y="88900"/>
                  </a:lnTo>
                  <a:lnTo>
                    <a:pt x="162940" y="101600"/>
                  </a:lnTo>
                  <a:lnTo>
                    <a:pt x="162687" y="101600"/>
                  </a:lnTo>
                  <a:lnTo>
                    <a:pt x="143637" y="114300"/>
                  </a:lnTo>
                  <a:lnTo>
                    <a:pt x="170434" y="114300"/>
                  </a:lnTo>
                  <a:lnTo>
                    <a:pt x="179070" y="101600"/>
                  </a:lnTo>
                  <a:lnTo>
                    <a:pt x="199262" y="88900"/>
                  </a:lnTo>
                  <a:lnTo>
                    <a:pt x="208280" y="88900"/>
                  </a:lnTo>
                  <a:lnTo>
                    <a:pt x="229870" y="76200"/>
                  </a:lnTo>
                  <a:close/>
                </a:path>
                <a:path w="1358900" h="1422400">
                  <a:moveTo>
                    <a:pt x="753618" y="101600"/>
                  </a:moveTo>
                  <a:lnTo>
                    <a:pt x="708278" y="101600"/>
                  </a:lnTo>
                  <a:lnTo>
                    <a:pt x="723392" y="114300"/>
                  </a:lnTo>
                  <a:lnTo>
                    <a:pt x="777748" y="114300"/>
                  </a:lnTo>
                  <a:lnTo>
                    <a:pt x="753618" y="101600"/>
                  </a:lnTo>
                  <a:close/>
                </a:path>
                <a:path w="1358900" h="1422400">
                  <a:moveTo>
                    <a:pt x="738124" y="88900"/>
                  </a:moveTo>
                  <a:lnTo>
                    <a:pt x="682244" y="88900"/>
                  </a:lnTo>
                  <a:lnTo>
                    <a:pt x="683133" y="101600"/>
                  </a:lnTo>
                  <a:lnTo>
                    <a:pt x="753237" y="101600"/>
                  </a:lnTo>
                  <a:lnTo>
                    <a:pt x="738124" y="88900"/>
                  </a:lnTo>
                  <a:close/>
                </a:path>
                <a:path w="1358900" h="1422400">
                  <a:moveTo>
                    <a:pt x="709676" y="76200"/>
                  </a:moveTo>
                  <a:lnTo>
                    <a:pt x="650621" y="76200"/>
                  </a:lnTo>
                  <a:lnTo>
                    <a:pt x="663194" y="88900"/>
                  </a:lnTo>
                  <a:lnTo>
                    <a:pt x="715772" y="88900"/>
                  </a:lnTo>
                  <a:lnTo>
                    <a:pt x="709676" y="76200"/>
                  </a:lnTo>
                  <a:close/>
                </a:path>
                <a:path w="1358900" h="1422400">
                  <a:moveTo>
                    <a:pt x="239649" y="63500"/>
                  </a:moveTo>
                  <a:lnTo>
                    <a:pt x="223138" y="63500"/>
                  </a:lnTo>
                  <a:lnTo>
                    <a:pt x="201422" y="76200"/>
                  </a:lnTo>
                  <a:lnTo>
                    <a:pt x="229615" y="76200"/>
                  </a:lnTo>
                  <a:lnTo>
                    <a:pt x="239649" y="63500"/>
                  </a:lnTo>
                  <a:close/>
                </a:path>
                <a:path w="1358900" h="1422400">
                  <a:moveTo>
                    <a:pt x="671830" y="63500"/>
                  </a:moveTo>
                  <a:lnTo>
                    <a:pt x="618363" y="63500"/>
                  </a:lnTo>
                  <a:lnTo>
                    <a:pt x="628903" y="76200"/>
                  </a:lnTo>
                  <a:lnTo>
                    <a:pt x="677545" y="76200"/>
                  </a:lnTo>
                  <a:lnTo>
                    <a:pt x="671830" y="63500"/>
                  </a:lnTo>
                  <a:close/>
                </a:path>
                <a:path w="1358900" h="1422400">
                  <a:moveTo>
                    <a:pt x="677163" y="63500"/>
                  </a:moveTo>
                  <a:lnTo>
                    <a:pt x="677545" y="76200"/>
                  </a:lnTo>
                  <a:lnTo>
                    <a:pt x="690118" y="76200"/>
                  </a:lnTo>
                  <a:lnTo>
                    <a:pt x="677163" y="63500"/>
                  </a:lnTo>
                  <a:close/>
                </a:path>
                <a:path w="1358900" h="1422400">
                  <a:moveTo>
                    <a:pt x="272288" y="50800"/>
                  </a:moveTo>
                  <a:lnTo>
                    <a:pt x="233680" y="50800"/>
                  </a:lnTo>
                  <a:lnTo>
                    <a:pt x="223520" y="63500"/>
                  </a:lnTo>
                  <a:lnTo>
                    <a:pt x="262255" y="63500"/>
                  </a:lnTo>
                  <a:lnTo>
                    <a:pt x="272288" y="50800"/>
                  </a:lnTo>
                  <a:close/>
                </a:path>
                <a:path w="1358900" h="1422400">
                  <a:moveTo>
                    <a:pt x="643001" y="50800"/>
                  </a:moveTo>
                  <a:lnTo>
                    <a:pt x="577723" y="50800"/>
                  </a:lnTo>
                  <a:lnTo>
                    <a:pt x="587883" y="63500"/>
                  </a:lnTo>
                  <a:lnTo>
                    <a:pt x="654176" y="63500"/>
                  </a:lnTo>
                  <a:lnTo>
                    <a:pt x="643001" y="50800"/>
                  </a:lnTo>
                  <a:close/>
                </a:path>
                <a:path w="1358900" h="1422400">
                  <a:moveTo>
                    <a:pt x="304292" y="38100"/>
                  </a:moveTo>
                  <a:lnTo>
                    <a:pt x="267208" y="38100"/>
                  </a:lnTo>
                  <a:lnTo>
                    <a:pt x="257048" y="50800"/>
                  </a:lnTo>
                  <a:lnTo>
                    <a:pt x="294639" y="50800"/>
                  </a:lnTo>
                  <a:lnTo>
                    <a:pt x="304292" y="38100"/>
                  </a:lnTo>
                  <a:close/>
                </a:path>
                <a:path w="1358900" h="1422400">
                  <a:moveTo>
                    <a:pt x="446913" y="38100"/>
                  </a:moveTo>
                  <a:lnTo>
                    <a:pt x="425323" y="38100"/>
                  </a:lnTo>
                  <a:lnTo>
                    <a:pt x="425323" y="50800"/>
                  </a:lnTo>
                  <a:lnTo>
                    <a:pt x="445515" y="50800"/>
                  </a:lnTo>
                  <a:lnTo>
                    <a:pt x="446913" y="38100"/>
                  </a:lnTo>
                  <a:close/>
                </a:path>
                <a:path w="1358900" h="1422400">
                  <a:moveTo>
                    <a:pt x="446913" y="38100"/>
                  </a:moveTo>
                  <a:lnTo>
                    <a:pt x="445515" y="50800"/>
                  </a:lnTo>
                  <a:lnTo>
                    <a:pt x="446532" y="50800"/>
                  </a:lnTo>
                  <a:lnTo>
                    <a:pt x="446673" y="50094"/>
                  </a:lnTo>
                  <a:lnTo>
                    <a:pt x="446913" y="38100"/>
                  </a:lnTo>
                  <a:close/>
                </a:path>
                <a:path w="1358900" h="1422400">
                  <a:moveTo>
                    <a:pt x="446673" y="50094"/>
                  </a:moveTo>
                  <a:lnTo>
                    <a:pt x="446532" y="50800"/>
                  </a:lnTo>
                  <a:lnTo>
                    <a:pt x="446673" y="50094"/>
                  </a:lnTo>
                  <a:close/>
                </a:path>
                <a:path w="1358900" h="1422400">
                  <a:moveTo>
                    <a:pt x="611759" y="38100"/>
                  </a:moveTo>
                  <a:lnTo>
                    <a:pt x="449072" y="38100"/>
                  </a:lnTo>
                  <a:lnTo>
                    <a:pt x="446673" y="50094"/>
                  </a:lnTo>
                  <a:lnTo>
                    <a:pt x="446659" y="50800"/>
                  </a:lnTo>
                  <a:lnTo>
                    <a:pt x="621792" y="50800"/>
                  </a:lnTo>
                  <a:lnTo>
                    <a:pt x="611759" y="38100"/>
                  </a:lnTo>
                  <a:close/>
                </a:path>
                <a:path w="1358900" h="1422400">
                  <a:moveTo>
                    <a:pt x="449072" y="38100"/>
                  </a:moveTo>
                  <a:lnTo>
                    <a:pt x="446913" y="38100"/>
                  </a:lnTo>
                  <a:lnTo>
                    <a:pt x="446673" y="50094"/>
                  </a:lnTo>
                  <a:lnTo>
                    <a:pt x="449072" y="38100"/>
                  </a:lnTo>
                  <a:close/>
                </a:path>
                <a:path w="1358900" h="1422400">
                  <a:moveTo>
                    <a:pt x="334899" y="25400"/>
                  </a:moveTo>
                  <a:lnTo>
                    <a:pt x="299847" y="25400"/>
                  </a:lnTo>
                  <a:lnTo>
                    <a:pt x="290195" y="38100"/>
                  </a:lnTo>
                  <a:lnTo>
                    <a:pt x="325627" y="38100"/>
                  </a:lnTo>
                  <a:lnTo>
                    <a:pt x="334899" y="25400"/>
                  </a:lnTo>
                  <a:close/>
                </a:path>
                <a:path w="1358900" h="1422400">
                  <a:moveTo>
                    <a:pt x="453263" y="25400"/>
                  </a:moveTo>
                  <a:lnTo>
                    <a:pt x="431546" y="25400"/>
                  </a:lnTo>
                  <a:lnTo>
                    <a:pt x="429133" y="38100"/>
                  </a:lnTo>
                  <a:lnTo>
                    <a:pt x="454533" y="38100"/>
                  </a:lnTo>
                  <a:lnTo>
                    <a:pt x="453263" y="25400"/>
                  </a:lnTo>
                  <a:close/>
                </a:path>
                <a:path w="1358900" h="1422400">
                  <a:moveTo>
                    <a:pt x="519175" y="25400"/>
                  </a:moveTo>
                  <a:lnTo>
                    <a:pt x="467487" y="25400"/>
                  </a:lnTo>
                  <a:lnTo>
                    <a:pt x="457708" y="38100"/>
                  </a:lnTo>
                  <a:lnTo>
                    <a:pt x="526414" y="38100"/>
                  </a:lnTo>
                  <a:lnTo>
                    <a:pt x="519175" y="25400"/>
                  </a:lnTo>
                  <a:close/>
                </a:path>
                <a:path w="1358900" h="1422400">
                  <a:moveTo>
                    <a:pt x="383539" y="12700"/>
                  </a:moveTo>
                  <a:lnTo>
                    <a:pt x="331215" y="12700"/>
                  </a:lnTo>
                  <a:lnTo>
                    <a:pt x="321818" y="25400"/>
                  </a:lnTo>
                  <a:lnTo>
                    <a:pt x="369062" y="25400"/>
                  </a:lnTo>
                  <a:lnTo>
                    <a:pt x="383539" y="12700"/>
                  </a:lnTo>
                  <a:close/>
                </a:path>
                <a:path w="1358900" h="1422400">
                  <a:moveTo>
                    <a:pt x="476631" y="12700"/>
                  </a:moveTo>
                  <a:lnTo>
                    <a:pt x="448437" y="12700"/>
                  </a:lnTo>
                  <a:lnTo>
                    <a:pt x="468375" y="25400"/>
                  </a:lnTo>
                  <a:lnTo>
                    <a:pt x="474852" y="25400"/>
                  </a:lnTo>
                  <a:lnTo>
                    <a:pt x="476631" y="12700"/>
                  </a:lnTo>
                  <a:close/>
                </a:path>
                <a:path w="1358900" h="1422400">
                  <a:moveTo>
                    <a:pt x="450976" y="0"/>
                  </a:moveTo>
                  <a:lnTo>
                    <a:pt x="380492" y="0"/>
                  </a:lnTo>
                  <a:lnTo>
                    <a:pt x="366013" y="12700"/>
                  </a:lnTo>
                  <a:lnTo>
                    <a:pt x="470662" y="12700"/>
                  </a:lnTo>
                  <a:lnTo>
                    <a:pt x="450976" y="0"/>
                  </a:lnTo>
                  <a:close/>
                </a:path>
              </a:pathLst>
            </a:custGeom>
            <a:solidFill>
              <a:srgbClr val="FF40FF"/>
            </a:solidFill>
          </p:spPr>
          <p:txBody>
            <a:bodyPr wrap="square" lIns="0" tIns="0" rIns="0" bIns="0" rtlCol="0"/>
            <a:lstStyle/>
            <a:p>
              <a:endParaRPr sz="2400"/>
            </a:p>
          </p:txBody>
        </p:sp>
        <p:pic>
          <p:nvPicPr>
            <p:cNvPr id="29" name="object 29"/>
            <p:cNvPicPr/>
            <p:nvPr/>
          </p:nvPicPr>
          <p:blipFill>
            <a:blip r:embed="rId3" cstate="print"/>
            <a:stretch>
              <a:fillRect/>
            </a:stretch>
          </p:blipFill>
          <p:spPr>
            <a:xfrm>
              <a:off x="7335012" y="3195827"/>
              <a:ext cx="1591733" cy="474980"/>
            </a:xfrm>
            <a:prstGeom prst="rect">
              <a:avLst/>
            </a:prstGeom>
          </p:spPr>
        </p:pic>
      </p:grpSp>
      <p:sp>
        <p:nvSpPr>
          <p:cNvPr id="30" name="object 30"/>
          <p:cNvSpPr txBox="1"/>
          <p:nvPr/>
        </p:nvSpPr>
        <p:spPr>
          <a:xfrm>
            <a:off x="6642799" y="394252"/>
            <a:ext cx="4602480" cy="1241965"/>
          </a:xfrm>
          <a:prstGeom prst="rect">
            <a:avLst/>
          </a:prstGeom>
        </p:spPr>
        <p:txBody>
          <a:bodyPr vert="horz" wrap="square" lIns="0" tIns="8468" rIns="0" bIns="0" rtlCol="0">
            <a:spAutoFit/>
          </a:bodyPr>
          <a:lstStyle/>
          <a:p>
            <a:pPr marL="16933" marR="6773" indent="5927">
              <a:lnSpc>
                <a:spcPct val="103200"/>
              </a:lnSpc>
              <a:spcBef>
                <a:spcPts val="68"/>
              </a:spcBef>
            </a:pPr>
            <a:r>
              <a:rPr sz="2667" spc="15" dirty="0">
                <a:solidFill>
                  <a:srgbClr val="0096FF"/>
                </a:solidFill>
                <a:latin typeface="Verdana"/>
                <a:cs typeface="Verdana"/>
              </a:rPr>
              <a:t>Un</a:t>
            </a:r>
            <a:r>
              <a:rPr sz="2667" spc="15" dirty="0">
                <a:latin typeface="Verdana"/>
                <a:cs typeface="Verdana"/>
              </a:rPr>
              <a:t>supervised</a:t>
            </a:r>
            <a:r>
              <a:rPr sz="2667" spc="287" dirty="0">
                <a:latin typeface="Verdana"/>
                <a:cs typeface="Verdana"/>
              </a:rPr>
              <a:t> </a:t>
            </a:r>
            <a:r>
              <a:rPr sz="2667" dirty="0">
                <a:latin typeface="Verdana"/>
                <a:cs typeface="Verdana"/>
              </a:rPr>
              <a:t>learning </a:t>
            </a:r>
            <a:r>
              <a:rPr sz="2667" spc="7" dirty="0">
                <a:latin typeface="Verdana"/>
                <a:cs typeface="Verdana"/>
              </a:rPr>
              <a:t> </a:t>
            </a:r>
            <a:r>
              <a:rPr sz="2667" spc="15" dirty="0">
                <a:latin typeface="Verdana"/>
                <a:cs typeface="Verdana"/>
              </a:rPr>
              <a:t>Find</a:t>
            </a:r>
            <a:r>
              <a:rPr sz="2667" spc="-153" dirty="0">
                <a:latin typeface="Verdana"/>
                <a:cs typeface="Verdana"/>
              </a:rPr>
              <a:t> </a:t>
            </a:r>
            <a:r>
              <a:rPr sz="2667" dirty="0">
                <a:latin typeface="Verdana"/>
                <a:cs typeface="Verdana"/>
              </a:rPr>
              <a:t>something</a:t>
            </a:r>
            <a:r>
              <a:rPr sz="2667" spc="-60" dirty="0">
                <a:latin typeface="Verdana"/>
                <a:cs typeface="Verdana"/>
              </a:rPr>
              <a:t> </a:t>
            </a:r>
            <a:r>
              <a:rPr sz="2667" spc="15" dirty="0">
                <a:latin typeface="Verdana"/>
                <a:cs typeface="Verdana"/>
              </a:rPr>
              <a:t>interesting </a:t>
            </a:r>
            <a:r>
              <a:rPr sz="2667" spc="-913" dirty="0">
                <a:latin typeface="Verdana"/>
                <a:cs typeface="Verdana"/>
              </a:rPr>
              <a:t> </a:t>
            </a:r>
            <a:r>
              <a:rPr sz="2667" spc="-7" dirty="0">
                <a:latin typeface="Verdana"/>
                <a:cs typeface="Verdana"/>
              </a:rPr>
              <a:t>in</a:t>
            </a:r>
            <a:r>
              <a:rPr sz="2667" spc="-60" dirty="0">
                <a:latin typeface="Verdana"/>
                <a:cs typeface="Verdana"/>
              </a:rPr>
              <a:t> </a:t>
            </a:r>
            <a:r>
              <a:rPr sz="2667" dirty="0">
                <a:solidFill>
                  <a:srgbClr val="0096FF"/>
                </a:solidFill>
                <a:latin typeface="Verdana"/>
                <a:cs typeface="Verdana"/>
              </a:rPr>
              <a:t>unlabeled</a:t>
            </a:r>
            <a:r>
              <a:rPr sz="2667" spc="-20" dirty="0">
                <a:solidFill>
                  <a:srgbClr val="0096FF"/>
                </a:solidFill>
                <a:latin typeface="Verdana"/>
                <a:cs typeface="Verdana"/>
              </a:rPr>
              <a:t> </a:t>
            </a:r>
            <a:r>
              <a:rPr sz="2667" spc="15" dirty="0">
                <a:latin typeface="Verdana"/>
                <a:cs typeface="Verdana"/>
              </a:rPr>
              <a:t>data.</a:t>
            </a:r>
            <a:endParaRPr sz="2667" dirty="0">
              <a:latin typeface="Verdana"/>
              <a:cs typeface="Verdana"/>
            </a:endParaRPr>
          </a:p>
        </p:txBody>
      </p:sp>
      <p:pic>
        <p:nvPicPr>
          <p:cNvPr id="31" name="object 31"/>
          <p:cNvPicPr/>
          <p:nvPr/>
        </p:nvPicPr>
        <p:blipFill>
          <a:blip r:embed="rId4" cstate="print"/>
          <a:stretch>
            <a:fillRect/>
          </a:stretch>
        </p:blipFill>
        <p:spPr>
          <a:xfrm>
            <a:off x="9464719" y="553722"/>
            <a:ext cx="2546095" cy="3484709"/>
          </a:xfrm>
          <a:prstGeom prst="rect">
            <a:avLst/>
          </a:prstGeom>
        </p:spPr>
      </p:pic>
      <p:sp>
        <p:nvSpPr>
          <p:cNvPr id="33" name="Slide Number Placeholder 32">
            <a:extLst>
              <a:ext uri="{FF2B5EF4-FFF2-40B4-BE49-F238E27FC236}">
                <a16:creationId xmlns:a16="http://schemas.microsoft.com/office/drawing/2014/main" id="{EE164F52-C0D2-E359-0356-F847FB26515D}"/>
              </a:ext>
            </a:extLst>
          </p:cNvPr>
          <p:cNvSpPr>
            <a:spLocks noGrp="1"/>
          </p:cNvSpPr>
          <p:nvPr>
            <p:ph type="sldNum" sz="quarter" idx="12"/>
          </p:nvPr>
        </p:nvSpPr>
        <p:spPr/>
        <p:txBody>
          <a:bodyPr/>
          <a:lstStyle/>
          <a:p>
            <a:fld id="{EB17D4FA-7C84-BF4C-87EB-41A15D920012}" type="slidenum">
              <a:rPr lang="en-PS" smtClean="0"/>
              <a:t>12</a:t>
            </a:fld>
            <a:endParaRPr lang="en-P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054102"/>
            <a:ext cx="12192000" cy="5803900"/>
            <a:chOff x="0" y="790575"/>
            <a:chExt cx="9144000" cy="4352925"/>
          </a:xfrm>
        </p:grpSpPr>
        <p:pic>
          <p:nvPicPr>
            <p:cNvPr id="3" name="object 3"/>
            <p:cNvPicPr/>
            <p:nvPr/>
          </p:nvPicPr>
          <p:blipFill>
            <a:blip r:embed="rId3" cstate="print"/>
            <a:stretch>
              <a:fillRect/>
            </a:stretch>
          </p:blipFill>
          <p:spPr>
            <a:xfrm>
              <a:off x="1857374" y="790575"/>
              <a:ext cx="5791200" cy="3743325"/>
            </a:xfrm>
            <a:prstGeom prst="rect">
              <a:avLst/>
            </a:prstGeom>
          </p:spPr>
        </p:pic>
        <p:pic>
          <p:nvPicPr>
            <p:cNvPr id="4" name="object 4"/>
            <p:cNvPicPr/>
            <p:nvPr/>
          </p:nvPicPr>
          <p:blipFill>
            <a:blip r:embed="rId4" cstate="print"/>
            <a:stretch>
              <a:fillRect/>
            </a:stretch>
          </p:blipFill>
          <p:spPr>
            <a:xfrm>
              <a:off x="2511171" y="1764919"/>
              <a:ext cx="473583" cy="279399"/>
            </a:xfrm>
            <a:prstGeom prst="rect">
              <a:avLst/>
            </a:prstGeom>
          </p:spPr>
        </p:pic>
        <p:sp>
          <p:nvSpPr>
            <p:cNvPr id="5" name="object 5"/>
            <p:cNvSpPr/>
            <p:nvPr/>
          </p:nvSpPr>
          <p:spPr>
            <a:xfrm>
              <a:off x="2072297" y="2308605"/>
              <a:ext cx="894080" cy="1011555"/>
            </a:xfrm>
            <a:custGeom>
              <a:avLst/>
              <a:gdLst/>
              <a:ahLst/>
              <a:cxnLst/>
              <a:rect l="l" t="t" r="r" b="b"/>
              <a:pathLst>
                <a:path w="894080" h="1011554">
                  <a:moveTo>
                    <a:pt x="743673" y="878586"/>
                  </a:moveTo>
                  <a:lnTo>
                    <a:pt x="743546" y="875792"/>
                  </a:lnTo>
                  <a:lnTo>
                    <a:pt x="742784" y="874649"/>
                  </a:lnTo>
                  <a:lnTo>
                    <a:pt x="742022" y="873506"/>
                  </a:lnTo>
                  <a:lnTo>
                    <a:pt x="734758" y="861695"/>
                  </a:lnTo>
                  <a:lnTo>
                    <a:pt x="733044" y="858901"/>
                  </a:lnTo>
                  <a:lnTo>
                    <a:pt x="730084" y="854075"/>
                  </a:lnTo>
                  <a:lnTo>
                    <a:pt x="729615" y="853313"/>
                  </a:lnTo>
                  <a:lnTo>
                    <a:pt x="727671" y="850138"/>
                  </a:lnTo>
                  <a:lnTo>
                    <a:pt x="724877" y="847344"/>
                  </a:lnTo>
                  <a:lnTo>
                    <a:pt x="724662" y="847217"/>
                  </a:lnTo>
                  <a:lnTo>
                    <a:pt x="715886" y="841883"/>
                  </a:lnTo>
                  <a:lnTo>
                    <a:pt x="711288" y="839089"/>
                  </a:lnTo>
                  <a:lnTo>
                    <a:pt x="709637" y="838327"/>
                  </a:lnTo>
                  <a:lnTo>
                    <a:pt x="708914" y="838073"/>
                  </a:lnTo>
                  <a:lnTo>
                    <a:pt x="690206" y="831469"/>
                  </a:lnTo>
                  <a:lnTo>
                    <a:pt x="689698" y="831215"/>
                  </a:lnTo>
                  <a:lnTo>
                    <a:pt x="668362" y="825500"/>
                  </a:lnTo>
                  <a:lnTo>
                    <a:pt x="667346" y="825246"/>
                  </a:lnTo>
                  <a:lnTo>
                    <a:pt x="643216" y="821944"/>
                  </a:lnTo>
                  <a:lnTo>
                    <a:pt x="642708" y="821817"/>
                  </a:lnTo>
                  <a:lnTo>
                    <a:pt x="614260" y="819531"/>
                  </a:lnTo>
                  <a:lnTo>
                    <a:pt x="584923" y="817753"/>
                  </a:lnTo>
                  <a:lnTo>
                    <a:pt x="553681" y="815721"/>
                  </a:lnTo>
                  <a:lnTo>
                    <a:pt x="499198" y="813308"/>
                  </a:lnTo>
                  <a:lnTo>
                    <a:pt x="442810" y="812165"/>
                  </a:lnTo>
                  <a:lnTo>
                    <a:pt x="412076" y="811911"/>
                  </a:lnTo>
                  <a:lnTo>
                    <a:pt x="382612" y="811403"/>
                  </a:lnTo>
                  <a:lnTo>
                    <a:pt x="360260" y="811276"/>
                  </a:lnTo>
                  <a:lnTo>
                    <a:pt x="340448" y="811657"/>
                  </a:lnTo>
                  <a:lnTo>
                    <a:pt x="337527" y="811911"/>
                  </a:lnTo>
                  <a:lnTo>
                    <a:pt x="335114" y="814324"/>
                  </a:lnTo>
                  <a:lnTo>
                    <a:pt x="335114" y="820420"/>
                  </a:lnTo>
                  <a:lnTo>
                    <a:pt x="337527" y="822960"/>
                  </a:lnTo>
                  <a:lnTo>
                    <a:pt x="340448" y="823087"/>
                  </a:lnTo>
                  <a:lnTo>
                    <a:pt x="345147" y="823341"/>
                  </a:lnTo>
                  <a:lnTo>
                    <a:pt x="360006" y="823595"/>
                  </a:lnTo>
                  <a:lnTo>
                    <a:pt x="382358" y="824103"/>
                  </a:lnTo>
                  <a:lnTo>
                    <a:pt x="442302" y="826262"/>
                  </a:lnTo>
                  <a:lnTo>
                    <a:pt x="473290" y="827786"/>
                  </a:lnTo>
                  <a:lnTo>
                    <a:pt x="498436" y="828675"/>
                  </a:lnTo>
                  <a:lnTo>
                    <a:pt x="552665" y="831342"/>
                  </a:lnTo>
                  <a:lnTo>
                    <a:pt x="583907" y="833628"/>
                  </a:lnTo>
                  <a:lnTo>
                    <a:pt x="613117" y="835406"/>
                  </a:lnTo>
                  <a:lnTo>
                    <a:pt x="612863" y="835406"/>
                  </a:lnTo>
                  <a:lnTo>
                    <a:pt x="641311" y="838200"/>
                  </a:lnTo>
                  <a:lnTo>
                    <a:pt x="640803" y="838073"/>
                  </a:lnTo>
                  <a:lnTo>
                    <a:pt x="664044" y="841756"/>
                  </a:lnTo>
                  <a:lnTo>
                    <a:pt x="685253" y="847471"/>
                  </a:lnTo>
                  <a:lnTo>
                    <a:pt x="684618" y="847217"/>
                  </a:lnTo>
                  <a:lnTo>
                    <a:pt x="703224" y="853744"/>
                  </a:lnTo>
                  <a:lnTo>
                    <a:pt x="714527" y="860653"/>
                  </a:lnTo>
                  <a:lnTo>
                    <a:pt x="725627" y="878586"/>
                  </a:lnTo>
                  <a:lnTo>
                    <a:pt x="727290" y="874649"/>
                  </a:lnTo>
                  <a:lnTo>
                    <a:pt x="725639" y="878586"/>
                  </a:lnTo>
                  <a:lnTo>
                    <a:pt x="727925" y="882269"/>
                  </a:lnTo>
                  <a:lnTo>
                    <a:pt x="725627" y="878586"/>
                  </a:lnTo>
                  <a:lnTo>
                    <a:pt x="722985" y="884885"/>
                  </a:lnTo>
                  <a:lnTo>
                    <a:pt x="706272" y="905662"/>
                  </a:lnTo>
                  <a:lnTo>
                    <a:pt x="692708" y="915885"/>
                  </a:lnTo>
                  <a:lnTo>
                    <a:pt x="666203" y="929386"/>
                  </a:lnTo>
                  <a:lnTo>
                    <a:pt x="666584" y="929259"/>
                  </a:lnTo>
                  <a:lnTo>
                    <a:pt x="637374" y="942340"/>
                  </a:lnTo>
                  <a:lnTo>
                    <a:pt x="637755" y="942086"/>
                  </a:lnTo>
                  <a:lnTo>
                    <a:pt x="606894" y="954024"/>
                  </a:lnTo>
                  <a:lnTo>
                    <a:pt x="607402" y="953897"/>
                  </a:lnTo>
                  <a:lnTo>
                    <a:pt x="580732" y="962279"/>
                  </a:lnTo>
                  <a:lnTo>
                    <a:pt x="580859" y="962152"/>
                  </a:lnTo>
                  <a:lnTo>
                    <a:pt x="549490" y="971550"/>
                  </a:lnTo>
                  <a:lnTo>
                    <a:pt x="549744" y="971550"/>
                  </a:lnTo>
                  <a:lnTo>
                    <a:pt x="522058" y="978789"/>
                  </a:lnTo>
                  <a:lnTo>
                    <a:pt x="522439" y="978662"/>
                  </a:lnTo>
                  <a:lnTo>
                    <a:pt x="503643" y="982726"/>
                  </a:lnTo>
                  <a:lnTo>
                    <a:pt x="504151" y="982599"/>
                  </a:lnTo>
                  <a:lnTo>
                    <a:pt x="485736" y="985520"/>
                  </a:lnTo>
                  <a:lnTo>
                    <a:pt x="485863" y="985520"/>
                  </a:lnTo>
                  <a:lnTo>
                    <a:pt x="462114" y="988695"/>
                  </a:lnTo>
                  <a:lnTo>
                    <a:pt x="462241" y="988695"/>
                  </a:lnTo>
                  <a:lnTo>
                    <a:pt x="435317" y="991997"/>
                  </a:lnTo>
                  <a:lnTo>
                    <a:pt x="435444" y="991997"/>
                  </a:lnTo>
                  <a:lnTo>
                    <a:pt x="411822" y="994156"/>
                  </a:lnTo>
                  <a:lnTo>
                    <a:pt x="393407" y="995553"/>
                  </a:lnTo>
                  <a:lnTo>
                    <a:pt x="393788" y="995553"/>
                  </a:lnTo>
                  <a:lnTo>
                    <a:pt x="374738" y="996315"/>
                  </a:lnTo>
                  <a:lnTo>
                    <a:pt x="375119" y="996188"/>
                  </a:lnTo>
                  <a:lnTo>
                    <a:pt x="347052" y="995934"/>
                  </a:lnTo>
                  <a:lnTo>
                    <a:pt x="314413" y="994410"/>
                  </a:lnTo>
                  <a:lnTo>
                    <a:pt x="285584" y="993394"/>
                  </a:lnTo>
                  <a:lnTo>
                    <a:pt x="265264" y="992251"/>
                  </a:lnTo>
                  <a:lnTo>
                    <a:pt x="265518" y="992251"/>
                  </a:lnTo>
                  <a:lnTo>
                    <a:pt x="244690" y="990346"/>
                  </a:lnTo>
                  <a:lnTo>
                    <a:pt x="244817" y="990346"/>
                  </a:lnTo>
                  <a:lnTo>
                    <a:pt x="181825" y="983107"/>
                  </a:lnTo>
                  <a:lnTo>
                    <a:pt x="182206" y="983107"/>
                  </a:lnTo>
                  <a:lnTo>
                    <a:pt x="155206" y="978916"/>
                  </a:lnTo>
                  <a:lnTo>
                    <a:pt x="155067" y="978903"/>
                  </a:lnTo>
                  <a:lnTo>
                    <a:pt x="154660" y="978789"/>
                  </a:lnTo>
                  <a:lnTo>
                    <a:pt x="126072" y="971423"/>
                  </a:lnTo>
                  <a:lnTo>
                    <a:pt x="126326" y="971423"/>
                  </a:lnTo>
                  <a:lnTo>
                    <a:pt x="101434" y="964184"/>
                  </a:lnTo>
                  <a:lnTo>
                    <a:pt x="102069" y="964311"/>
                  </a:lnTo>
                  <a:lnTo>
                    <a:pt x="101727" y="964184"/>
                  </a:lnTo>
                  <a:lnTo>
                    <a:pt x="80010" y="956056"/>
                  </a:lnTo>
                  <a:lnTo>
                    <a:pt x="79260" y="955776"/>
                  </a:lnTo>
                  <a:lnTo>
                    <a:pt x="78689" y="955421"/>
                  </a:lnTo>
                  <a:lnTo>
                    <a:pt x="58585" y="942848"/>
                  </a:lnTo>
                  <a:lnTo>
                    <a:pt x="57873" y="942416"/>
                  </a:lnTo>
                  <a:lnTo>
                    <a:pt x="57505" y="942086"/>
                  </a:lnTo>
                  <a:lnTo>
                    <a:pt x="33718" y="921258"/>
                  </a:lnTo>
                  <a:lnTo>
                    <a:pt x="33286" y="920889"/>
                  </a:lnTo>
                  <a:lnTo>
                    <a:pt x="32956" y="920496"/>
                  </a:lnTo>
                  <a:lnTo>
                    <a:pt x="23164" y="909066"/>
                  </a:lnTo>
                  <a:lnTo>
                    <a:pt x="21869" y="907554"/>
                  </a:lnTo>
                  <a:lnTo>
                    <a:pt x="21450" y="906145"/>
                  </a:lnTo>
                  <a:lnTo>
                    <a:pt x="16535" y="889381"/>
                  </a:lnTo>
                  <a:lnTo>
                    <a:pt x="16014" y="887628"/>
                  </a:lnTo>
                  <a:lnTo>
                    <a:pt x="16357" y="885698"/>
                  </a:lnTo>
                  <a:lnTo>
                    <a:pt x="17043" y="881888"/>
                  </a:lnTo>
                  <a:lnTo>
                    <a:pt x="17170" y="881164"/>
                  </a:lnTo>
                  <a:lnTo>
                    <a:pt x="16852" y="881888"/>
                  </a:lnTo>
                  <a:lnTo>
                    <a:pt x="17170" y="881126"/>
                  </a:lnTo>
                  <a:lnTo>
                    <a:pt x="17627" y="880110"/>
                  </a:lnTo>
                  <a:lnTo>
                    <a:pt x="23393" y="867029"/>
                  </a:lnTo>
                  <a:lnTo>
                    <a:pt x="54165" y="844042"/>
                  </a:lnTo>
                  <a:lnTo>
                    <a:pt x="67779" y="837057"/>
                  </a:lnTo>
                  <a:lnTo>
                    <a:pt x="67398" y="837311"/>
                  </a:lnTo>
                  <a:lnTo>
                    <a:pt x="67957" y="837057"/>
                  </a:lnTo>
                  <a:lnTo>
                    <a:pt x="86067" y="828929"/>
                  </a:lnTo>
                  <a:lnTo>
                    <a:pt x="85813" y="829056"/>
                  </a:lnTo>
                  <a:lnTo>
                    <a:pt x="86118" y="828929"/>
                  </a:lnTo>
                  <a:lnTo>
                    <a:pt x="104546" y="821563"/>
                  </a:lnTo>
                  <a:lnTo>
                    <a:pt x="104863" y="821436"/>
                  </a:lnTo>
                  <a:lnTo>
                    <a:pt x="104355" y="821563"/>
                  </a:lnTo>
                  <a:lnTo>
                    <a:pt x="119849" y="816610"/>
                  </a:lnTo>
                  <a:lnTo>
                    <a:pt x="120319" y="816483"/>
                  </a:lnTo>
                  <a:lnTo>
                    <a:pt x="150837" y="808355"/>
                  </a:lnTo>
                  <a:lnTo>
                    <a:pt x="150329" y="808355"/>
                  </a:lnTo>
                  <a:lnTo>
                    <a:pt x="165442" y="805561"/>
                  </a:lnTo>
                  <a:lnTo>
                    <a:pt x="164934" y="805561"/>
                  </a:lnTo>
                  <a:lnTo>
                    <a:pt x="184111" y="803021"/>
                  </a:lnTo>
                  <a:lnTo>
                    <a:pt x="183984" y="803021"/>
                  </a:lnTo>
                  <a:lnTo>
                    <a:pt x="203796" y="800481"/>
                  </a:lnTo>
                  <a:lnTo>
                    <a:pt x="203415" y="800481"/>
                  </a:lnTo>
                  <a:lnTo>
                    <a:pt x="260692" y="795909"/>
                  </a:lnTo>
                  <a:lnTo>
                    <a:pt x="300316" y="794639"/>
                  </a:lnTo>
                  <a:lnTo>
                    <a:pt x="360641" y="793877"/>
                  </a:lnTo>
                  <a:lnTo>
                    <a:pt x="397471" y="793877"/>
                  </a:lnTo>
                  <a:lnTo>
                    <a:pt x="398868" y="793750"/>
                  </a:lnTo>
                  <a:lnTo>
                    <a:pt x="402043" y="793750"/>
                  </a:lnTo>
                  <a:lnTo>
                    <a:pt x="404710" y="791083"/>
                  </a:lnTo>
                  <a:lnTo>
                    <a:pt x="404710" y="784606"/>
                  </a:lnTo>
                  <a:lnTo>
                    <a:pt x="402170" y="782193"/>
                  </a:lnTo>
                  <a:lnTo>
                    <a:pt x="402043" y="782066"/>
                  </a:lnTo>
                  <a:lnTo>
                    <a:pt x="398868" y="781939"/>
                  </a:lnTo>
                  <a:lnTo>
                    <a:pt x="374611" y="781939"/>
                  </a:lnTo>
                  <a:lnTo>
                    <a:pt x="360641" y="781812"/>
                  </a:lnTo>
                  <a:lnTo>
                    <a:pt x="332193" y="782193"/>
                  </a:lnTo>
                  <a:lnTo>
                    <a:pt x="332066" y="782193"/>
                  </a:lnTo>
                  <a:lnTo>
                    <a:pt x="300189" y="781812"/>
                  </a:lnTo>
                  <a:lnTo>
                    <a:pt x="260057" y="782066"/>
                  </a:lnTo>
                  <a:lnTo>
                    <a:pt x="259676" y="782066"/>
                  </a:lnTo>
                  <a:lnTo>
                    <a:pt x="240245" y="783209"/>
                  </a:lnTo>
                  <a:lnTo>
                    <a:pt x="202399" y="786003"/>
                  </a:lnTo>
                  <a:lnTo>
                    <a:pt x="202018" y="786003"/>
                  </a:lnTo>
                  <a:lnTo>
                    <a:pt x="182206" y="788543"/>
                  </a:lnTo>
                  <a:lnTo>
                    <a:pt x="182079" y="788543"/>
                  </a:lnTo>
                  <a:lnTo>
                    <a:pt x="163029" y="791083"/>
                  </a:lnTo>
                  <a:lnTo>
                    <a:pt x="162648" y="791083"/>
                  </a:lnTo>
                  <a:lnTo>
                    <a:pt x="147535" y="794004"/>
                  </a:lnTo>
                  <a:lnTo>
                    <a:pt x="116039" y="802386"/>
                  </a:lnTo>
                  <a:lnTo>
                    <a:pt x="115785" y="802513"/>
                  </a:lnTo>
                  <a:lnTo>
                    <a:pt x="99910" y="807466"/>
                  </a:lnTo>
                  <a:lnTo>
                    <a:pt x="99402" y="807593"/>
                  </a:lnTo>
                  <a:lnTo>
                    <a:pt x="80225" y="815086"/>
                  </a:lnTo>
                  <a:lnTo>
                    <a:pt x="79971" y="815213"/>
                  </a:lnTo>
                  <a:lnTo>
                    <a:pt x="61302" y="823468"/>
                  </a:lnTo>
                  <a:lnTo>
                    <a:pt x="20154" y="847598"/>
                  </a:lnTo>
                  <a:lnTo>
                    <a:pt x="101" y="885698"/>
                  </a:lnTo>
                  <a:lnTo>
                    <a:pt x="0" y="887628"/>
                  </a:lnTo>
                  <a:lnTo>
                    <a:pt x="88" y="890270"/>
                  </a:lnTo>
                  <a:lnTo>
                    <a:pt x="22313" y="932561"/>
                  </a:lnTo>
                  <a:lnTo>
                    <a:pt x="71208" y="969645"/>
                  </a:lnTo>
                  <a:lnTo>
                    <a:pt x="121881" y="986663"/>
                  </a:lnTo>
                  <a:lnTo>
                    <a:pt x="122135" y="986663"/>
                  </a:lnTo>
                  <a:lnTo>
                    <a:pt x="151218" y="994283"/>
                  </a:lnTo>
                  <a:lnTo>
                    <a:pt x="179666" y="998728"/>
                  </a:lnTo>
                  <a:lnTo>
                    <a:pt x="180047" y="998728"/>
                  </a:lnTo>
                  <a:lnTo>
                    <a:pt x="213448" y="1002665"/>
                  </a:lnTo>
                  <a:lnTo>
                    <a:pt x="213575" y="1002792"/>
                  </a:lnTo>
                  <a:lnTo>
                    <a:pt x="243166" y="1005840"/>
                  </a:lnTo>
                  <a:lnTo>
                    <a:pt x="264248" y="1007491"/>
                  </a:lnTo>
                  <a:lnTo>
                    <a:pt x="264375" y="1007618"/>
                  </a:lnTo>
                  <a:lnTo>
                    <a:pt x="313778" y="1009777"/>
                  </a:lnTo>
                  <a:lnTo>
                    <a:pt x="346544" y="1011174"/>
                  </a:lnTo>
                  <a:lnTo>
                    <a:pt x="374865" y="1011555"/>
                  </a:lnTo>
                  <a:lnTo>
                    <a:pt x="375246" y="1011555"/>
                  </a:lnTo>
                  <a:lnTo>
                    <a:pt x="394296" y="1010793"/>
                  </a:lnTo>
                  <a:lnTo>
                    <a:pt x="394677" y="1010793"/>
                  </a:lnTo>
                  <a:lnTo>
                    <a:pt x="412965" y="1009396"/>
                  </a:lnTo>
                  <a:lnTo>
                    <a:pt x="436841" y="1007237"/>
                  </a:lnTo>
                  <a:lnTo>
                    <a:pt x="437095" y="1007110"/>
                  </a:lnTo>
                  <a:lnTo>
                    <a:pt x="464146" y="1003935"/>
                  </a:lnTo>
                  <a:lnTo>
                    <a:pt x="464273" y="1003935"/>
                  </a:lnTo>
                  <a:lnTo>
                    <a:pt x="488022" y="1000633"/>
                  </a:lnTo>
                  <a:lnTo>
                    <a:pt x="488149" y="1000633"/>
                  </a:lnTo>
                  <a:lnTo>
                    <a:pt x="506437" y="997839"/>
                  </a:lnTo>
                  <a:lnTo>
                    <a:pt x="506818" y="997712"/>
                  </a:lnTo>
                  <a:lnTo>
                    <a:pt x="513486" y="996315"/>
                  </a:lnTo>
                  <a:lnTo>
                    <a:pt x="525614" y="993775"/>
                  </a:lnTo>
                  <a:lnTo>
                    <a:pt x="525995" y="993775"/>
                  </a:lnTo>
                  <a:lnTo>
                    <a:pt x="553681" y="986536"/>
                  </a:lnTo>
                  <a:lnTo>
                    <a:pt x="553935" y="986536"/>
                  </a:lnTo>
                  <a:lnTo>
                    <a:pt x="566648" y="982726"/>
                  </a:lnTo>
                  <a:lnTo>
                    <a:pt x="579793" y="978789"/>
                  </a:lnTo>
                  <a:lnTo>
                    <a:pt x="611974" y="968883"/>
                  </a:lnTo>
                  <a:lnTo>
                    <a:pt x="612482" y="968756"/>
                  </a:lnTo>
                  <a:lnTo>
                    <a:pt x="629475" y="962279"/>
                  </a:lnTo>
                  <a:lnTo>
                    <a:pt x="643470" y="956945"/>
                  </a:lnTo>
                  <a:lnTo>
                    <a:pt x="643851" y="956818"/>
                  </a:lnTo>
                  <a:lnTo>
                    <a:pt x="650430" y="953897"/>
                  </a:lnTo>
                  <a:lnTo>
                    <a:pt x="673061" y="943864"/>
                  </a:lnTo>
                  <a:lnTo>
                    <a:pt x="673442" y="943737"/>
                  </a:lnTo>
                  <a:lnTo>
                    <a:pt x="676186" y="942340"/>
                  </a:lnTo>
                  <a:lnTo>
                    <a:pt x="716749" y="918464"/>
                  </a:lnTo>
                  <a:lnTo>
                    <a:pt x="718807" y="916432"/>
                  </a:lnTo>
                  <a:lnTo>
                    <a:pt x="719416" y="915670"/>
                  </a:lnTo>
                  <a:lnTo>
                    <a:pt x="726821" y="906526"/>
                  </a:lnTo>
                  <a:lnTo>
                    <a:pt x="727951" y="905129"/>
                  </a:lnTo>
                  <a:lnTo>
                    <a:pt x="736688" y="894334"/>
                  </a:lnTo>
                  <a:lnTo>
                    <a:pt x="737958" y="892302"/>
                  </a:lnTo>
                  <a:lnTo>
                    <a:pt x="740676" y="885825"/>
                  </a:lnTo>
                  <a:lnTo>
                    <a:pt x="741527" y="883793"/>
                  </a:lnTo>
                  <a:lnTo>
                    <a:pt x="742175" y="882269"/>
                  </a:lnTo>
                  <a:lnTo>
                    <a:pt x="742657" y="881126"/>
                  </a:lnTo>
                  <a:lnTo>
                    <a:pt x="743673" y="878586"/>
                  </a:lnTo>
                  <a:close/>
                </a:path>
                <a:path w="894080" h="1011554">
                  <a:moveTo>
                    <a:pt x="893660" y="147320"/>
                  </a:moveTo>
                  <a:lnTo>
                    <a:pt x="893381" y="146050"/>
                  </a:lnTo>
                  <a:lnTo>
                    <a:pt x="892835" y="143510"/>
                  </a:lnTo>
                  <a:lnTo>
                    <a:pt x="891755" y="138430"/>
                  </a:lnTo>
                  <a:lnTo>
                    <a:pt x="890358" y="134620"/>
                  </a:lnTo>
                  <a:lnTo>
                    <a:pt x="886980" y="129540"/>
                  </a:lnTo>
                  <a:lnTo>
                    <a:pt x="878547" y="116840"/>
                  </a:lnTo>
                  <a:lnTo>
                    <a:pt x="876896" y="114300"/>
                  </a:lnTo>
                  <a:lnTo>
                    <a:pt x="868006" y="106680"/>
                  </a:lnTo>
                  <a:lnTo>
                    <a:pt x="864323" y="104140"/>
                  </a:lnTo>
                  <a:lnTo>
                    <a:pt x="842225" y="88900"/>
                  </a:lnTo>
                  <a:lnTo>
                    <a:pt x="841590" y="87630"/>
                  </a:lnTo>
                  <a:lnTo>
                    <a:pt x="828382" y="80010"/>
                  </a:lnTo>
                  <a:lnTo>
                    <a:pt x="796632" y="64770"/>
                  </a:lnTo>
                  <a:lnTo>
                    <a:pt x="796251" y="63500"/>
                  </a:lnTo>
                  <a:lnTo>
                    <a:pt x="781900" y="57150"/>
                  </a:lnTo>
                  <a:lnTo>
                    <a:pt x="781138" y="57150"/>
                  </a:lnTo>
                  <a:lnTo>
                    <a:pt x="777684" y="55880"/>
                  </a:lnTo>
                  <a:lnTo>
                    <a:pt x="763866" y="50800"/>
                  </a:lnTo>
                  <a:lnTo>
                    <a:pt x="746594" y="45720"/>
                  </a:lnTo>
                  <a:lnTo>
                    <a:pt x="746086" y="45720"/>
                  </a:lnTo>
                  <a:lnTo>
                    <a:pt x="731227" y="41910"/>
                  </a:lnTo>
                  <a:lnTo>
                    <a:pt x="730084" y="41910"/>
                  </a:lnTo>
                  <a:lnTo>
                    <a:pt x="698461" y="36830"/>
                  </a:lnTo>
                  <a:lnTo>
                    <a:pt x="683856" y="36830"/>
                  </a:lnTo>
                  <a:lnTo>
                    <a:pt x="662393" y="39370"/>
                  </a:lnTo>
                  <a:lnTo>
                    <a:pt x="661123" y="39370"/>
                  </a:lnTo>
                  <a:lnTo>
                    <a:pt x="654265" y="41910"/>
                  </a:lnTo>
                  <a:lnTo>
                    <a:pt x="652995" y="42583"/>
                  </a:lnTo>
                  <a:lnTo>
                    <a:pt x="652995" y="62230"/>
                  </a:lnTo>
                  <a:lnTo>
                    <a:pt x="652043" y="63182"/>
                  </a:lnTo>
                  <a:lnTo>
                    <a:pt x="652284" y="62649"/>
                  </a:lnTo>
                  <a:lnTo>
                    <a:pt x="652995" y="62230"/>
                  </a:lnTo>
                  <a:lnTo>
                    <a:pt x="652995" y="42583"/>
                  </a:lnTo>
                  <a:lnTo>
                    <a:pt x="651852" y="43180"/>
                  </a:lnTo>
                  <a:lnTo>
                    <a:pt x="642454" y="49530"/>
                  </a:lnTo>
                  <a:lnTo>
                    <a:pt x="641184" y="49530"/>
                  </a:lnTo>
                  <a:lnTo>
                    <a:pt x="639025" y="52070"/>
                  </a:lnTo>
                  <a:lnTo>
                    <a:pt x="637374" y="54610"/>
                  </a:lnTo>
                  <a:lnTo>
                    <a:pt x="635596" y="58420"/>
                  </a:lnTo>
                  <a:lnTo>
                    <a:pt x="633564" y="62230"/>
                  </a:lnTo>
                  <a:lnTo>
                    <a:pt x="635215" y="67310"/>
                  </a:lnTo>
                  <a:lnTo>
                    <a:pt x="639406" y="69850"/>
                  </a:lnTo>
                  <a:lnTo>
                    <a:pt x="643470" y="71120"/>
                  </a:lnTo>
                  <a:lnTo>
                    <a:pt x="648550" y="69850"/>
                  </a:lnTo>
                  <a:lnTo>
                    <a:pt x="650709" y="66040"/>
                  </a:lnTo>
                  <a:lnTo>
                    <a:pt x="651891" y="63500"/>
                  </a:lnTo>
                  <a:lnTo>
                    <a:pt x="651967" y="63334"/>
                  </a:lnTo>
                  <a:lnTo>
                    <a:pt x="653580" y="62230"/>
                  </a:lnTo>
                  <a:lnTo>
                    <a:pt x="659142" y="58420"/>
                  </a:lnTo>
                  <a:lnTo>
                    <a:pt x="659790" y="57975"/>
                  </a:lnTo>
                  <a:lnTo>
                    <a:pt x="662012" y="57150"/>
                  </a:lnTo>
                  <a:lnTo>
                    <a:pt x="665441" y="55880"/>
                  </a:lnTo>
                  <a:lnTo>
                    <a:pt x="683856" y="55880"/>
                  </a:lnTo>
                  <a:lnTo>
                    <a:pt x="695794" y="57150"/>
                  </a:lnTo>
                  <a:lnTo>
                    <a:pt x="727417" y="60960"/>
                  </a:lnTo>
                  <a:lnTo>
                    <a:pt x="726147" y="60960"/>
                  </a:lnTo>
                  <a:lnTo>
                    <a:pt x="740879" y="64770"/>
                  </a:lnTo>
                  <a:lnTo>
                    <a:pt x="740625" y="64770"/>
                  </a:lnTo>
                  <a:lnTo>
                    <a:pt x="757897" y="69850"/>
                  </a:lnTo>
                  <a:lnTo>
                    <a:pt x="757389" y="69850"/>
                  </a:lnTo>
                  <a:lnTo>
                    <a:pt x="774407" y="76200"/>
                  </a:lnTo>
                  <a:lnTo>
                    <a:pt x="773645" y="76200"/>
                  </a:lnTo>
                  <a:lnTo>
                    <a:pt x="787996" y="82550"/>
                  </a:lnTo>
                  <a:lnTo>
                    <a:pt x="787615" y="82550"/>
                  </a:lnTo>
                  <a:lnTo>
                    <a:pt x="819365" y="97790"/>
                  </a:lnTo>
                  <a:lnTo>
                    <a:pt x="818730" y="97790"/>
                  </a:lnTo>
                  <a:lnTo>
                    <a:pt x="831303" y="105410"/>
                  </a:lnTo>
                  <a:lnTo>
                    <a:pt x="830668" y="104140"/>
                  </a:lnTo>
                  <a:lnTo>
                    <a:pt x="855560" y="121920"/>
                  </a:lnTo>
                  <a:lnTo>
                    <a:pt x="854798" y="121920"/>
                  </a:lnTo>
                  <a:lnTo>
                    <a:pt x="863815" y="129540"/>
                  </a:lnTo>
                  <a:lnTo>
                    <a:pt x="862037" y="128270"/>
                  </a:lnTo>
                  <a:lnTo>
                    <a:pt x="873086" y="144741"/>
                  </a:lnTo>
                  <a:lnTo>
                    <a:pt x="874534" y="149313"/>
                  </a:lnTo>
                  <a:lnTo>
                    <a:pt x="871359" y="163347"/>
                  </a:lnTo>
                  <a:lnTo>
                    <a:pt x="866609" y="171450"/>
                  </a:lnTo>
                  <a:lnTo>
                    <a:pt x="868260" y="170180"/>
                  </a:lnTo>
                  <a:lnTo>
                    <a:pt x="846670" y="189230"/>
                  </a:lnTo>
                  <a:lnTo>
                    <a:pt x="847813" y="189230"/>
                  </a:lnTo>
                  <a:lnTo>
                    <a:pt x="834859" y="198120"/>
                  </a:lnTo>
                  <a:lnTo>
                    <a:pt x="835621" y="196850"/>
                  </a:lnTo>
                  <a:lnTo>
                    <a:pt x="817968" y="207010"/>
                  </a:lnTo>
                  <a:lnTo>
                    <a:pt x="818222" y="207010"/>
                  </a:lnTo>
                  <a:lnTo>
                    <a:pt x="799934" y="215900"/>
                  </a:lnTo>
                  <a:lnTo>
                    <a:pt x="800696" y="215900"/>
                  </a:lnTo>
                  <a:lnTo>
                    <a:pt x="782662" y="223520"/>
                  </a:lnTo>
                  <a:lnTo>
                    <a:pt x="783043" y="223520"/>
                  </a:lnTo>
                  <a:lnTo>
                    <a:pt x="760691" y="231140"/>
                  </a:lnTo>
                  <a:lnTo>
                    <a:pt x="761072" y="231140"/>
                  </a:lnTo>
                  <a:lnTo>
                    <a:pt x="738339" y="237490"/>
                  </a:lnTo>
                  <a:lnTo>
                    <a:pt x="738974" y="237490"/>
                  </a:lnTo>
                  <a:lnTo>
                    <a:pt x="718400" y="242570"/>
                  </a:lnTo>
                  <a:lnTo>
                    <a:pt x="719162" y="242570"/>
                  </a:lnTo>
                  <a:lnTo>
                    <a:pt x="694651" y="246380"/>
                  </a:lnTo>
                  <a:lnTo>
                    <a:pt x="695032" y="246380"/>
                  </a:lnTo>
                  <a:lnTo>
                    <a:pt x="670521" y="248920"/>
                  </a:lnTo>
                  <a:lnTo>
                    <a:pt x="671029" y="248920"/>
                  </a:lnTo>
                  <a:lnTo>
                    <a:pt x="649439" y="250190"/>
                  </a:lnTo>
                  <a:lnTo>
                    <a:pt x="626452" y="250190"/>
                  </a:lnTo>
                  <a:lnTo>
                    <a:pt x="602957" y="248920"/>
                  </a:lnTo>
                  <a:lnTo>
                    <a:pt x="603592" y="248920"/>
                  </a:lnTo>
                  <a:lnTo>
                    <a:pt x="583780" y="246380"/>
                  </a:lnTo>
                  <a:lnTo>
                    <a:pt x="584669" y="246380"/>
                  </a:lnTo>
                  <a:lnTo>
                    <a:pt x="564476" y="241300"/>
                  </a:lnTo>
                  <a:lnTo>
                    <a:pt x="564857" y="241300"/>
                  </a:lnTo>
                  <a:lnTo>
                    <a:pt x="544664" y="236220"/>
                  </a:lnTo>
                  <a:lnTo>
                    <a:pt x="545426" y="236220"/>
                  </a:lnTo>
                  <a:lnTo>
                    <a:pt x="529932" y="231140"/>
                  </a:lnTo>
                  <a:lnTo>
                    <a:pt x="530948" y="231140"/>
                  </a:lnTo>
                  <a:lnTo>
                    <a:pt x="500341" y="215900"/>
                  </a:lnTo>
                  <a:lnTo>
                    <a:pt x="500976" y="215900"/>
                  </a:lnTo>
                  <a:lnTo>
                    <a:pt x="493344" y="210820"/>
                  </a:lnTo>
                  <a:lnTo>
                    <a:pt x="489546" y="208280"/>
                  </a:lnTo>
                  <a:lnTo>
                    <a:pt x="491451" y="210820"/>
                  </a:lnTo>
                  <a:lnTo>
                    <a:pt x="471678" y="187960"/>
                  </a:lnTo>
                  <a:lnTo>
                    <a:pt x="470357" y="186448"/>
                  </a:lnTo>
                  <a:lnTo>
                    <a:pt x="469938" y="185420"/>
                  </a:lnTo>
                  <a:lnTo>
                    <a:pt x="465670" y="175260"/>
                  </a:lnTo>
                  <a:lnTo>
                    <a:pt x="458762" y="160020"/>
                  </a:lnTo>
                  <a:lnTo>
                    <a:pt x="457974" y="158318"/>
                  </a:lnTo>
                  <a:lnTo>
                    <a:pt x="458216" y="156210"/>
                  </a:lnTo>
                  <a:lnTo>
                    <a:pt x="458965" y="149313"/>
                  </a:lnTo>
                  <a:lnTo>
                    <a:pt x="458939" y="148590"/>
                  </a:lnTo>
                  <a:lnTo>
                    <a:pt x="459155" y="147675"/>
                  </a:lnTo>
                  <a:lnTo>
                    <a:pt x="459232" y="147320"/>
                  </a:lnTo>
                  <a:lnTo>
                    <a:pt x="460121" y="143510"/>
                  </a:lnTo>
                  <a:lnTo>
                    <a:pt x="460248" y="142951"/>
                  </a:lnTo>
                  <a:lnTo>
                    <a:pt x="461302" y="140970"/>
                  </a:lnTo>
                  <a:lnTo>
                    <a:pt x="470065" y="124460"/>
                  </a:lnTo>
                  <a:lnTo>
                    <a:pt x="470319" y="123990"/>
                  </a:lnTo>
                  <a:lnTo>
                    <a:pt x="470890" y="123190"/>
                  </a:lnTo>
                  <a:lnTo>
                    <a:pt x="476338" y="115570"/>
                  </a:lnTo>
                  <a:lnTo>
                    <a:pt x="475957" y="115570"/>
                  </a:lnTo>
                  <a:lnTo>
                    <a:pt x="491451" y="97790"/>
                  </a:lnTo>
                  <a:lnTo>
                    <a:pt x="491197" y="97790"/>
                  </a:lnTo>
                  <a:lnTo>
                    <a:pt x="498309" y="90170"/>
                  </a:lnTo>
                  <a:lnTo>
                    <a:pt x="497928" y="90170"/>
                  </a:lnTo>
                  <a:lnTo>
                    <a:pt x="514819" y="74930"/>
                  </a:lnTo>
                  <a:lnTo>
                    <a:pt x="514311" y="74930"/>
                  </a:lnTo>
                  <a:lnTo>
                    <a:pt x="523963" y="67310"/>
                  </a:lnTo>
                  <a:lnTo>
                    <a:pt x="524090" y="66040"/>
                  </a:lnTo>
                  <a:lnTo>
                    <a:pt x="538822" y="54610"/>
                  </a:lnTo>
                  <a:lnTo>
                    <a:pt x="537552" y="54610"/>
                  </a:lnTo>
                  <a:lnTo>
                    <a:pt x="555332" y="44450"/>
                  </a:lnTo>
                  <a:lnTo>
                    <a:pt x="555205" y="44450"/>
                  </a:lnTo>
                  <a:lnTo>
                    <a:pt x="564095" y="40640"/>
                  </a:lnTo>
                  <a:lnTo>
                    <a:pt x="563460" y="40640"/>
                  </a:lnTo>
                  <a:lnTo>
                    <a:pt x="573112" y="36830"/>
                  </a:lnTo>
                  <a:lnTo>
                    <a:pt x="583145" y="33020"/>
                  </a:lnTo>
                  <a:lnTo>
                    <a:pt x="582764" y="33020"/>
                  </a:lnTo>
                  <a:lnTo>
                    <a:pt x="593178" y="29210"/>
                  </a:lnTo>
                  <a:lnTo>
                    <a:pt x="593051" y="29210"/>
                  </a:lnTo>
                  <a:lnTo>
                    <a:pt x="603084" y="25400"/>
                  </a:lnTo>
                  <a:lnTo>
                    <a:pt x="602830" y="25400"/>
                  </a:lnTo>
                  <a:lnTo>
                    <a:pt x="612990" y="22860"/>
                  </a:lnTo>
                  <a:lnTo>
                    <a:pt x="612736" y="22860"/>
                  </a:lnTo>
                  <a:lnTo>
                    <a:pt x="622515" y="20320"/>
                  </a:lnTo>
                  <a:lnTo>
                    <a:pt x="622261" y="20320"/>
                  </a:lnTo>
                  <a:lnTo>
                    <a:pt x="631659" y="17780"/>
                  </a:lnTo>
                  <a:lnTo>
                    <a:pt x="631405" y="17780"/>
                  </a:lnTo>
                  <a:lnTo>
                    <a:pt x="640422" y="16510"/>
                  </a:lnTo>
                  <a:lnTo>
                    <a:pt x="639533" y="16510"/>
                  </a:lnTo>
                  <a:lnTo>
                    <a:pt x="647788" y="15240"/>
                  </a:lnTo>
                  <a:lnTo>
                    <a:pt x="678522" y="15240"/>
                  </a:lnTo>
                  <a:lnTo>
                    <a:pt x="676109" y="13970"/>
                  </a:lnTo>
                  <a:lnTo>
                    <a:pt x="703160" y="24130"/>
                  </a:lnTo>
                  <a:lnTo>
                    <a:pt x="703033" y="22860"/>
                  </a:lnTo>
                  <a:lnTo>
                    <a:pt x="738339" y="35560"/>
                  </a:lnTo>
                  <a:lnTo>
                    <a:pt x="742276" y="34290"/>
                  </a:lnTo>
                  <a:lnTo>
                    <a:pt x="744816" y="26670"/>
                  </a:lnTo>
                  <a:lnTo>
                    <a:pt x="743038" y="22860"/>
                  </a:lnTo>
                  <a:lnTo>
                    <a:pt x="707859" y="10160"/>
                  </a:lnTo>
                  <a:lnTo>
                    <a:pt x="707732" y="10160"/>
                  </a:lnTo>
                  <a:lnTo>
                    <a:pt x="680681" y="1270"/>
                  </a:lnTo>
                  <a:lnTo>
                    <a:pt x="678522" y="0"/>
                  </a:lnTo>
                  <a:lnTo>
                    <a:pt x="646518" y="0"/>
                  </a:lnTo>
                  <a:lnTo>
                    <a:pt x="638263" y="1270"/>
                  </a:lnTo>
                  <a:lnTo>
                    <a:pt x="637374" y="1270"/>
                  </a:lnTo>
                  <a:lnTo>
                    <a:pt x="628357" y="2540"/>
                  </a:lnTo>
                  <a:lnTo>
                    <a:pt x="628103" y="2540"/>
                  </a:lnTo>
                  <a:lnTo>
                    <a:pt x="618705" y="5080"/>
                  </a:lnTo>
                  <a:lnTo>
                    <a:pt x="618578" y="5080"/>
                  </a:lnTo>
                  <a:lnTo>
                    <a:pt x="608799" y="7620"/>
                  </a:lnTo>
                  <a:lnTo>
                    <a:pt x="608545" y="7620"/>
                  </a:lnTo>
                  <a:lnTo>
                    <a:pt x="598512" y="10160"/>
                  </a:lnTo>
                  <a:lnTo>
                    <a:pt x="598258" y="10160"/>
                  </a:lnTo>
                  <a:lnTo>
                    <a:pt x="588098" y="13970"/>
                  </a:lnTo>
                  <a:lnTo>
                    <a:pt x="587971" y="13970"/>
                  </a:lnTo>
                  <a:lnTo>
                    <a:pt x="577176" y="17780"/>
                  </a:lnTo>
                  <a:lnTo>
                    <a:pt x="567143" y="21590"/>
                  </a:lnTo>
                  <a:lnTo>
                    <a:pt x="567016" y="21590"/>
                  </a:lnTo>
                  <a:lnTo>
                    <a:pt x="557237" y="25400"/>
                  </a:lnTo>
                  <a:lnTo>
                    <a:pt x="556602" y="25400"/>
                  </a:lnTo>
                  <a:lnTo>
                    <a:pt x="547331" y="30480"/>
                  </a:lnTo>
                  <a:lnTo>
                    <a:pt x="529297" y="40640"/>
                  </a:lnTo>
                  <a:lnTo>
                    <a:pt x="527900" y="40640"/>
                  </a:lnTo>
                  <a:lnTo>
                    <a:pt x="513041" y="53340"/>
                  </a:lnTo>
                  <a:lnTo>
                    <a:pt x="513295" y="53340"/>
                  </a:lnTo>
                  <a:lnTo>
                    <a:pt x="503516" y="60960"/>
                  </a:lnTo>
                  <a:lnTo>
                    <a:pt x="503008" y="62230"/>
                  </a:lnTo>
                  <a:lnTo>
                    <a:pt x="485990" y="77470"/>
                  </a:lnTo>
                  <a:lnTo>
                    <a:pt x="485863" y="78740"/>
                  </a:lnTo>
                  <a:lnTo>
                    <a:pt x="478497" y="86360"/>
                  </a:lnTo>
                  <a:lnTo>
                    <a:pt x="477989" y="86360"/>
                  </a:lnTo>
                  <a:lnTo>
                    <a:pt x="462495" y="104140"/>
                  </a:lnTo>
                  <a:lnTo>
                    <a:pt x="462368" y="104140"/>
                  </a:lnTo>
                  <a:lnTo>
                    <a:pt x="455764" y="113030"/>
                  </a:lnTo>
                  <a:lnTo>
                    <a:pt x="454875" y="114300"/>
                  </a:lnTo>
                  <a:lnTo>
                    <a:pt x="444080" y="134620"/>
                  </a:lnTo>
                  <a:lnTo>
                    <a:pt x="443191" y="135890"/>
                  </a:lnTo>
                  <a:lnTo>
                    <a:pt x="441413" y="143510"/>
                  </a:lnTo>
                  <a:lnTo>
                    <a:pt x="441159" y="144780"/>
                  </a:lnTo>
                  <a:lnTo>
                    <a:pt x="439762" y="158750"/>
                  </a:lnTo>
                  <a:lnTo>
                    <a:pt x="440397" y="163830"/>
                  </a:lnTo>
                  <a:lnTo>
                    <a:pt x="449160" y="182880"/>
                  </a:lnTo>
                  <a:lnTo>
                    <a:pt x="454494" y="195580"/>
                  </a:lnTo>
                  <a:lnTo>
                    <a:pt x="456018" y="196850"/>
                  </a:lnTo>
                  <a:lnTo>
                    <a:pt x="477989" y="222250"/>
                  </a:lnTo>
                  <a:lnTo>
                    <a:pt x="480021" y="223520"/>
                  </a:lnTo>
                  <a:lnTo>
                    <a:pt x="491578" y="231140"/>
                  </a:lnTo>
                  <a:lnTo>
                    <a:pt x="522693" y="247650"/>
                  </a:lnTo>
                  <a:lnTo>
                    <a:pt x="539203" y="254000"/>
                  </a:lnTo>
                  <a:lnTo>
                    <a:pt x="539965" y="254000"/>
                  </a:lnTo>
                  <a:lnTo>
                    <a:pt x="560158" y="259080"/>
                  </a:lnTo>
                  <a:lnTo>
                    <a:pt x="560539" y="259080"/>
                  </a:lnTo>
                  <a:lnTo>
                    <a:pt x="580605" y="264160"/>
                  </a:lnTo>
                  <a:lnTo>
                    <a:pt x="581494" y="264160"/>
                  </a:lnTo>
                  <a:lnTo>
                    <a:pt x="601306" y="266700"/>
                  </a:lnTo>
                  <a:lnTo>
                    <a:pt x="601941" y="266700"/>
                  </a:lnTo>
                  <a:lnTo>
                    <a:pt x="625309" y="267970"/>
                  </a:lnTo>
                  <a:lnTo>
                    <a:pt x="650582" y="267970"/>
                  </a:lnTo>
                  <a:lnTo>
                    <a:pt x="672172" y="266700"/>
                  </a:lnTo>
                  <a:lnTo>
                    <a:pt x="672553" y="266700"/>
                  </a:lnTo>
                  <a:lnTo>
                    <a:pt x="697064" y="264160"/>
                  </a:lnTo>
                  <a:lnTo>
                    <a:pt x="697445" y="264160"/>
                  </a:lnTo>
                  <a:lnTo>
                    <a:pt x="721956" y="260350"/>
                  </a:lnTo>
                  <a:lnTo>
                    <a:pt x="722591" y="260350"/>
                  </a:lnTo>
                  <a:lnTo>
                    <a:pt x="743673" y="255270"/>
                  </a:lnTo>
                  <a:lnTo>
                    <a:pt x="758825" y="250190"/>
                  </a:lnTo>
                  <a:lnTo>
                    <a:pt x="766406" y="247650"/>
                  </a:lnTo>
                  <a:lnTo>
                    <a:pt x="766660" y="247650"/>
                  </a:lnTo>
                  <a:lnTo>
                    <a:pt x="789393" y="240030"/>
                  </a:lnTo>
                  <a:lnTo>
                    <a:pt x="808062" y="232410"/>
                  </a:lnTo>
                  <a:lnTo>
                    <a:pt x="826731" y="222250"/>
                  </a:lnTo>
                  <a:lnTo>
                    <a:pt x="844384" y="213360"/>
                  </a:lnTo>
                  <a:lnTo>
                    <a:pt x="845019" y="212090"/>
                  </a:lnTo>
                  <a:lnTo>
                    <a:pt x="858100" y="204470"/>
                  </a:lnTo>
                  <a:lnTo>
                    <a:pt x="859243" y="203200"/>
                  </a:lnTo>
                  <a:lnTo>
                    <a:pt x="865035" y="198120"/>
                  </a:lnTo>
                  <a:lnTo>
                    <a:pt x="880960" y="184150"/>
                  </a:lnTo>
                  <a:lnTo>
                    <a:pt x="882484" y="181610"/>
                  </a:lnTo>
                  <a:lnTo>
                    <a:pt x="887945" y="172720"/>
                  </a:lnTo>
                  <a:lnTo>
                    <a:pt x="889342" y="170180"/>
                  </a:lnTo>
                  <a:lnTo>
                    <a:pt x="890206" y="166370"/>
                  </a:lnTo>
                  <a:lnTo>
                    <a:pt x="891057" y="162560"/>
                  </a:lnTo>
                  <a:lnTo>
                    <a:pt x="893660" y="151130"/>
                  </a:lnTo>
                  <a:lnTo>
                    <a:pt x="893660" y="147320"/>
                  </a:lnTo>
                  <a:close/>
                </a:path>
              </a:pathLst>
            </a:custGeom>
            <a:solidFill>
              <a:srgbClr val="0096FF"/>
            </a:solidFill>
          </p:spPr>
          <p:txBody>
            <a:bodyPr wrap="square" lIns="0" tIns="0" rIns="0" bIns="0" rtlCol="0"/>
            <a:lstStyle/>
            <a:p>
              <a:endParaRPr sz="2400"/>
            </a:p>
          </p:txBody>
        </p:sp>
        <p:pic>
          <p:nvPicPr>
            <p:cNvPr id="6" name="object 6"/>
            <p:cNvPicPr/>
            <p:nvPr/>
          </p:nvPicPr>
          <p:blipFill>
            <a:blip r:embed="rId5" cstate="print"/>
            <a:stretch>
              <a:fillRect/>
            </a:stretch>
          </p:blipFill>
          <p:spPr>
            <a:xfrm>
              <a:off x="2462814" y="938148"/>
              <a:ext cx="588614" cy="514223"/>
            </a:xfrm>
            <a:prstGeom prst="rect">
              <a:avLst/>
            </a:prstGeom>
          </p:spPr>
        </p:pic>
        <p:pic>
          <p:nvPicPr>
            <p:cNvPr id="7" name="object 7"/>
            <p:cNvPicPr/>
            <p:nvPr/>
          </p:nvPicPr>
          <p:blipFill>
            <a:blip r:embed="rId6" cstate="print"/>
            <a:stretch>
              <a:fillRect/>
            </a:stretch>
          </p:blipFill>
          <p:spPr>
            <a:xfrm>
              <a:off x="4463542" y="931798"/>
              <a:ext cx="419227" cy="296290"/>
            </a:xfrm>
            <a:prstGeom prst="rect">
              <a:avLst/>
            </a:prstGeom>
          </p:spPr>
        </p:pic>
        <p:pic>
          <p:nvPicPr>
            <p:cNvPr id="8" name="object 8"/>
            <p:cNvPicPr/>
            <p:nvPr/>
          </p:nvPicPr>
          <p:blipFill>
            <a:blip r:embed="rId7" cstate="print"/>
            <a:stretch>
              <a:fillRect/>
            </a:stretch>
          </p:blipFill>
          <p:spPr>
            <a:xfrm>
              <a:off x="3771101" y="1767332"/>
              <a:ext cx="374628" cy="293242"/>
            </a:xfrm>
            <a:prstGeom prst="rect">
              <a:avLst/>
            </a:prstGeom>
          </p:spPr>
        </p:pic>
        <p:pic>
          <p:nvPicPr>
            <p:cNvPr id="9" name="object 9"/>
            <p:cNvPicPr/>
            <p:nvPr/>
          </p:nvPicPr>
          <p:blipFill>
            <a:blip r:embed="rId8" cstate="print"/>
            <a:stretch>
              <a:fillRect/>
            </a:stretch>
          </p:blipFill>
          <p:spPr>
            <a:xfrm>
              <a:off x="2139442" y="3565309"/>
              <a:ext cx="870264" cy="314959"/>
            </a:xfrm>
            <a:prstGeom prst="rect">
              <a:avLst/>
            </a:prstGeom>
          </p:spPr>
        </p:pic>
        <p:pic>
          <p:nvPicPr>
            <p:cNvPr id="10" name="object 10"/>
            <p:cNvPicPr/>
            <p:nvPr/>
          </p:nvPicPr>
          <p:blipFill>
            <a:blip r:embed="rId9" cstate="print"/>
            <a:stretch>
              <a:fillRect/>
            </a:stretch>
          </p:blipFill>
          <p:spPr>
            <a:xfrm>
              <a:off x="3771138" y="2337942"/>
              <a:ext cx="340995" cy="229869"/>
            </a:xfrm>
            <a:prstGeom prst="rect">
              <a:avLst/>
            </a:prstGeom>
          </p:spPr>
        </p:pic>
        <p:pic>
          <p:nvPicPr>
            <p:cNvPr id="11" name="object 11"/>
            <p:cNvPicPr/>
            <p:nvPr/>
          </p:nvPicPr>
          <p:blipFill>
            <a:blip r:embed="rId10" cstate="print"/>
            <a:stretch>
              <a:fillRect/>
            </a:stretch>
          </p:blipFill>
          <p:spPr>
            <a:xfrm>
              <a:off x="5381244" y="2877185"/>
              <a:ext cx="438403" cy="251460"/>
            </a:xfrm>
            <a:prstGeom prst="rect">
              <a:avLst/>
            </a:prstGeom>
          </p:spPr>
        </p:pic>
        <p:sp>
          <p:nvSpPr>
            <p:cNvPr id="12" name="object 12"/>
            <p:cNvSpPr/>
            <p:nvPr/>
          </p:nvSpPr>
          <p:spPr>
            <a:xfrm>
              <a:off x="5484113" y="1761363"/>
              <a:ext cx="391795" cy="250190"/>
            </a:xfrm>
            <a:custGeom>
              <a:avLst/>
              <a:gdLst/>
              <a:ahLst/>
              <a:cxnLst/>
              <a:rect l="l" t="t" r="r" b="b"/>
              <a:pathLst>
                <a:path w="391795" h="250189">
                  <a:moveTo>
                    <a:pt x="121920" y="21589"/>
                  </a:moveTo>
                  <a:lnTo>
                    <a:pt x="70103" y="21589"/>
                  </a:lnTo>
                  <a:lnTo>
                    <a:pt x="44831" y="39369"/>
                  </a:lnTo>
                  <a:lnTo>
                    <a:pt x="43814" y="39369"/>
                  </a:lnTo>
                  <a:lnTo>
                    <a:pt x="34798" y="46989"/>
                  </a:lnTo>
                  <a:lnTo>
                    <a:pt x="34036" y="48260"/>
                  </a:lnTo>
                  <a:lnTo>
                    <a:pt x="18161" y="66039"/>
                  </a:lnTo>
                  <a:lnTo>
                    <a:pt x="5334" y="95250"/>
                  </a:lnTo>
                  <a:lnTo>
                    <a:pt x="2794" y="104139"/>
                  </a:lnTo>
                  <a:lnTo>
                    <a:pt x="2539" y="105410"/>
                  </a:lnTo>
                  <a:lnTo>
                    <a:pt x="120" y="130810"/>
                  </a:lnTo>
                  <a:lnTo>
                    <a:pt x="0" y="134619"/>
                  </a:lnTo>
                  <a:lnTo>
                    <a:pt x="1143" y="146050"/>
                  </a:lnTo>
                  <a:lnTo>
                    <a:pt x="12953" y="184150"/>
                  </a:lnTo>
                  <a:lnTo>
                    <a:pt x="33782" y="204469"/>
                  </a:lnTo>
                  <a:lnTo>
                    <a:pt x="34925" y="205739"/>
                  </a:lnTo>
                  <a:lnTo>
                    <a:pt x="47625" y="214629"/>
                  </a:lnTo>
                  <a:lnTo>
                    <a:pt x="48260" y="214629"/>
                  </a:lnTo>
                  <a:lnTo>
                    <a:pt x="66294" y="224789"/>
                  </a:lnTo>
                  <a:lnTo>
                    <a:pt x="66928" y="224789"/>
                  </a:lnTo>
                  <a:lnTo>
                    <a:pt x="85978" y="233679"/>
                  </a:lnTo>
                  <a:lnTo>
                    <a:pt x="87249" y="234950"/>
                  </a:lnTo>
                  <a:lnTo>
                    <a:pt x="104901" y="240029"/>
                  </a:lnTo>
                  <a:lnTo>
                    <a:pt x="123444" y="243839"/>
                  </a:lnTo>
                  <a:lnTo>
                    <a:pt x="123825" y="243839"/>
                  </a:lnTo>
                  <a:lnTo>
                    <a:pt x="142112" y="247650"/>
                  </a:lnTo>
                  <a:lnTo>
                    <a:pt x="142875" y="247650"/>
                  </a:lnTo>
                  <a:lnTo>
                    <a:pt x="161544" y="250189"/>
                  </a:lnTo>
                  <a:lnTo>
                    <a:pt x="204088" y="250189"/>
                  </a:lnTo>
                  <a:lnTo>
                    <a:pt x="232537" y="248919"/>
                  </a:lnTo>
                  <a:lnTo>
                    <a:pt x="233172" y="248919"/>
                  </a:lnTo>
                  <a:lnTo>
                    <a:pt x="256539" y="246379"/>
                  </a:lnTo>
                  <a:lnTo>
                    <a:pt x="279400" y="242569"/>
                  </a:lnTo>
                  <a:lnTo>
                    <a:pt x="305943" y="237489"/>
                  </a:lnTo>
                  <a:lnTo>
                    <a:pt x="317277" y="233679"/>
                  </a:lnTo>
                  <a:lnTo>
                    <a:pt x="183007" y="233679"/>
                  </a:lnTo>
                  <a:lnTo>
                    <a:pt x="162940" y="232409"/>
                  </a:lnTo>
                  <a:lnTo>
                    <a:pt x="163575" y="232409"/>
                  </a:lnTo>
                  <a:lnTo>
                    <a:pt x="144907" y="229869"/>
                  </a:lnTo>
                  <a:lnTo>
                    <a:pt x="145541" y="229869"/>
                  </a:lnTo>
                  <a:lnTo>
                    <a:pt x="133349" y="227329"/>
                  </a:lnTo>
                  <a:lnTo>
                    <a:pt x="127635" y="227329"/>
                  </a:lnTo>
                  <a:lnTo>
                    <a:pt x="109600" y="222250"/>
                  </a:lnTo>
                  <a:lnTo>
                    <a:pt x="110109" y="222250"/>
                  </a:lnTo>
                  <a:lnTo>
                    <a:pt x="92456" y="217169"/>
                  </a:lnTo>
                  <a:lnTo>
                    <a:pt x="93725" y="217169"/>
                  </a:lnTo>
                  <a:lnTo>
                    <a:pt x="74675" y="208279"/>
                  </a:lnTo>
                  <a:lnTo>
                    <a:pt x="75184" y="208279"/>
                  </a:lnTo>
                  <a:lnTo>
                    <a:pt x="59515" y="199389"/>
                  </a:lnTo>
                  <a:lnTo>
                    <a:pt x="57912" y="199389"/>
                  </a:lnTo>
                  <a:lnTo>
                    <a:pt x="47135" y="191769"/>
                  </a:lnTo>
                  <a:lnTo>
                    <a:pt x="46482" y="191769"/>
                  </a:lnTo>
                  <a:lnTo>
                    <a:pt x="28257" y="173989"/>
                  </a:lnTo>
                  <a:lnTo>
                    <a:pt x="27559" y="173989"/>
                  </a:lnTo>
                  <a:lnTo>
                    <a:pt x="25653" y="171450"/>
                  </a:lnTo>
                  <a:lnTo>
                    <a:pt x="26384" y="171450"/>
                  </a:lnTo>
                  <a:lnTo>
                    <a:pt x="24034" y="166369"/>
                  </a:lnTo>
                  <a:lnTo>
                    <a:pt x="23622" y="166369"/>
                  </a:lnTo>
                  <a:lnTo>
                    <a:pt x="22860" y="163829"/>
                  </a:lnTo>
                  <a:lnTo>
                    <a:pt x="23142" y="163829"/>
                  </a:lnTo>
                  <a:lnTo>
                    <a:pt x="19303" y="143509"/>
                  </a:lnTo>
                  <a:lnTo>
                    <a:pt x="19431" y="143509"/>
                  </a:lnTo>
                  <a:lnTo>
                    <a:pt x="18640" y="134619"/>
                  </a:lnTo>
                  <a:lnTo>
                    <a:pt x="18414" y="134619"/>
                  </a:lnTo>
                  <a:lnTo>
                    <a:pt x="18414" y="132079"/>
                  </a:lnTo>
                  <a:lnTo>
                    <a:pt x="18656" y="132079"/>
                  </a:lnTo>
                  <a:lnTo>
                    <a:pt x="20834" y="109219"/>
                  </a:lnTo>
                  <a:lnTo>
                    <a:pt x="20700" y="109219"/>
                  </a:lnTo>
                  <a:lnTo>
                    <a:pt x="20955" y="107950"/>
                  </a:lnTo>
                  <a:lnTo>
                    <a:pt x="22923" y="100329"/>
                  </a:lnTo>
                  <a:lnTo>
                    <a:pt x="23240" y="99060"/>
                  </a:lnTo>
                  <a:lnTo>
                    <a:pt x="29337" y="83819"/>
                  </a:lnTo>
                  <a:lnTo>
                    <a:pt x="28828" y="83819"/>
                  </a:lnTo>
                  <a:lnTo>
                    <a:pt x="33147" y="76200"/>
                  </a:lnTo>
                  <a:lnTo>
                    <a:pt x="34144" y="76200"/>
                  </a:lnTo>
                  <a:lnTo>
                    <a:pt x="47751" y="60960"/>
                  </a:lnTo>
                  <a:lnTo>
                    <a:pt x="46989" y="60960"/>
                  </a:lnTo>
                  <a:lnTo>
                    <a:pt x="56007" y="53339"/>
                  </a:lnTo>
                  <a:lnTo>
                    <a:pt x="56787" y="53339"/>
                  </a:lnTo>
                  <a:lnTo>
                    <a:pt x="80137" y="36829"/>
                  </a:lnTo>
                  <a:lnTo>
                    <a:pt x="81788" y="36829"/>
                  </a:lnTo>
                  <a:lnTo>
                    <a:pt x="89788" y="33019"/>
                  </a:lnTo>
                  <a:lnTo>
                    <a:pt x="89026" y="33019"/>
                  </a:lnTo>
                  <a:lnTo>
                    <a:pt x="111251" y="25400"/>
                  </a:lnTo>
                  <a:lnTo>
                    <a:pt x="110744" y="25400"/>
                  </a:lnTo>
                  <a:lnTo>
                    <a:pt x="121920" y="21589"/>
                  </a:lnTo>
                  <a:close/>
                </a:path>
                <a:path w="391795" h="250189">
                  <a:moveTo>
                    <a:pt x="330200" y="209550"/>
                  </a:moveTo>
                  <a:lnTo>
                    <a:pt x="299974" y="219709"/>
                  </a:lnTo>
                  <a:lnTo>
                    <a:pt x="300989" y="219709"/>
                  </a:lnTo>
                  <a:lnTo>
                    <a:pt x="276225" y="224789"/>
                  </a:lnTo>
                  <a:lnTo>
                    <a:pt x="276860" y="224789"/>
                  </a:lnTo>
                  <a:lnTo>
                    <a:pt x="254126" y="228600"/>
                  </a:lnTo>
                  <a:lnTo>
                    <a:pt x="254381" y="228600"/>
                  </a:lnTo>
                  <a:lnTo>
                    <a:pt x="230886" y="231139"/>
                  </a:lnTo>
                  <a:lnTo>
                    <a:pt x="231394" y="231139"/>
                  </a:lnTo>
                  <a:lnTo>
                    <a:pt x="203073" y="233679"/>
                  </a:lnTo>
                  <a:lnTo>
                    <a:pt x="317277" y="233679"/>
                  </a:lnTo>
                  <a:lnTo>
                    <a:pt x="336169" y="227329"/>
                  </a:lnTo>
                  <a:lnTo>
                    <a:pt x="337312" y="226059"/>
                  </a:lnTo>
                  <a:lnTo>
                    <a:pt x="349631" y="219709"/>
                  </a:lnTo>
                  <a:lnTo>
                    <a:pt x="351789" y="218439"/>
                  </a:lnTo>
                  <a:lnTo>
                    <a:pt x="360019" y="210819"/>
                  </a:lnTo>
                  <a:lnTo>
                    <a:pt x="328802" y="210819"/>
                  </a:lnTo>
                  <a:lnTo>
                    <a:pt x="330200" y="209550"/>
                  </a:lnTo>
                  <a:close/>
                </a:path>
                <a:path w="391795" h="250189">
                  <a:moveTo>
                    <a:pt x="127253" y="226059"/>
                  </a:moveTo>
                  <a:lnTo>
                    <a:pt x="127635" y="227329"/>
                  </a:lnTo>
                  <a:lnTo>
                    <a:pt x="133349" y="227329"/>
                  </a:lnTo>
                  <a:lnTo>
                    <a:pt x="127253" y="226059"/>
                  </a:lnTo>
                  <a:close/>
                </a:path>
                <a:path w="391795" h="250189">
                  <a:moveTo>
                    <a:pt x="339580" y="204013"/>
                  </a:moveTo>
                  <a:lnTo>
                    <a:pt x="328802" y="210819"/>
                  </a:lnTo>
                  <a:lnTo>
                    <a:pt x="360019" y="210819"/>
                  </a:lnTo>
                  <a:lnTo>
                    <a:pt x="366877" y="204469"/>
                  </a:lnTo>
                  <a:lnTo>
                    <a:pt x="339089" y="204469"/>
                  </a:lnTo>
                  <a:lnTo>
                    <a:pt x="339580" y="204013"/>
                  </a:lnTo>
                  <a:close/>
                </a:path>
                <a:path w="391795" h="250189">
                  <a:moveTo>
                    <a:pt x="340868" y="203200"/>
                  </a:moveTo>
                  <a:lnTo>
                    <a:pt x="339580" y="204013"/>
                  </a:lnTo>
                  <a:lnTo>
                    <a:pt x="339089" y="204469"/>
                  </a:lnTo>
                  <a:lnTo>
                    <a:pt x="340868" y="203200"/>
                  </a:lnTo>
                  <a:close/>
                </a:path>
                <a:path w="391795" h="250189">
                  <a:moveTo>
                    <a:pt x="368249" y="203200"/>
                  </a:moveTo>
                  <a:lnTo>
                    <a:pt x="340868" y="203200"/>
                  </a:lnTo>
                  <a:lnTo>
                    <a:pt x="339089" y="204469"/>
                  </a:lnTo>
                  <a:lnTo>
                    <a:pt x="366877" y="204469"/>
                  </a:lnTo>
                  <a:lnTo>
                    <a:pt x="368249" y="203200"/>
                  </a:lnTo>
                  <a:close/>
                </a:path>
                <a:path w="391795" h="250189">
                  <a:moveTo>
                    <a:pt x="359537" y="185419"/>
                  </a:moveTo>
                  <a:lnTo>
                    <a:pt x="339580" y="204013"/>
                  </a:lnTo>
                  <a:lnTo>
                    <a:pt x="340868" y="203200"/>
                  </a:lnTo>
                  <a:lnTo>
                    <a:pt x="368249" y="203200"/>
                  </a:lnTo>
                  <a:lnTo>
                    <a:pt x="372363" y="199389"/>
                  </a:lnTo>
                  <a:lnTo>
                    <a:pt x="373634" y="198119"/>
                  </a:lnTo>
                  <a:lnTo>
                    <a:pt x="381000" y="189229"/>
                  </a:lnTo>
                  <a:lnTo>
                    <a:pt x="381635" y="187959"/>
                  </a:lnTo>
                  <a:lnTo>
                    <a:pt x="358139" y="187959"/>
                  </a:lnTo>
                  <a:lnTo>
                    <a:pt x="359537" y="185419"/>
                  </a:lnTo>
                  <a:close/>
                </a:path>
                <a:path w="391795" h="250189">
                  <a:moveTo>
                    <a:pt x="57276" y="198119"/>
                  </a:moveTo>
                  <a:lnTo>
                    <a:pt x="57912" y="199389"/>
                  </a:lnTo>
                  <a:lnTo>
                    <a:pt x="59515" y="199389"/>
                  </a:lnTo>
                  <a:lnTo>
                    <a:pt x="57276" y="198119"/>
                  </a:lnTo>
                  <a:close/>
                </a:path>
                <a:path w="391795" h="250189">
                  <a:moveTo>
                    <a:pt x="45338" y="190500"/>
                  </a:moveTo>
                  <a:lnTo>
                    <a:pt x="46482" y="191769"/>
                  </a:lnTo>
                  <a:lnTo>
                    <a:pt x="47135" y="191769"/>
                  </a:lnTo>
                  <a:lnTo>
                    <a:pt x="45338" y="190500"/>
                  </a:lnTo>
                  <a:close/>
                </a:path>
                <a:path w="391795" h="250189">
                  <a:moveTo>
                    <a:pt x="364504" y="178702"/>
                  </a:moveTo>
                  <a:lnTo>
                    <a:pt x="358139" y="187959"/>
                  </a:lnTo>
                  <a:lnTo>
                    <a:pt x="381635" y="187959"/>
                  </a:lnTo>
                  <a:lnTo>
                    <a:pt x="382270" y="186689"/>
                  </a:lnTo>
                  <a:lnTo>
                    <a:pt x="384356" y="180339"/>
                  </a:lnTo>
                  <a:lnTo>
                    <a:pt x="363982" y="180339"/>
                  </a:lnTo>
                  <a:lnTo>
                    <a:pt x="364504" y="178702"/>
                  </a:lnTo>
                  <a:close/>
                </a:path>
                <a:path w="391795" h="250189">
                  <a:moveTo>
                    <a:pt x="365125" y="177800"/>
                  </a:moveTo>
                  <a:lnTo>
                    <a:pt x="364504" y="178702"/>
                  </a:lnTo>
                  <a:lnTo>
                    <a:pt x="363982" y="180339"/>
                  </a:lnTo>
                  <a:lnTo>
                    <a:pt x="365125" y="177800"/>
                  </a:lnTo>
                  <a:close/>
                </a:path>
                <a:path w="391795" h="250189">
                  <a:moveTo>
                    <a:pt x="385191" y="177800"/>
                  </a:moveTo>
                  <a:lnTo>
                    <a:pt x="365125" y="177800"/>
                  </a:lnTo>
                  <a:lnTo>
                    <a:pt x="363982" y="180339"/>
                  </a:lnTo>
                  <a:lnTo>
                    <a:pt x="384356" y="180339"/>
                  </a:lnTo>
                  <a:lnTo>
                    <a:pt x="385191" y="177800"/>
                  </a:lnTo>
                  <a:close/>
                </a:path>
                <a:path w="391795" h="250189">
                  <a:moveTo>
                    <a:pt x="371504" y="156763"/>
                  </a:moveTo>
                  <a:lnTo>
                    <a:pt x="364504" y="178702"/>
                  </a:lnTo>
                  <a:lnTo>
                    <a:pt x="365125" y="177800"/>
                  </a:lnTo>
                  <a:lnTo>
                    <a:pt x="385191" y="177800"/>
                  </a:lnTo>
                  <a:lnTo>
                    <a:pt x="391033" y="160019"/>
                  </a:lnTo>
                  <a:lnTo>
                    <a:pt x="372237" y="160019"/>
                  </a:lnTo>
                  <a:lnTo>
                    <a:pt x="371504" y="156763"/>
                  </a:lnTo>
                  <a:close/>
                </a:path>
                <a:path w="391795" h="250189">
                  <a:moveTo>
                    <a:pt x="25653" y="171450"/>
                  </a:moveTo>
                  <a:lnTo>
                    <a:pt x="27559" y="173989"/>
                  </a:lnTo>
                  <a:lnTo>
                    <a:pt x="26984" y="172748"/>
                  </a:lnTo>
                  <a:lnTo>
                    <a:pt x="25653" y="171450"/>
                  </a:lnTo>
                  <a:close/>
                </a:path>
                <a:path w="391795" h="250189">
                  <a:moveTo>
                    <a:pt x="26984" y="172748"/>
                  </a:moveTo>
                  <a:lnTo>
                    <a:pt x="27559" y="173989"/>
                  </a:lnTo>
                  <a:lnTo>
                    <a:pt x="28257" y="173989"/>
                  </a:lnTo>
                  <a:lnTo>
                    <a:pt x="26984" y="172748"/>
                  </a:lnTo>
                  <a:close/>
                </a:path>
                <a:path w="391795" h="250189">
                  <a:moveTo>
                    <a:pt x="26384" y="171450"/>
                  </a:moveTo>
                  <a:lnTo>
                    <a:pt x="25653" y="171450"/>
                  </a:lnTo>
                  <a:lnTo>
                    <a:pt x="26984" y="172748"/>
                  </a:lnTo>
                  <a:lnTo>
                    <a:pt x="26384" y="171450"/>
                  </a:lnTo>
                  <a:close/>
                </a:path>
                <a:path w="391795" h="250189">
                  <a:moveTo>
                    <a:pt x="22860" y="163829"/>
                  </a:moveTo>
                  <a:lnTo>
                    <a:pt x="23622" y="166369"/>
                  </a:lnTo>
                  <a:lnTo>
                    <a:pt x="23337" y="164861"/>
                  </a:lnTo>
                  <a:lnTo>
                    <a:pt x="22860" y="163829"/>
                  </a:lnTo>
                  <a:close/>
                </a:path>
                <a:path w="391795" h="250189">
                  <a:moveTo>
                    <a:pt x="23337" y="164861"/>
                  </a:moveTo>
                  <a:lnTo>
                    <a:pt x="23622" y="166369"/>
                  </a:lnTo>
                  <a:lnTo>
                    <a:pt x="24034" y="166369"/>
                  </a:lnTo>
                  <a:lnTo>
                    <a:pt x="23337" y="164861"/>
                  </a:lnTo>
                  <a:close/>
                </a:path>
                <a:path w="391795" h="250189">
                  <a:moveTo>
                    <a:pt x="23142" y="163829"/>
                  </a:moveTo>
                  <a:lnTo>
                    <a:pt x="22860" y="163829"/>
                  </a:lnTo>
                  <a:lnTo>
                    <a:pt x="23337" y="164861"/>
                  </a:lnTo>
                  <a:lnTo>
                    <a:pt x="23142" y="163829"/>
                  </a:lnTo>
                  <a:close/>
                </a:path>
                <a:path w="391795" h="250189">
                  <a:moveTo>
                    <a:pt x="372490" y="153669"/>
                  </a:moveTo>
                  <a:lnTo>
                    <a:pt x="371504" y="156763"/>
                  </a:lnTo>
                  <a:lnTo>
                    <a:pt x="372237" y="160019"/>
                  </a:lnTo>
                  <a:lnTo>
                    <a:pt x="372490" y="153669"/>
                  </a:lnTo>
                  <a:close/>
                </a:path>
                <a:path w="391795" h="250189">
                  <a:moveTo>
                    <a:pt x="391160" y="153669"/>
                  </a:moveTo>
                  <a:lnTo>
                    <a:pt x="372490" y="153669"/>
                  </a:lnTo>
                  <a:lnTo>
                    <a:pt x="372237" y="160019"/>
                  </a:lnTo>
                  <a:lnTo>
                    <a:pt x="391033" y="160019"/>
                  </a:lnTo>
                  <a:lnTo>
                    <a:pt x="391413" y="154939"/>
                  </a:lnTo>
                  <a:lnTo>
                    <a:pt x="391160" y="153669"/>
                  </a:lnTo>
                  <a:close/>
                </a:path>
                <a:path w="391795" h="250189">
                  <a:moveTo>
                    <a:pt x="369950" y="149859"/>
                  </a:moveTo>
                  <a:lnTo>
                    <a:pt x="371504" y="156763"/>
                  </a:lnTo>
                  <a:lnTo>
                    <a:pt x="372490" y="153669"/>
                  </a:lnTo>
                  <a:lnTo>
                    <a:pt x="391160" y="153669"/>
                  </a:lnTo>
                  <a:lnTo>
                    <a:pt x="390651" y="151129"/>
                  </a:lnTo>
                  <a:lnTo>
                    <a:pt x="370586" y="151129"/>
                  </a:lnTo>
                  <a:lnTo>
                    <a:pt x="369950" y="149859"/>
                  </a:lnTo>
                  <a:close/>
                </a:path>
                <a:path w="391795" h="250189">
                  <a:moveTo>
                    <a:pt x="362117" y="132045"/>
                  </a:moveTo>
                  <a:lnTo>
                    <a:pt x="370586" y="151129"/>
                  </a:lnTo>
                  <a:lnTo>
                    <a:pt x="390651" y="151129"/>
                  </a:lnTo>
                  <a:lnTo>
                    <a:pt x="389382" y="144779"/>
                  </a:lnTo>
                  <a:lnTo>
                    <a:pt x="388747" y="143509"/>
                  </a:lnTo>
                  <a:lnTo>
                    <a:pt x="384238" y="133350"/>
                  </a:lnTo>
                  <a:lnTo>
                    <a:pt x="363347" y="133350"/>
                  </a:lnTo>
                  <a:lnTo>
                    <a:pt x="362117" y="132045"/>
                  </a:lnTo>
                  <a:close/>
                </a:path>
                <a:path w="391795" h="250189">
                  <a:moveTo>
                    <a:pt x="18531" y="133393"/>
                  </a:moveTo>
                  <a:lnTo>
                    <a:pt x="18414" y="134619"/>
                  </a:lnTo>
                  <a:lnTo>
                    <a:pt x="18640" y="134619"/>
                  </a:lnTo>
                  <a:lnTo>
                    <a:pt x="18531" y="133393"/>
                  </a:lnTo>
                  <a:close/>
                </a:path>
                <a:path w="391795" h="250189">
                  <a:moveTo>
                    <a:pt x="18656" y="132079"/>
                  </a:moveTo>
                  <a:lnTo>
                    <a:pt x="18414" y="132079"/>
                  </a:lnTo>
                  <a:lnTo>
                    <a:pt x="18531" y="133393"/>
                  </a:lnTo>
                  <a:lnTo>
                    <a:pt x="18656" y="132079"/>
                  </a:lnTo>
                  <a:close/>
                </a:path>
                <a:path w="391795" h="250189">
                  <a:moveTo>
                    <a:pt x="361569" y="130810"/>
                  </a:moveTo>
                  <a:lnTo>
                    <a:pt x="362117" y="132045"/>
                  </a:lnTo>
                  <a:lnTo>
                    <a:pt x="363347" y="133350"/>
                  </a:lnTo>
                  <a:lnTo>
                    <a:pt x="361569" y="130810"/>
                  </a:lnTo>
                  <a:close/>
                </a:path>
                <a:path w="391795" h="250189">
                  <a:moveTo>
                    <a:pt x="383111" y="130810"/>
                  </a:moveTo>
                  <a:lnTo>
                    <a:pt x="361569" y="130810"/>
                  </a:lnTo>
                  <a:lnTo>
                    <a:pt x="363347" y="133350"/>
                  </a:lnTo>
                  <a:lnTo>
                    <a:pt x="384238" y="133350"/>
                  </a:lnTo>
                  <a:lnTo>
                    <a:pt x="383111" y="130810"/>
                  </a:lnTo>
                  <a:close/>
                </a:path>
                <a:path w="391795" h="250189">
                  <a:moveTo>
                    <a:pt x="355373" y="124892"/>
                  </a:moveTo>
                  <a:lnTo>
                    <a:pt x="362117" y="132045"/>
                  </a:lnTo>
                  <a:lnTo>
                    <a:pt x="361569" y="130810"/>
                  </a:lnTo>
                  <a:lnTo>
                    <a:pt x="383111" y="130810"/>
                  </a:lnTo>
                  <a:lnTo>
                    <a:pt x="380857" y="125729"/>
                  </a:lnTo>
                  <a:lnTo>
                    <a:pt x="356615" y="125729"/>
                  </a:lnTo>
                  <a:lnTo>
                    <a:pt x="355373" y="124892"/>
                  </a:lnTo>
                  <a:close/>
                </a:path>
                <a:path w="391795" h="250189">
                  <a:moveTo>
                    <a:pt x="354964" y="124460"/>
                  </a:moveTo>
                  <a:lnTo>
                    <a:pt x="355373" y="124892"/>
                  </a:lnTo>
                  <a:lnTo>
                    <a:pt x="356615" y="125729"/>
                  </a:lnTo>
                  <a:lnTo>
                    <a:pt x="354964" y="124460"/>
                  </a:lnTo>
                  <a:close/>
                </a:path>
                <a:path w="391795" h="250189">
                  <a:moveTo>
                    <a:pt x="380293" y="124460"/>
                  </a:moveTo>
                  <a:lnTo>
                    <a:pt x="354964" y="124460"/>
                  </a:lnTo>
                  <a:lnTo>
                    <a:pt x="356615" y="125729"/>
                  </a:lnTo>
                  <a:lnTo>
                    <a:pt x="380857" y="125729"/>
                  </a:lnTo>
                  <a:lnTo>
                    <a:pt x="380293" y="124460"/>
                  </a:lnTo>
                  <a:close/>
                </a:path>
                <a:path w="391795" h="250189">
                  <a:moveTo>
                    <a:pt x="366422" y="109219"/>
                  </a:moveTo>
                  <a:lnTo>
                    <a:pt x="332105" y="109219"/>
                  </a:lnTo>
                  <a:lnTo>
                    <a:pt x="355373" y="124892"/>
                  </a:lnTo>
                  <a:lnTo>
                    <a:pt x="354964" y="124460"/>
                  </a:lnTo>
                  <a:lnTo>
                    <a:pt x="380293" y="124460"/>
                  </a:lnTo>
                  <a:lnTo>
                    <a:pt x="379730" y="123189"/>
                  </a:lnTo>
                  <a:lnTo>
                    <a:pt x="377951" y="120650"/>
                  </a:lnTo>
                  <a:lnTo>
                    <a:pt x="369697" y="111760"/>
                  </a:lnTo>
                  <a:lnTo>
                    <a:pt x="368173" y="110489"/>
                  </a:lnTo>
                  <a:lnTo>
                    <a:pt x="366422" y="109219"/>
                  </a:lnTo>
                  <a:close/>
                </a:path>
                <a:path w="391795" h="250189">
                  <a:moveTo>
                    <a:pt x="311926" y="77469"/>
                  </a:moveTo>
                  <a:lnTo>
                    <a:pt x="192532" y="77469"/>
                  </a:lnTo>
                  <a:lnTo>
                    <a:pt x="226313" y="81279"/>
                  </a:lnTo>
                  <a:lnTo>
                    <a:pt x="245872" y="82550"/>
                  </a:lnTo>
                  <a:lnTo>
                    <a:pt x="245618" y="82550"/>
                  </a:lnTo>
                  <a:lnTo>
                    <a:pt x="265049" y="85089"/>
                  </a:lnTo>
                  <a:lnTo>
                    <a:pt x="264160" y="85089"/>
                  </a:lnTo>
                  <a:lnTo>
                    <a:pt x="294259" y="91439"/>
                  </a:lnTo>
                  <a:lnTo>
                    <a:pt x="292481" y="91439"/>
                  </a:lnTo>
                  <a:lnTo>
                    <a:pt x="318388" y="102869"/>
                  </a:lnTo>
                  <a:lnTo>
                    <a:pt x="318008" y="102869"/>
                  </a:lnTo>
                  <a:lnTo>
                    <a:pt x="333501" y="110489"/>
                  </a:lnTo>
                  <a:lnTo>
                    <a:pt x="332105" y="109219"/>
                  </a:lnTo>
                  <a:lnTo>
                    <a:pt x="366422" y="109219"/>
                  </a:lnTo>
                  <a:lnTo>
                    <a:pt x="343662" y="92710"/>
                  </a:lnTo>
                  <a:lnTo>
                    <a:pt x="342264" y="91439"/>
                  </a:lnTo>
                  <a:lnTo>
                    <a:pt x="326771" y="83819"/>
                  </a:lnTo>
                  <a:lnTo>
                    <a:pt x="326389" y="83819"/>
                  </a:lnTo>
                  <a:lnTo>
                    <a:pt x="311926" y="77469"/>
                  </a:lnTo>
                  <a:close/>
                </a:path>
                <a:path w="391795" h="250189">
                  <a:moveTo>
                    <a:pt x="20955" y="107950"/>
                  </a:moveTo>
                  <a:lnTo>
                    <a:pt x="20700" y="109219"/>
                  </a:lnTo>
                  <a:lnTo>
                    <a:pt x="20915" y="108360"/>
                  </a:lnTo>
                  <a:lnTo>
                    <a:pt x="20955" y="107950"/>
                  </a:lnTo>
                  <a:close/>
                </a:path>
                <a:path w="391795" h="250189">
                  <a:moveTo>
                    <a:pt x="20915" y="108360"/>
                  </a:moveTo>
                  <a:lnTo>
                    <a:pt x="20700" y="109219"/>
                  </a:lnTo>
                  <a:lnTo>
                    <a:pt x="20834" y="109219"/>
                  </a:lnTo>
                  <a:lnTo>
                    <a:pt x="20915" y="108360"/>
                  </a:lnTo>
                  <a:close/>
                </a:path>
                <a:path w="391795" h="250189">
                  <a:moveTo>
                    <a:pt x="21018" y="107950"/>
                  </a:moveTo>
                  <a:lnTo>
                    <a:pt x="20915" y="108360"/>
                  </a:lnTo>
                  <a:lnTo>
                    <a:pt x="21018" y="107950"/>
                  </a:lnTo>
                  <a:close/>
                </a:path>
                <a:path w="391795" h="250189">
                  <a:moveTo>
                    <a:pt x="23240" y="99060"/>
                  </a:moveTo>
                  <a:lnTo>
                    <a:pt x="22860" y="100329"/>
                  </a:lnTo>
                  <a:lnTo>
                    <a:pt x="23035" y="99883"/>
                  </a:lnTo>
                  <a:lnTo>
                    <a:pt x="23240" y="99060"/>
                  </a:lnTo>
                  <a:close/>
                </a:path>
                <a:path w="391795" h="250189">
                  <a:moveTo>
                    <a:pt x="23035" y="99883"/>
                  </a:moveTo>
                  <a:lnTo>
                    <a:pt x="22860" y="100329"/>
                  </a:lnTo>
                  <a:lnTo>
                    <a:pt x="23035" y="99883"/>
                  </a:lnTo>
                  <a:close/>
                </a:path>
                <a:path w="391795" h="250189">
                  <a:moveTo>
                    <a:pt x="23358" y="99060"/>
                  </a:moveTo>
                  <a:lnTo>
                    <a:pt x="23035" y="99883"/>
                  </a:lnTo>
                  <a:lnTo>
                    <a:pt x="23358" y="99060"/>
                  </a:lnTo>
                  <a:close/>
                </a:path>
                <a:path w="391795" h="250189">
                  <a:moveTo>
                    <a:pt x="194310" y="59689"/>
                  </a:moveTo>
                  <a:lnTo>
                    <a:pt x="193166" y="59689"/>
                  </a:lnTo>
                  <a:lnTo>
                    <a:pt x="172593" y="60960"/>
                  </a:lnTo>
                  <a:lnTo>
                    <a:pt x="172212" y="60960"/>
                  </a:lnTo>
                  <a:lnTo>
                    <a:pt x="155321" y="62229"/>
                  </a:lnTo>
                  <a:lnTo>
                    <a:pt x="154432" y="62229"/>
                  </a:lnTo>
                  <a:lnTo>
                    <a:pt x="145414" y="64769"/>
                  </a:lnTo>
                  <a:lnTo>
                    <a:pt x="135889" y="68579"/>
                  </a:lnTo>
                  <a:lnTo>
                    <a:pt x="131952" y="69850"/>
                  </a:lnTo>
                  <a:lnTo>
                    <a:pt x="129794" y="73660"/>
                  </a:lnTo>
                  <a:lnTo>
                    <a:pt x="131190" y="77469"/>
                  </a:lnTo>
                  <a:lnTo>
                    <a:pt x="132461" y="81279"/>
                  </a:lnTo>
                  <a:lnTo>
                    <a:pt x="136651" y="83819"/>
                  </a:lnTo>
                  <a:lnTo>
                    <a:pt x="140715" y="82550"/>
                  </a:lnTo>
                  <a:lnTo>
                    <a:pt x="150495" y="80010"/>
                  </a:lnTo>
                  <a:lnTo>
                    <a:pt x="149351" y="80010"/>
                  </a:lnTo>
                  <a:lnTo>
                    <a:pt x="157352" y="78739"/>
                  </a:lnTo>
                  <a:lnTo>
                    <a:pt x="156590" y="78739"/>
                  </a:lnTo>
                  <a:lnTo>
                    <a:pt x="173609" y="77469"/>
                  </a:lnTo>
                  <a:lnTo>
                    <a:pt x="311926" y="77469"/>
                  </a:lnTo>
                  <a:lnTo>
                    <a:pt x="300355" y="72389"/>
                  </a:lnTo>
                  <a:lnTo>
                    <a:pt x="298450" y="72389"/>
                  </a:lnTo>
                  <a:lnTo>
                    <a:pt x="268224" y="66039"/>
                  </a:lnTo>
                  <a:lnTo>
                    <a:pt x="267208" y="66039"/>
                  </a:lnTo>
                  <a:lnTo>
                    <a:pt x="247650" y="63500"/>
                  </a:lnTo>
                  <a:lnTo>
                    <a:pt x="228219" y="63500"/>
                  </a:lnTo>
                  <a:lnTo>
                    <a:pt x="194310" y="59689"/>
                  </a:lnTo>
                  <a:close/>
                </a:path>
                <a:path w="391795" h="250189">
                  <a:moveTo>
                    <a:pt x="34144" y="76200"/>
                  </a:moveTo>
                  <a:lnTo>
                    <a:pt x="33147" y="76200"/>
                  </a:lnTo>
                  <a:lnTo>
                    <a:pt x="31876" y="78739"/>
                  </a:lnTo>
                  <a:lnTo>
                    <a:pt x="34144" y="76200"/>
                  </a:lnTo>
                  <a:close/>
                </a:path>
                <a:path w="391795" h="250189">
                  <a:moveTo>
                    <a:pt x="56787" y="53339"/>
                  </a:moveTo>
                  <a:lnTo>
                    <a:pt x="56007" y="53339"/>
                  </a:lnTo>
                  <a:lnTo>
                    <a:pt x="54990" y="54610"/>
                  </a:lnTo>
                  <a:lnTo>
                    <a:pt x="56787" y="53339"/>
                  </a:lnTo>
                  <a:close/>
                </a:path>
                <a:path w="391795" h="250189">
                  <a:moveTo>
                    <a:pt x="245019" y="41002"/>
                  </a:moveTo>
                  <a:lnTo>
                    <a:pt x="245237" y="43179"/>
                  </a:lnTo>
                  <a:lnTo>
                    <a:pt x="247776" y="45719"/>
                  </a:lnTo>
                  <a:lnTo>
                    <a:pt x="253746" y="45719"/>
                  </a:lnTo>
                  <a:lnTo>
                    <a:pt x="256159" y="43179"/>
                  </a:lnTo>
                  <a:lnTo>
                    <a:pt x="247396" y="43179"/>
                  </a:lnTo>
                  <a:lnTo>
                    <a:pt x="246729" y="41910"/>
                  </a:lnTo>
                  <a:lnTo>
                    <a:pt x="246125" y="41910"/>
                  </a:lnTo>
                  <a:lnTo>
                    <a:pt x="245019" y="41002"/>
                  </a:lnTo>
                  <a:close/>
                </a:path>
                <a:path w="391795" h="250189">
                  <a:moveTo>
                    <a:pt x="256794" y="38100"/>
                  </a:moveTo>
                  <a:lnTo>
                    <a:pt x="244728" y="38100"/>
                  </a:lnTo>
                  <a:lnTo>
                    <a:pt x="246729" y="41910"/>
                  </a:lnTo>
                  <a:lnTo>
                    <a:pt x="247396" y="43179"/>
                  </a:lnTo>
                  <a:lnTo>
                    <a:pt x="254126" y="43179"/>
                  </a:lnTo>
                  <a:lnTo>
                    <a:pt x="254762" y="41910"/>
                  </a:lnTo>
                  <a:lnTo>
                    <a:pt x="256794" y="38100"/>
                  </a:lnTo>
                  <a:close/>
                </a:path>
                <a:path w="391795" h="250189">
                  <a:moveTo>
                    <a:pt x="256525" y="40734"/>
                  </a:moveTo>
                  <a:lnTo>
                    <a:pt x="254810" y="41877"/>
                  </a:lnTo>
                  <a:lnTo>
                    <a:pt x="254126" y="43179"/>
                  </a:lnTo>
                  <a:lnTo>
                    <a:pt x="256159" y="43179"/>
                  </a:lnTo>
                  <a:lnTo>
                    <a:pt x="256525" y="40734"/>
                  </a:lnTo>
                  <a:close/>
                </a:path>
                <a:path w="391795" h="250189">
                  <a:moveTo>
                    <a:pt x="244728" y="38100"/>
                  </a:moveTo>
                  <a:lnTo>
                    <a:pt x="245019" y="41002"/>
                  </a:lnTo>
                  <a:lnTo>
                    <a:pt x="246125" y="41910"/>
                  </a:lnTo>
                  <a:lnTo>
                    <a:pt x="246729" y="41910"/>
                  </a:lnTo>
                  <a:lnTo>
                    <a:pt x="244728" y="38100"/>
                  </a:lnTo>
                  <a:close/>
                </a:path>
                <a:path w="391795" h="250189">
                  <a:moveTo>
                    <a:pt x="256794" y="38100"/>
                  </a:moveTo>
                  <a:lnTo>
                    <a:pt x="254810" y="41877"/>
                  </a:lnTo>
                  <a:lnTo>
                    <a:pt x="256525" y="40734"/>
                  </a:lnTo>
                  <a:lnTo>
                    <a:pt x="256794" y="38100"/>
                  </a:lnTo>
                  <a:close/>
                </a:path>
                <a:path w="391795" h="250189">
                  <a:moveTo>
                    <a:pt x="246634" y="22860"/>
                  </a:moveTo>
                  <a:lnTo>
                    <a:pt x="214757" y="22860"/>
                  </a:lnTo>
                  <a:lnTo>
                    <a:pt x="221234" y="25400"/>
                  </a:lnTo>
                  <a:lnTo>
                    <a:pt x="224789" y="26669"/>
                  </a:lnTo>
                  <a:lnTo>
                    <a:pt x="226187" y="26669"/>
                  </a:lnTo>
                  <a:lnTo>
                    <a:pt x="235965" y="34289"/>
                  </a:lnTo>
                  <a:lnTo>
                    <a:pt x="236093" y="34289"/>
                  </a:lnTo>
                  <a:lnTo>
                    <a:pt x="239013" y="35560"/>
                  </a:lnTo>
                  <a:lnTo>
                    <a:pt x="238378" y="35560"/>
                  </a:lnTo>
                  <a:lnTo>
                    <a:pt x="245019" y="41002"/>
                  </a:lnTo>
                  <a:lnTo>
                    <a:pt x="244728" y="38100"/>
                  </a:lnTo>
                  <a:lnTo>
                    <a:pt x="257937" y="38100"/>
                  </a:lnTo>
                  <a:lnTo>
                    <a:pt x="258063" y="36829"/>
                  </a:lnTo>
                  <a:lnTo>
                    <a:pt x="258190" y="34289"/>
                  </a:lnTo>
                  <a:lnTo>
                    <a:pt x="257301" y="31750"/>
                  </a:lnTo>
                  <a:lnTo>
                    <a:pt x="255650" y="30479"/>
                  </a:lnTo>
                  <a:lnTo>
                    <a:pt x="248031" y="24129"/>
                  </a:lnTo>
                  <a:lnTo>
                    <a:pt x="246634" y="22860"/>
                  </a:lnTo>
                  <a:close/>
                </a:path>
                <a:path w="391795" h="250189">
                  <a:moveTo>
                    <a:pt x="257937" y="38100"/>
                  </a:moveTo>
                  <a:lnTo>
                    <a:pt x="256794" y="38100"/>
                  </a:lnTo>
                  <a:lnTo>
                    <a:pt x="256525" y="40734"/>
                  </a:lnTo>
                  <a:lnTo>
                    <a:pt x="256666" y="40639"/>
                  </a:lnTo>
                  <a:lnTo>
                    <a:pt x="257810" y="39369"/>
                  </a:lnTo>
                  <a:lnTo>
                    <a:pt x="257937" y="38100"/>
                  </a:lnTo>
                  <a:close/>
                </a:path>
                <a:path w="391795" h="250189">
                  <a:moveTo>
                    <a:pt x="81788" y="36829"/>
                  </a:moveTo>
                  <a:lnTo>
                    <a:pt x="80137" y="36829"/>
                  </a:lnTo>
                  <a:lnTo>
                    <a:pt x="79121" y="38100"/>
                  </a:lnTo>
                  <a:lnTo>
                    <a:pt x="81788" y="36829"/>
                  </a:lnTo>
                  <a:close/>
                </a:path>
                <a:path w="391795" h="250189">
                  <a:moveTo>
                    <a:pt x="226187" y="26669"/>
                  </a:moveTo>
                  <a:lnTo>
                    <a:pt x="224409" y="26669"/>
                  </a:lnTo>
                  <a:lnTo>
                    <a:pt x="227711" y="27939"/>
                  </a:lnTo>
                  <a:lnTo>
                    <a:pt x="226187" y="26669"/>
                  </a:lnTo>
                  <a:close/>
                </a:path>
                <a:path w="391795" h="250189">
                  <a:moveTo>
                    <a:pt x="240030" y="17779"/>
                  </a:moveTo>
                  <a:lnTo>
                    <a:pt x="189484" y="17779"/>
                  </a:lnTo>
                  <a:lnTo>
                    <a:pt x="196596" y="19050"/>
                  </a:lnTo>
                  <a:lnTo>
                    <a:pt x="202946" y="20319"/>
                  </a:lnTo>
                  <a:lnTo>
                    <a:pt x="202184" y="20319"/>
                  </a:lnTo>
                  <a:lnTo>
                    <a:pt x="210058" y="21589"/>
                  </a:lnTo>
                  <a:lnTo>
                    <a:pt x="215137" y="24129"/>
                  </a:lnTo>
                  <a:lnTo>
                    <a:pt x="214757" y="22860"/>
                  </a:lnTo>
                  <a:lnTo>
                    <a:pt x="246634" y="22860"/>
                  </a:lnTo>
                  <a:lnTo>
                    <a:pt x="245237" y="21589"/>
                  </a:lnTo>
                  <a:lnTo>
                    <a:pt x="244856" y="21589"/>
                  </a:lnTo>
                  <a:lnTo>
                    <a:pt x="240030" y="17779"/>
                  </a:lnTo>
                  <a:close/>
                </a:path>
                <a:path w="391795" h="250189">
                  <a:moveTo>
                    <a:pt x="192024" y="1269"/>
                  </a:moveTo>
                  <a:lnTo>
                    <a:pt x="137795" y="1269"/>
                  </a:lnTo>
                  <a:lnTo>
                    <a:pt x="117983" y="5079"/>
                  </a:lnTo>
                  <a:lnTo>
                    <a:pt x="117094" y="5079"/>
                  </a:lnTo>
                  <a:lnTo>
                    <a:pt x="105790" y="7619"/>
                  </a:lnTo>
                  <a:lnTo>
                    <a:pt x="105156" y="8889"/>
                  </a:lnTo>
                  <a:lnTo>
                    <a:pt x="82803" y="16510"/>
                  </a:lnTo>
                  <a:lnTo>
                    <a:pt x="82169" y="16510"/>
                  </a:lnTo>
                  <a:lnTo>
                    <a:pt x="71374" y="21589"/>
                  </a:lnTo>
                  <a:lnTo>
                    <a:pt x="120776" y="21589"/>
                  </a:lnTo>
                  <a:lnTo>
                    <a:pt x="140588" y="19050"/>
                  </a:lnTo>
                  <a:lnTo>
                    <a:pt x="140081" y="19050"/>
                  </a:lnTo>
                  <a:lnTo>
                    <a:pt x="151130" y="17779"/>
                  </a:lnTo>
                  <a:lnTo>
                    <a:pt x="240030" y="17779"/>
                  </a:lnTo>
                  <a:lnTo>
                    <a:pt x="235203" y="13969"/>
                  </a:lnTo>
                  <a:lnTo>
                    <a:pt x="234061" y="13969"/>
                  </a:lnTo>
                  <a:lnTo>
                    <a:pt x="230886" y="11429"/>
                  </a:lnTo>
                  <a:lnTo>
                    <a:pt x="219963" y="7619"/>
                  </a:lnTo>
                  <a:lnTo>
                    <a:pt x="219710" y="7619"/>
                  </a:lnTo>
                  <a:lnTo>
                    <a:pt x="214630" y="6350"/>
                  </a:lnTo>
                  <a:lnTo>
                    <a:pt x="214502" y="6350"/>
                  </a:lnTo>
                  <a:lnTo>
                    <a:pt x="205739" y="3810"/>
                  </a:lnTo>
                  <a:lnTo>
                    <a:pt x="199262" y="2539"/>
                  </a:lnTo>
                  <a:lnTo>
                    <a:pt x="192024" y="1269"/>
                  </a:lnTo>
                  <a:close/>
                </a:path>
                <a:path w="391795" h="250189">
                  <a:moveTo>
                    <a:pt x="183514" y="0"/>
                  </a:moveTo>
                  <a:lnTo>
                    <a:pt x="149478" y="0"/>
                  </a:lnTo>
                  <a:lnTo>
                    <a:pt x="138302" y="1269"/>
                  </a:lnTo>
                  <a:lnTo>
                    <a:pt x="191388" y="1269"/>
                  </a:lnTo>
                  <a:lnTo>
                    <a:pt x="183514" y="0"/>
                  </a:lnTo>
                  <a:close/>
                </a:path>
              </a:pathLst>
            </a:custGeom>
            <a:solidFill>
              <a:srgbClr val="FF9300"/>
            </a:solidFill>
          </p:spPr>
          <p:txBody>
            <a:bodyPr wrap="square" lIns="0" tIns="0" rIns="0" bIns="0" rtlCol="0"/>
            <a:lstStyle/>
            <a:p>
              <a:endParaRPr sz="2400"/>
            </a:p>
          </p:txBody>
        </p:sp>
        <p:pic>
          <p:nvPicPr>
            <p:cNvPr id="13" name="object 13"/>
            <p:cNvPicPr/>
            <p:nvPr/>
          </p:nvPicPr>
          <p:blipFill>
            <a:blip r:embed="rId11" cstate="print"/>
            <a:stretch>
              <a:fillRect/>
            </a:stretch>
          </p:blipFill>
          <p:spPr>
            <a:xfrm>
              <a:off x="5409311" y="2343658"/>
              <a:ext cx="383028" cy="232537"/>
            </a:xfrm>
            <a:prstGeom prst="rect">
              <a:avLst/>
            </a:prstGeom>
          </p:spPr>
        </p:pic>
        <p:pic>
          <p:nvPicPr>
            <p:cNvPr id="14" name="object 14"/>
            <p:cNvPicPr/>
            <p:nvPr/>
          </p:nvPicPr>
          <p:blipFill>
            <a:blip r:embed="rId12" cstate="print"/>
            <a:stretch>
              <a:fillRect/>
            </a:stretch>
          </p:blipFill>
          <p:spPr>
            <a:xfrm>
              <a:off x="4302500" y="2862833"/>
              <a:ext cx="377554" cy="259207"/>
            </a:xfrm>
            <a:prstGeom prst="rect">
              <a:avLst/>
            </a:prstGeom>
          </p:spPr>
        </p:pic>
        <p:sp>
          <p:nvSpPr>
            <p:cNvPr id="15" name="object 15"/>
            <p:cNvSpPr/>
            <p:nvPr/>
          </p:nvSpPr>
          <p:spPr>
            <a:xfrm>
              <a:off x="4561077" y="3570223"/>
              <a:ext cx="445134" cy="261620"/>
            </a:xfrm>
            <a:custGeom>
              <a:avLst/>
              <a:gdLst/>
              <a:ahLst/>
              <a:cxnLst/>
              <a:rect l="l" t="t" r="r" b="b"/>
              <a:pathLst>
                <a:path w="445135" h="261620">
                  <a:moveTo>
                    <a:pt x="78739" y="207009"/>
                  </a:moveTo>
                  <a:lnTo>
                    <a:pt x="46989" y="207009"/>
                  </a:lnTo>
                  <a:lnTo>
                    <a:pt x="57912" y="214629"/>
                  </a:lnTo>
                  <a:lnTo>
                    <a:pt x="69469" y="222250"/>
                  </a:lnTo>
                  <a:lnTo>
                    <a:pt x="69723" y="222250"/>
                  </a:lnTo>
                  <a:lnTo>
                    <a:pt x="82296" y="229869"/>
                  </a:lnTo>
                  <a:lnTo>
                    <a:pt x="82931" y="229869"/>
                  </a:lnTo>
                  <a:lnTo>
                    <a:pt x="96647" y="236219"/>
                  </a:lnTo>
                  <a:lnTo>
                    <a:pt x="97282" y="236219"/>
                  </a:lnTo>
                  <a:lnTo>
                    <a:pt x="136525" y="250189"/>
                  </a:lnTo>
                  <a:lnTo>
                    <a:pt x="137413" y="250189"/>
                  </a:lnTo>
                  <a:lnTo>
                    <a:pt x="169799" y="257809"/>
                  </a:lnTo>
                  <a:lnTo>
                    <a:pt x="170687" y="257809"/>
                  </a:lnTo>
                  <a:lnTo>
                    <a:pt x="190881" y="260350"/>
                  </a:lnTo>
                  <a:lnTo>
                    <a:pt x="191388" y="260350"/>
                  </a:lnTo>
                  <a:lnTo>
                    <a:pt x="213360" y="261619"/>
                  </a:lnTo>
                  <a:lnTo>
                    <a:pt x="260096" y="261619"/>
                  </a:lnTo>
                  <a:lnTo>
                    <a:pt x="284988" y="259079"/>
                  </a:lnTo>
                  <a:lnTo>
                    <a:pt x="285496" y="259079"/>
                  </a:lnTo>
                  <a:lnTo>
                    <a:pt x="310388" y="255269"/>
                  </a:lnTo>
                  <a:lnTo>
                    <a:pt x="311531" y="255269"/>
                  </a:lnTo>
                  <a:lnTo>
                    <a:pt x="337185" y="247650"/>
                  </a:lnTo>
                  <a:lnTo>
                    <a:pt x="337947" y="247650"/>
                  </a:lnTo>
                  <a:lnTo>
                    <a:pt x="346546" y="243839"/>
                  </a:lnTo>
                  <a:lnTo>
                    <a:pt x="214502" y="243839"/>
                  </a:lnTo>
                  <a:lnTo>
                    <a:pt x="192532" y="242569"/>
                  </a:lnTo>
                  <a:lnTo>
                    <a:pt x="193039" y="242569"/>
                  </a:lnTo>
                  <a:lnTo>
                    <a:pt x="172847" y="240029"/>
                  </a:lnTo>
                  <a:lnTo>
                    <a:pt x="173736" y="240029"/>
                  </a:lnTo>
                  <a:lnTo>
                    <a:pt x="146748" y="233679"/>
                  </a:lnTo>
                  <a:lnTo>
                    <a:pt x="142239" y="233679"/>
                  </a:lnTo>
                  <a:lnTo>
                    <a:pt x="124587" y="227329"/>
                  </a:lnTo>
                  <a:lnTo>
                    <a:pt x="124841" y="227329"/>
                  </a:lnTo>
                  <a:lnTo>
                    <a:pt x="103632" y="219709"/>
                  </a:lnTo>
                  <a:lnTo>
                    <a:pt x="104394" y="219709"/>
                  </a:lnTo>
                  <a:lnTo>
                    <a:pt x="90677" y="213359"/>
                  </a:lnTo>
                  <a:lnTo>
                    <a:pt x="91312" y="213359"/>
                  </a:lnTo>
                  <a:lnTo>
                    <a:pt x="78739" y="207009"/>
                  </a:lnTo>
                  <a:close/>
                </a:path>
                <a:path w="445135" h="261620">
                  <a:moveTo>
                    <a:pt x="307467" y="236219"/>
                  </a:moveTo>
                  <a:lnTo>
                    <a:pt x="282575" y="241300"/>
                  </a:lnTo>
                  <a:lnTo>
                    <a:pt x="283083" y="241300"/>
                  </a:lnTo>
                  <a:lnTo>
                    <a:pt x="258318" y="243839"/>
                  </a:lnTo>
                  <a:lnTo>
                    <a:pt x="346546" y="243839"/>
                  </a:lnTo>
                  <a:lnTo>
                    <a:pt x="358013" y="238759"/>
                  </a:lnTo>
                  <a:lnTo>
                    <a:pt x="358394" y="238759"/>
                  </a:lnTo>
                  <a:lnTo>
                    <a:pt x="361188" y="237489"/>
                  </a:lnTo>
                  <a:lnTo>
                    <a:pt x="306324" y="237489"/>
                  </a:lnTo>
                  <a:lnTo>
                    <a:pt x="307467" y="236219"/>
                  </a:lnTo>
                  <a:close/>
                </a:path>
                <a:path w="445135" h="261620">
                  <a:moveTo>
                    <a:pt x="377951" y="229869"/>
                  </a:moveTo>
                  <a:lnTo>
                    <a:pt x="331850" y="229869"/>
                  </a:lnTo>
                  <a:lnTo>
                    <a:pt x="306324" y="237489"/>
                  </a:lnTo>
                  <a:lnTo>
                    <a:pt x="361188" y="237489"/>
                  </a:lnTo>
                  <a:lnTo>
                    <a:pt x="377951" y="229869"/>
                  </a:lnTo>
                  <a:close/>
                </a:path>
                <a:path w="445135" h="261620">
                  <a:moveTo>
                    <a:pt x="141350" y="232409"/>
                  </a:moveTo>
                  <a:lnTo>
                    <a:pt x="142239" y="233679"/>
                  </a:lnTo>
                  <a:lnTo>
                    <a:pt x="146748" y="233679"/>
                  </a:lnTo>
                  <a:lnTo>
                    <a:pt x="141350" y="232409"/>
                  </a:lnTo>
                  <a:close/>
                </a:path>
                <a:path w="445135" h="261620">
                  <a:moveTo>
                    <a:pt x="389255" y="201929"/>
                  </a:moveTo>
                  <a:lnTo>
                    <a:pt x="369570" y="213359"/>
                  </a:lnTo>
                  <a:lnTo>
                    <a:pt x="370332" y="213359"/>
                  </a:lnTo>
                  <a:lnTo>
                    <a:pt x="350900" y="222250"/>
                  </a:lnTo>
                  <a:lnTo>
                    <a:pt x="351282" y="222250"/>
                  </a:lnTo>
                  <a:lnTo>
                    <a:pt x="331088" y="229869"/>
                  </a:lnTo>
                  <a:lnTo>
                    <a:pt x="378713" y="229869"/>
                  </a:lnTo>
                  <a:lnTo>
                    <a:pt x="398525" y="218439"/>
                  </a:lnTo>
                  <a:lnTo>
                    <a:pt x="399796" y="218439"/>
                  </a:lnTo>
                  <a:lnTo>
                    <a:pt x="417575" y="203200"/>
                  </a:lnTo>
                  <a:lnTo>
                    <a:pt x="387985" y="203200"/>
                  </a:lnTo>
                  <a:lnTo>
                    <a:pt x="389255" y="201929"/>
                  </a:lnTo>
                  <a:close/>
                </a:path>
                <a:path w="445135" h="261620">
                  <a:moveTo>
                    <a:pt x="152273" y="1269"/>
                  </a:moveTo>
                  <a:lnTo>
                    <a:pt x="124841" y="1269"/>
                  </a:lnTo>
                  <a:lnTo>
                    <a:pt x="110489" y="2539"/>
                  </a:lnTo>
                  <a:lnTo>
                    <a:pt x="109474" y="2539"/>
                  </a:lnTo>
                  <a:lnTo>
                    <a:pt x="100711" y="5079"/>
                  </a:lnTo>
                  <a:lnTo>
                    <a:pt x="84074" y="12700"/>
                  </a:lnTo>
                  <a:lnTo>
                    <a:pt x="83693" y="13969"/>
                  </a:lnTo>
                  <a:lnTo>
                    <a:pt x="74802" y="17779"/>
                  </a:lnTo>
                  <a:lnTo>
                    <a:pt x="74422" y="17779"/>
                  </a:lnTo>
                  <a:lnTo>
                    <a:pt x="60325" y="26669"/>
                  </a:lnTo>
                  <a:lnTo>
                    <a:pt x="59436" y="26669"/>
                  </a:lnTo>
                  <a:lnTo>
                    <a:pt x="45212" y="36829"/>
                  </a:lnTo>
                  <a:lnTo>
                    <a:pt x="44196" y="38100"/>
                  </a:lnTo>
                  <a:lnTo>
                    <a:pt x="30480" y="52069"/>
                  </a:lnTo>
                  <a:lnTo>
                    <a:pt x="3301" y="92709"/>
                  </a:lnTo>
                  <a:lnTo>
                    <a:pt x="0" y="105409"/>
                  </a:lnTo>
                  <a:lnTo>
                    <a:pt x="1016" y="134619"/>
                  </a:lnTo>
                  <a:lnTo>
                    <a:pt x="1397" y="137159"/>
                  </a:lnTo>
                  <a:lnTo>
                    <a:pt x="4572" y="148589"/>
                  </a:lnTo>
                  <a:lnTo>
                    <a:pt x="5080" y="151129"/>
                  </a:lnTo>
                  <a:lnTo>
                    <a:pt x="16256" y="173989"/>
                  </a:lnTo>
                  <a:lnTo>
                    <a:pt x="17272" y="176529"/>
                  </a:lnTo>
                  <a:lnTo>
                    <a:pt x="24511" y="185419"/>
                  </a:lnTo>
                  <a:lnTo>
                    <a:pt x="25146" y="186689"/>
                  </a:lnTo>
                  <a:lnTo>
                    <a:pt x="36322" y="198119"/>
                  </a:lnTo>
                  <a:lnTo>
                    <a:pt x="37211" y="199389"/>
                  </a:lnTo>
                  <a:lnTo>
                    <a:pt x="46609" y="207009"/>
                  </a:lnTo>
                  <a:lnTo>
                    <a:pt x="78994" y="207009"/>
                  </a:lnTo>
                  <a:lnTo>
                    <a:pt x="67563" y="199389"/>
                  </a:lnTo>
                  <a:lnTo>
                    <a:pt x="68072" y="199389"/>
                  </a:lnTo>
                  <a:lnTo>
                    <a:pt x="59287" y="193039"/>
                  </a:lnTo>
                  <a:lnTo>
                    <a:pt x="57912" y="193039"/>
                  </a:lnTo>
                  <a:lnTo>
                    <a:pt x="48641" y="185419"/>
                  </a:lnTo>
                  <a:lnTo>
                    <a:pt x="49530" y="185419"/>
                  </a:lnTo>
                  <a:lnTo>
                    <a:pt x="38354" y="173989"/>
                  </a:lnTo>
                  <a:lnTo>
                    <a:pt x="38988" y="173989"/>
                  </a:lnTo>
                  <a:lnTo>
                    <a:pt x="32784" y="166369"/>
                  </a:lnTo>
                  <a:lnTo>
                    <a:pt x="31750" y="165100"/>
                  </a:lnTo>
                  <a:lnTo>
                    <a:pt x="32177" y="165100"/>
                  </a:lnTo>
                  <a:lnTo>
                    <a:pt x="22766" y="144779"/>
                  </a:lnTo>
                  <a:lnTo>
                    <a:pt x="22098" y="144779"/>
                  </a:lnTo>
                  <a:lnTo>
                    <a:pt x="19558" y="134619"/>
                  </a:lnTo>
                  <a:lnTo>
                    <a:pt x="19176" y="134619"/>
                  </a:lnTo>
                  <a:lnTo>
                    <a:pt x="18923" y="132079"/>
                  </a:lnTo>
                  <a:lnTo>
                    <a:pt x="19088" y="132079"/>
                  </a:lnTo>
                  <a:lnTo>
                    <a:pt x="18249" y="107950"/>
                  </a:lnTo>
                  <a:lnTo>
                    <a:pt x="17780" y="107950"/>
                  </a:lnTo>
                  <a:lnTo>
                    <a:pt x="18161" y="105409"/>
                  </a:lnTo>
                  <a:lnTo>
                    <a:pt x="18478" y="105409"/>
                  </a:lnTo>
                  <a:lnTo>
                    <a:pt x="20224" y="99059"/>
                  </a:lnTo>
                  <a:lnTo>
                    <a:pt x="19938" y="99059"/>
                  </a:lnTo>
                  <a:lnTo>
                    <a:pt x="20500" y="97936"/>
                  </a:lnTo>
                  <a:lnTo>
                    <a:pt x="20611" y="97789"/>
                  </a:lnTo>
                  <a:lnTo>
                    <a:pt x="30696" y="78739"/>
                  </a:lnTo>
                  <a:lnTo>
                    <a:pt x="29972" y="78739"/>
                  </a:lnTo>
                  <a:lnTo>
                    <a:pt x="43180" y="64769"/>
                  </a:lnTo>
                  <a:lnTo>
                    <a:pt x="56769" y="50800"/>
                  </a:lnTo>
                  <a:lnTo>
                    <a:pt x="55880" y="50800"/>
                  </a:lnTo>
                  <a:lnTo>
                    <a:pt x="69723" y="40639"/>
                  </a:lnTo>
                  <a:lnTo>
                    <a:pt x="68834" y="40639"/>
                  </a:lnTo>
                  <a:lnTo>
                    <a:pt x="82804" y="33019"/>
                  </a:lnTo>
                  <a:lnTo>
                    <a:pt x="82423" y="33019"/>
                  </a:lnTo>
                  <a:lnTo>
                    <a:pt x="91312" y="27939"/>
                  </a:lnTo>
                  <a:lnTo>
                    <a:pt x="90932" y="27939"/>
                  </a:lnTo>
                  <a:lnTo>
                    <a:pt x="98665" y="24397"/>
                  </a:lnTo>
                  <a:lnTo>
                    <a:pt x="97917" y="21589"/>
                  </a:lnTo>
                  <a:lnTo>
                    <a:pt x="97027" y="17779"/>
                  </a:lnTo>
                  <a:lnTo>
                    <a:pt x="98933" y="15239"/>
                  </a:lnTo>
                  <a:lnTo>
                    <a:pt x="102235" y="13969"/>
                  </a:lnTo>
                  <a:lnTo>
                    <a:pt x="118872" y="8889"/>
                  </a:lnTo>
                  <a:lnTo>
                    <a:pt x="119634" y="8889"/>
                  </a:lnTo>
                  <a:lnTo>
                    <a:pt x="130048" y="7619"/>
                  </a:lnTo>
                  <a:lnTo>
                    <a:pt x="160231" y="2940"/>
                  </a:lnTo>
                  <a:lnTo>
                    <a:pt x="158750" y="2539"/>
                  </a:lnTo>
                  <a:lnTo>
                    <a:pt x="152273" y="1269"/>
                  </a:lnTo>
                  <a:close/>
                </a:path>
                <a:path w="445135" h="261620">
                  <a:moveTo>
                    <a:pt x="410187" y="185538"/>
                  </a:moveTo>
                  <a:lnTo>
                    <a:pt x="387985" y="203200"/>
                  </a:lnTo>
                  <a:lnTo>
                    <a:pt x="417575" y="203200"/>
                  </a:lnTo>
                  <a:lnTo>
                    <a:pt x="422021" y="199389"/>
                  </a:lnTo>
                  <a:lnTo>
                    <a:pt x="423799" y="198119"/>
                  </a:lnTo>
                  <a:lnTo>
                    <a:pt x="431317" y="187959"/>
                  </a:lnTo>
                  <a:lnTo>
                    <a:pt x="408559" y="187959"/>
                  </a:lnTo>
                  <a:lnTo>
                    <a:pt x="410187" y="185538"/>
                  </a:lnTo>
                  <a:close/>
                </a:path>
                <a:path w="445135" h="261620">
                  <a:moveTo>
                    <a:pt x="57531" y="191769"/>
                  </a:moveTo>
                  <a:lnTo>
                    <a:pt x="57912" y="193039"/>
                  </a:lnTo>
                  <a:lnTo>
                    <a:pt x="59287" y="193039"/>
                  </a:lnTo>
                  <a:lnTo>
                    <a:pt x="57531" y="191769"/>
                  </a:lnTo>
                  <a:close/>
                </a:path>
                <a:path w="445135" h="261620">
                  <a:moveTo>
                    <a:pt x="410337" y="185419"/>
                  </a:moveTo>
                  <a:lnTo>
                    <a:pt x="410187" y="185538"/>
                  </a:lnTo>
                  <a:lnTo>
                    <a:pt x="408559" y="187959"/>
                  </a:lnTo>
                  <a:lnTo>
                    <a:pt x="410337" y="185419"/>
                  </a:lnTo>
                  <a:close/>
                </a:path>
                <a:path w="445135" h="261620">
                  <a:moveTo>
                    <a:pt x="433197" y="185419"/>
                  </a:moveTo>
                  <a:lnTo>
                    <a:pt x="410337" y="185419"/>
                  </a:lnTo>
                  <a:lnTo>
                    <a:pt x="408559" y="187959"/>
                  </a:lnTo>
                  <a:lnTo>
                    <a:pt x="431317" y="187959"/>
                  </a:lnTo>
                  <a:lnTo>
                    <a:pt x="433197" y="185419"/>
                  </a:lnTo>
                  <a:close/>
                </a:path>
                <a:path w="445135" h="261620">
                  <a:moveTo>
                    <a:pt x="417469" y="174714"/>
                  </a:moveTo>
                  <a:lnTo>
                    <a:pt x="410187" y="185538"/>
                  </a:lnTo>
                  <a:lnTo>
                    <a:pt x="410337" y="185419"/>
                  </a:lnTo>
                  <a:lnTo>
                    <a:pt x="433197" y="185419"/>
                  </a:lnTo>
                  <a:lnTo>
                    <a:pt x="434339" y="182879"/>
                  </a:lnTo>
                  <a:lnTo>
                    <a:pt x="436633" y="176529"/>
                  </a:lnTo>
                  <a:lnTo>
                    <a:pt x="416813" y="176529"/>
                  </a:lnTo>
                  <a:lnTo>
                    <a:pt x="417469" y="174714"/>
                  </a:lnTo>
                  <a:close/>
                </a:path>
                <a:path w="445135" h="261620">
                  <a:moveTo>
                    <a:pt x="417957" y="173989"/>
                  </a:moveTo>
                  <a:lnTo>
                    <a:pt x="417469" y="174714"/>
                  </a:lnTo>
                  <a:lnTo>
                    <a:pt x="416813" y="176529"/>
                  </a:lnTo>
                  <a:lnTo>
                    <a:pt x="417957" y="173989"/>
                  </a:lnTo>
                  <a:close/>
                </a:path>
                <a:path w="445135" h="261620">
                  <a:moveTo>
                    <a:pt x="437550" y="173989"/>
                  </a:moveTo>
                  <a:lnTo>
                    <a:pt x="417957" y="173989"/>
                  </a:lnTo>
                  <a:lnTo>
                    <a:pt x="416813" y="176529"/>
                  </a:lnTo>
                  <a:lnTo>
                    <a:pt x="436633" y="176529"/>
                  </a:lnTo>
                  <a:lnTo>
                    <a:pt x="437550" y="173989"/>
                  </a:lnTo>
                  <a:close/>
                </a:path>
                <a:path w="445135" h="261620">
                  <a:moveTo>
                    <a:pt x="424717" y="154642"/>
                  </a:moveTo>
                  <a:lnTo>
                    <a:pt x="417469" y="174714"/>
                  </a:lnTo>
                  <a:lnTo>
                    <a:pt x="417957" y="173989"/>
                  </a:lnTo>
                  <a:lnTo>
                    <a:pt x="437550" y="173989"/>
                  </a:lnTo>
                  <a:lnTo>
                    <a:pt x="442595" y="160019"/>
                  </a:lnTo>
                  <a:lnTo>
                    <a:pt x="443102" y="157479"/>
                  </a:lnTo>
                  <a:lnTo>
                    <a:pt x="443249" y="156209"/>
                  </a:lnTo>
                  <a:lnTo>
                    <a:pt x="424561" y="156209"/>
                  </a:lnTo>
                  <a:lnTo>
                    <a:pt x="424717" y="154642"/>
                  </a:lnTo>
                  <a:close/>
                </a:path>
                <a:path w="445135" h="261620">
                  <a:moveTo>
                    <a:pt x="31750" y="165100"/>
                  </a:moveTo>
                  <a:lnTo>
                    <a:pt x="32766" y="166369"/>
                  </a:lnTo>
                  <a:lnTo>
                    <a:pt x="31750" y="165100"/>
                  </a:lnTo>
                  <a:close/>
                </a:path>
                <a:path w="445135" h="261620">
                  <a:moveTo>
                    <a:pt x="32742" y="166318"/>
                  </a:moveTo>
                  <a:close/>
                </a:path>
                <a:path w="445135" h="261620">
                  <a:moveTo>
                    <a:pt x="32177" y="165100"/>
                  </a:moveTo>
                  <a:lnTo>
                    <a:pt x="31750" y="165100"/>
                  </a:lnTo>
                  <a:lnTo>
                    <a:pt x="32742" y="166318"/>
                  </a:lnTo>
                  <a:lnTo>
                    <a:pt x="32177" y="165100"/>
                  </a:lnTo>
                  <a:close/>
                </a:path>
                <a:path w="445135" h="261620">
                  <a:moveTo>
                    <a:pt x="425069" y="153669"/>
                  </a:moveTo>
                  <a:lnTo>
                    <a:pt x="424717" y="154642"/>
                  </a:lnTo>
                  <a:lnTo>
                    <a:pt x="424561" y="156209"/>
                  </a:lnTo>
                  <a:lnTo>
                    <a:pt x="425069" y="153669"/>
                  </a:lnTo>
                  <a:close/>
                </a:path>
                <a:path w="445135" h="261620">
                  <a:moveTo>
                    <a:pt x="443542" y="153669"/>
                  </a:moveTo>
                  <a:lnTo>
                    <a:pt x="425069" y="153669"/>
                  </a:lnTo>
                  <a:lnTo>
                    <a:pt x="424561" y="156209"/>
                  </a:lnTo>
                  <a:lnTo>
                    <a:pt x="443249" y="156209"/>
                  </a:lnTo>
                  <a:lnTo>
                    <a:pt x="443542" y="153669"/>
                  </a:lnTo>
                  <a:close/>
                </a:path>
                <a:path w="445135" h="261620">
                  <a:moveTo>
                    <a:pt x="426019" y="141629"/>
                  </a:moveTo>
                  <a:lnTo>
                    <a:pt x="424717" y="154642"/>
                  </a:lnTo>
                  <a:lnTo>
                    <a:pt x="425069" y="153669"/>
                  </a:lnTo>
                  <a:lnTo>
                    <a:pt x="443542" y="153669"/>
                  </a:lnTo>
                  <a:lnTo>
                    <a:pt x="444714" y="143509"/>
                  </a:lnTo>
                  <a:lnTo>
                    <a:pt x="426720" y="143509"/>
                  </a:lnTo>
                  <a:lnTo>
                    <a:pt x="426019" y="141629"/>
                  </a:lnTo>
                  <a:close/>
                </a:path>
                <a:path w="445135" h="261620">
                  <a:moveTo>
                    <a:pt x="21589" y="142239"/>
                  </a:moveTo>
                  <a:lnTo>
                    <a:pt x="22098" y="144779"/>
                  </a:lnTo>
                  <a:lnTo>
                    <a:pt x="22766" y="144779"/>
                  </a:lnTo>
                  <a:lnTo>
                    <a:pt x="21589" y="142239"/>
                  </a:lnTo>
                  <a:close/>
                </a:path>
                <a:path w="445135" h="261620">
                  <a:moveTo>
                    <a:pt x="426212" y="139700"/>
                  </a:moveTo>
                  <a:lnTo>
                    <a:pt x="426019" y="141629"/>
                  </a:lnTo>
                  <a:lnTo>
                    <a:pt x="426720" y="143509"/>
                  </a:lnTo>
                  <a:lnTo>
                    <a:pt x="426212" y="139700"/>
                  </a:lnTo>
                  <a:close/>
                </a:path>
                <a:path w="445135" h="261620">
                  <a:moveTo>
                    <a:pt x="444838" y="139700"/>
                  </a:moveTo>
                  <a:lnTo>
                    <a:pt x="426212" y="139700"/>
                  </a:lnTo>
                  <a:lnTo>
                    <a:pt x="426720" y="143509"/>
                  </a:lnTo>
                  <a:lnTo>
                    <a:pt x="444714" y="143509"/>
                  </a:lnTo>
                  <a:lnTo>
                    <a:pt x="445008" y="140969"/>
                  </a:lnTo>
                  <a:lnTo>
                    <a:pt x="444838" y="139700"/>
                  </a:lnTo>
                  <a:close/>
                </a:path>
                <a:path w="445135" h="261620">
                  <a:moveTo>
                    <a:pt x="416306" y="115569"/>
                  </a:moveTo>
                  <a:lnTo>
                    <a:pt x="426019" y="141629"/>
                  </a:lnTo>
                  <a:lnTo>
                    <a:pt x="426212" y="139700"/>
                  </a:lnTo>
                  <a:lnTo>
                    <a:pt x="444838" y="139700"/>
                  </a:lnTo>
                  <a:lnTo>
                    <a:pt x="444500" y="137159"/>
                  </a:lnTo>
                  <a:lnTo>
                    <a:pt x="436926" y="116839"/>
                  </a:lnTo>
                  <a:lnTo>
                    <a:pt x="417575" y="116839"/>
                  </a:lnTo>
                  <a:lnTo>
                    <a:pt x="416306" y="115569"/>
                  </a:lnTo>
                  <a:close/>
                </a:path>
                <a:path w="445135" h="261620">
                  <a:moveTo>
                    <a:pt x="18923" y="132079"/>
                  </a:moveTo>
                  <a:lnTo>
                    <a:pt x="19176" y="134619"/>
                  </a:lnTo>
                  <a:lnTo>
                    <a:pt x="19115" y="132849"/>
                  </a:lnTo>
                  <a:lnTo>
                    <a:pt x="18923" y="132079"/>
                  </a:lnTo>
                  <a:close/>
                </a:path>
                <a:path w="445135" h="261620">
                  <a:moveTo>
                    <a:pt x="19115" y="132849"/>
                  </a:moveTo>
                  <a:lnTo>
                    <a:pt x="19176" y="134619"/>
                  </a:lnTo>
                  <a:lnTo>
                    <a:pt x="19558" y="134619"/>
                  </a:lnTo>
                  <a:lnTo>
                    <a:pt x="19115" y="132849"/>
                  </a:lnTo>
                  <a:close/>
                </a:path>
                <a:path w="445135" h="261620">
                  <a:moveTo>
                    <a:pt x="19088" y="132079"/>
                  </a:moveTo>
                  <a:lnTo>
                    <a:pt x="18923" y="132079"/>
                  </a:lnTo>
                  <a:lnTo>
                    <a:pt x="19115" y="132849"/>
                  </a:lnTo>
                  <a:lnTo>
                    <a:pt x="19088" y="132079"/>
                  </a:lnTo>
                  <a:close/>
                </a:path>
                <a:path w="445135" h="261620">
                  <a:moveTo>
                    <a:pt x="431393" y="104139"/>
                  </a:moveTo>
                  <a:lnTo>
                    <a:pt x="407924" y="104139"/>
                  </a:lnTo>
                  <a:lnTo>
                    <a:pt x="417575" y="116839"/>
                  </a:lnTo>
                  <a:lnTo>
                    <a:pt x="436926" y="116839"/>
                  </a:lnTo>
                  <a:lnTo>
                    <a:pt x="434086" y="109219"/>
                  </a:lnTo>
                  <a:lnTo>
                    <a:pt x="432435" y="105409"/>
                  </a:lnTo>
                  <a:lnTo>
                    <a:pt x="431393" y="104139"/>
                  </a:lnTo>
                  <a:close/>
                </a:path>
                <a:path w="445135" h="261620">
                  <a:moveTo>
                    <a:pt x="18161" y="105409"/>
                  </a:moveTo>
                  <a:lnTo>
                    <a:pt x="17780" y="107950"/>
                  </a:lnTo>
                  <a:lnTo>
                    <a:pt x="18196" y="106434"/>
                  </a:lnTo>
                  <a:lnTo>
                    <a:pt x="18161" y="105409"/>
                  </a:lnTo>
                  <a:close/>
                </a:path>
                <a:path w="445135" h="261620">
                  <a:moveTo>
                    <a:pt x="18196" y="106434"/>
                  </a:moveTo>
                  <a:lnTo>
                    <a:pt x="17780" y="107950"/>
                  </a:lnTo>
                  <a:lnTo>
                    <a:pt x="18249" y="107950"/>
                  </a:lnTo>
                  <a:lnTo>
                    <a:pt x="18196" y="106434"/>
                  </a:lnTo>
                  <a:close/>
                </a:path>
                <a:path w="445135" h="261620">
                  <a:moveTo>
                    <a:pt x="18478" y="105409"/>
                  </a:moveTo>
                  <a:lnTo>
                    <a:pt x="18161" y="105409"/>
                  </a:lnTo>
                  <a:lnTo>
                    <a:pt x="18196" y="106434"/>
                  </a:lnTo>
                  <a:lnTo>
                    <a:pt x="18478" y="105409"/>
                  </a:lnTo>
                  <a:close/>
                </a:path>
                <a:path w="445135" h="261620">
                  <a:moveTo>
                    <a:pt x="403883" y="76200"/>
                  </a:moveTo>
                  <a:lnTo>
                    <a:pt x="378079" y="76200"/>
                  </a:lnTo>
                  <a:lnTo>
                    <a:pt x="394588" y="90169"/>
                  </a:lnTo>
                  <a:lnTo>
                    <a:pt x="394081" y="90169"/>
                  </a:lnTo>
                  <a:lnTo>
                    <a:pt x="408813" y="105409"/>
                  </a:lnTo>
                  <a:lnTo>
                    <a:pt x="407924" y="104139"/>
                  </a:lnTo>
                  <a:lnTo>
                    <a:pt x="431393" y="104139"/>
                  </a:lnTo>
                  <a:lnTo>
                    <a:pt x="422021" y="92709"/>
                  </a:lnTo>
                  <a:lnTo>
                    <a:pt x="421132" y="92709"/>
                  </a:lnTo>
                  <a:lnTo>
                    <a:pt x="405638" y="78739"/>
                  </a:lnTo>
                  <a:lnTo>
                    <a:pt x="405384" y="77469"/>
                  </a:lnTo>
                  <a:lnTo>
                    <a:pt x="403883" y="76200"/>
                  </a:lnTo>
                  <a:close/>
                </a:path>
                <a:path w="445135" h="261620">
                  <a:moveTo>
                    <a:pt x="20574" y="97789"/>
                  </a:moveTo>
                  <a:lnTo>
                    <a:pt x="19938" y="99059"/>
                  </a:lnTo>
                  <a:lnTo>
                    <a:pt x="20533" y="97936"/>
                  </a:lnTo>
                  <a:lnTo>
                    <a:pt x="20574" y="97789"/>
                  </a:lnTo>
                  <a:close/>
                </a:path>
                <a:path w="445135" h="261620">
                  <a:moveTo>
                    <a:pt x="20533" y="97936"/>
                  </a:moveTo>
                  <a:lnTo>
                    <a:pt x="19938" y="99059"/>
                  </a:lnTo>
                  <a:lnTo>
                    <a:pt x="20224" y="99059"/>
                  </a:lnTo>
                  <a:lnTo>
                    <a:pt x="20533" y="97936"/>
                  </a:lnTo>
                  <a:close/>
                </a:path>
                <a:path w="445135" h="261620">
                  <a:moveTo>
                    <a:pt x="20611" y="97789"/>
                  </a:moveTo>
                  <a:lnTo>
                    <a:pt x="20533" y="97936"/>
                  </a:lnTo>
                  <a:lnTo>
                    <a:pt x="20611" y="97789"/>
                  </a:lnTo>
                  <a:close/>
                </a:path>
                <a:path w="445135" h="261620">
                  <a:moveTo>
                    <a:pt x="31369" y="77469"/>
                  </a:moveTo>
                  <a:lnTo>
                    <a:pt x="29972" y="78739"/>
                  </a:lnTo>
                  <a:lnTo>
                    <a:pt x="30696" y="78739"/>
                  </a:lnTo>
                  <a:lnTo>
                    <a:pt x="31369" y="77469"/>
                  </a:lnTo>
                  <a:close/>
                </a:path>
                <a:path w="445135" h="261620">
                  <a:moveTo>
                    <a:pt x="320511" y="29209"/>
                  </a:moveTo>
                  <a:lnTo>
                    <a:pt x="271272" y="29209"/>
                  </a:lnTo>
                  <a:lnTo>
                    <a:pt x="297180" y="36829"/>
                  </a:lnTo>
                  <a:lnTo>
                    <a:pt x="296418" y="36829"/>
                  </a:lnTo>
                  <a:lnTo>
                    <a:pt x="318008" y="44450"/>
                  </a:lnTo>
                  <a:lnTo>
                    <a:pt x="317500" y="44450"/>
                  </a:lnTo>
                  <a:lnTo>
                    <a:pt x="340613" y="54609"/>
                  </a:lnTo>
                  <a:lnTo>
                    <a:pt x="340106" y="54609"/>
                  </a:lnTo>
                  <a:lnTo>
                    <a:pt x="362331" y="66039"/>
                  </a:lnTo>
                  <a:lnTo>
                    <a:pt x="361696" y="66039"/>
                  </a:lnTo>
                  <a:lnTo>
                    <a:pt x="378841" y="77469"/>
                  </a:lnTo>
                  <a:lnTo>
                    <a:pt x="378079" y="76200"/>
                  </a:lnTo>
                  <a:lnTo>
                    <a:pt x="403883" y="76200"/>
                  </a:lnTo>
                  <a:lnTo>
                    <a:pt x="388874" y="63500"/>
                  </a:lnTo>
                  <a:lnTo>
                    <a:pt x="370586" y="52069"/>
                  </a:lnTo>
                  <a:lnTo>
                    <a:pt x="347472" y="40639"/>
                  </a:lnTo>
                  <a:lnTo>
                    <a:pt x="347091" y="40639"/>
                  </a:lnTo>
                  <a:lnTo>
                    <a:pt x="324104" y="30479"/>
                  </a:lnTo>
                  <a:lnTo>
                    <a:pt x="323596" y="30479"/>
                  </a:lnTo>
                  <a:lnTo>
                    <a:pt x="320511" y="29209"/>
                  </a:lnTo>
                  <a:close/>
                </a:path>
                <a:path w="445135" h="261620">
                  <a:moveTo>
                    <a:pt x="224155" y="30479"/>
                  </a:moveTo>
                  <a:lnTo>
                    <a:pt x="194437" y="30479"/>
                  </a:lnTo>
                  <a:lnTo>
                    <a:pt x="215392" y="40639"/>
                  </a:lnTo>
                  <a:lnTo>
                    <a:pt x="221614" y="40639"/>
                  </a:lnTo>
                  <a:lnTo>
                    <a:pt x="223266" y="39369"/>
                  </a:lnTo>
                  <a:lnTo>
                    <a:pt x="224662" y="38100"/>
                  </a:lnTo>
                  <a:lnTo>
                    <a:pt x="225298" y="36829"/>
                  </a:lnTo>
                  <a:lnTo>
                    <a:pt x="226060" y="35559"/>
                  </a:lnTo>
                  <a:lnTo>
                    <a:pt x="225933" y="33019"/>
                  </a:lnTo>
                  <a:lnTo>
                    <a:pt x="224917" y="31750"/>
                  </a:lnTo>
                  <a:lnTo>
                    <a:pt x="224155" y="30479"/>
                  </a:lnTo>
                  <a:close/>
                </a:path>
                <a:path w="445135" h="261620">
                  <a:moveTo>
                    <a:pt x="200279" y="17779"/>
                  </a:moveTo>
                  <a:lnTo>
                    <a:pt x="160400" y="17779"/>
                  </a:lnTo>
                  <a:lnTo>
                    <a:pt x="164719" y="19050"/>
                  </a:lnTo>
                  <a:lnTo>
                    <a:pt x="163575" y="19050"/>
                  </a:lnTo>
                  <a:lnTo>
                    <a:pt x="187451" y="27939"/>
                  </a:lnTo>
                  <a:lnTo>
                    <a:pt x="187579" y="27939"/>
                  </a:lnTo>
                  <a:lnTo>
                    <a:pt x="194818" y="31750"/>
                  </a:lnTo>
                  <a:lnTo>
                    <a:pt x="194437" y="30479"/>
                  </a:lnTo>
                  <a:lnTo>
                    <a:pt x="224155" y="30479"/>
                  </a:lnTo>
                  <a:lnTo>
                    <a:pt x="221107" y="27939"/>
                  </a:lnTo>
                  <a:lnTo>
                    <a:pt x="200279" y="17779"/>
                  </a:lnTo>
                  <a:close/>
                </a:path>
                <a:path w="445135" h="261620">
                  <a:moveTo>
                    <a:pt x="225425" y="5079"/>
                  </a:moveTo>
                  <a:lnTo>
                    <a:pt x="169291" y="5079"/>
                  </a:lnTo>
                  <a:lnTo>
                    <a:pt x="192912" y="15239"/>
                  </a:lnTo>
                  <a:lnTo>
                    <a:pt x="199750" y="17636"/>
                  </a:lnTo>
                  <a:lnTo>
                    <a:pt x="202057" y="17779"/>
                  </a:lnTo>
                  <a:lnTo>
                    <a:pt x="223520" y="20319"/>
                  </a:lnTo>
                  <a:lnTo>
                    <a:pt x="223138" y="20319"/>
                  </a:lnTo>
                  <a:lnTo>
                    <a:pt x="246125" y="24129"/>
                  </a:lnTo>
                  <a:lnTo>
                    <a:pt x="245618" y="24129"/>
                  </a:lnTo>
                  <a:lnTo>
                    <a:pt x="271525" y="30479"/>
                  </a:lnTo>
                  <a:lnTo>
                    <a:pt x="271272" y="29209"/>
                  </a:lnTo>
                  <a:lnTo>
                    <a:pt x="320511" y="29209"/>
                  </a:lnTo>
                  <a:lnTo>
                    <a:pt x="302006" y="21589"/>
                  </a:lnTo>
                  <a:lnTo>
                    <a:pt x="301244" y="21589"/>
                  </a:lnTo>
                  <a:lnTo>
                    <a:pt x="275336" y="13969"/>
                  </a:lnTo>
                  <a:lnTo>
                    <a:pt x="274955" y="13969"/>
                  </a:lnTo>
                  <a:lnTo>
                    <a:pt x="249047" y="8889"/>
                  </a:lnTo>
                  <a:lnTo>
                    <a:pt x="248538" y="8889"/>
                  </a:lnTo>
                  <a:lnTo>
                    <a:pt x="225425" y="5079"/>
                  </a:lnTo>
                  <a:close/>
                </a:path>
                <a:path w="445135" h="261620">
                  <a:moveTo>
                    <a:pt x="149733" y="16509"/>
                  </a:moveTo>
                  <a:lnTo>
                    <a:pt x="127254" y="16509"/>
                  </a:lnTo>
                  <a:lnTo>
                    <a:pt x="112902" y="19050"/>
                  </a:lnTo>
                  <a:lnTo>
                    <a:pt x="113919" y="19050"/>
                  </a:lnTo>
                  <a:lnTo>
                    <a:pt x="106425" y="20319"/>
                  </a:lnTo>
                  <a:lnTo>
                    <a:pt x="107569" y="20319"/>
                  </a:lnTo>
                  <a:lnTo>
                    <a:pt x="98665" y="24397"/>
                  </a:lnTo>
                  <a:lnTo>
                    <a:pt x="98933" y="25400"/>
                  </a:lnTo>
                  <a:lnTo>
                    <a:pt x="102362" y="26669"/>
                  </a:lnTo>
                  <a:lnTo>
                    <a:pt x="105791" y="26669"/>
                  </a:lnTo>
                  <a:lnTo>
                    <a:pt x="122427" y="21589"/>
                  </a:lnTo>
                  <a:lnTo>
                    <a:pt x="121412" y="21589"/>
                  </a:lnTo>
                  <a:lnTo>
                    <a:pt x="155345" y="17610"/>
                  </a:lnTo>
                  <a:lnTo>
                    <a:pt x="149733" y="16509"/>
                  </a:lnTo>
                  <a:close/>
                </a:path>
                <a:path w="445135" h="261620">
                  <a:moveTo>
                    <a:pt x="160231" y="2940"/>
                  </a:moveTo>
                  <a:lnTo>
                    <a:pt x="130048" y="7619"/>
                  </a:lnTo>
                  <a:lnTo>
                    <a:pt x="119634" y="8889"/>
                  </a:lnTo>
                  <a:lnTo>
                    <a:pt x="118872" y="8889"/>
                  </a:lnTo>
                  <a:lnTo>
                    <a:pt x="102235" y="13969"/>
                  </a:lnTo>
                  <a:lnTo>
                    <a:pt x="98933" y="15239"/>
                  </a:lnTo>
                  <a:lnTo>
                    <a:pt x="97027" y="17779"/>
                  </a:lnTo>
                  <a:lnTo>
                    <a:pt x="97917" y="21589"/>
                  </a:lnTo>
                  <a:lnTo>
                    <a:pt x="98665" y="24397"/>
                  </a:lnTo>
                  <a:lnTo>
                    <a:pt x="107569" y="20319"/>
                  </a:lnTo>
                  <a:lnTo>
                    <a:pt x="106425" y="20319"/>
                  </a:lnTo>
                  <a:lnTo>
                    <a:pt x="113919" y="19050"/>
                  </a:lnTo>
                  <a:lnTo>
                    <a:pt x="112902" y="19050"/>
                  </a:lnTo>
                  <a:lnTo>
                    <a:pt x="127254" y="16509"/>
                  </a:lnTo>
                  <a:lnTo>
                    <a:pt x="196596" y="16509"/>
                  </a:lnTo>
                  <a:lnTo>
                    <a:pt x="193039" y="15239"/>
                  </a:lnTo>
                  <a:lnTo>
                    <a:pt x="169291" y="5079"/>
                  </a:lnTo>
                  <a:lnTo>
                    <a:pt x="168401" y="5079"/>
                  </a:lnTo>
                  <a:lnTo>
                    <a:pt x="164084" y="3809"/>
                  </a:lnTo>
                  <a:lnTo>
                    <a:pt x="163449" y="3809"/>
                  </a:lnTo>
                  <a:lnTo>
                    <a:pt x="160231" y="2940"/>
                  </a:lnTo>
                  <a:close/>
                </a:path>
                <a:path w="445135" h="261620">
                  <a:moveTo>
                    <a:pt x="160400" y="17779"/>
                  </a:moveTo>
                  <a:lnTo>
                    <a:pt x="156463" y="17779"/>
                  </a:lnTo>
                  <a:lnTo>
                    <a:pt x="161162" y="19050"/>
                  </a:lnTo>
                  <a:lnTo>
                    <a:pt x="160400" y="17779"/>
                  </a:lnTo>
                  <a:close/>
                </a:path>
                <a:path w="445135" h="261620">
                  <a:moveTo>
                    <a:pt x="181610" y="16509"/>
                  </a:moveTo>
                  <a:lnTo>
                    <a:pt x="164846" y="16509"/>
                  </a:lnTo>
                  <a:lnTo>
                    <a:pt x="155345" y="17610"/>
                  </a:lnTo>
                  <a:lnTo>
                    <a:pt x="156210" y="17779"/>
                  </a:lnTo>
                  <a:lnTo>
                    <a:pt x="200151" y="17779"/>
                  </a:lnTo>
                  <a:lnTo>
                    <a:pt x="199750" y="17636"/>
                  </a:lnTo>
                  <a:lnTo>
                    <a:pt x="181610" y="16509"/>
                  </a:lnTo>
                  <a:close/>
                </a:path>
                <a:path w="445135" h="261620">
                  <a:moveTo>
                    <a:pt x="196596" y="16509"/>
                  </a:moveTo>
                  <a:lnTo>
                    <a:pt x="181610" y="16509"/>
                  </a:lnTo>
                  <a:lnTo>
                    <a:pt x="199750" y="17636"/>
                  </a:lnTo>
                  <a:lnTo>
                    <a:pt x="196596" y="16509"/>
                  </a:lnTo>
                  <a:close/>
                </a:path>
                <a:path w="445135" h="261620">
                  <a:moveTo>
                    <a:pt x="164846" y="16509"/>
                  </a:moveTo>
                  <a:lnTo>
                    <a:pt x="149733" y="16509"/>
                  </a:lnTo>
                  <a:lnTo>
                    <a:pt x="155345" y="17610"/>
                  </a:lnTo>
                  <a:lnTo>
                    <a:pt x="164846" y="16509"/>
                  </a:lnTo>
                  <a:close/>
                </a:path>
                <a:path w="445135" h="261620">
                  <a:moveTo>
                    <a:pt x="203454" y="2539"/>
                  </a:moveTo>
                  <a:lnTo>
                    <a:pt x="162813" y="2539"/>
                  </a:lnTo>
                  <a:lnTo>
                    <a:pt x="160231" y="2940"/>
                  </a:lnTo>
                  <a:lnTo>
                    <a:pt x="163449" y="3809"/>
                  </a:lnTo>
                  <a:lnTo>
                    <a:pt x="164084" y="3809"/>
                  </a:lnTo>
                  <a:lnTo>
                    <a:pt x="168401" y="5079"/>
                  </a:lnTo>
                  <a:lnTo>
                    <a:pt x="225044" y="5079"/>
                  </a:lnTo>
                  <a:lnTo>
                    <a:pt x="203454" y="2539"/>
                  </a:lnTo>
                  <a:close/>
                </a:path>
                <a:path w="445135" h="261620">
                  <a:moveTo>
                    <a:pt x="133350" y="0"/>
                  </a:moveTo>
                  <a:lnTo>
                    <a:pt x="132207" y="0"/>
                  </a:lnTo>
                  <a:lnTo>
                    <a:pt x="125349" y="1269"/>
                  </a:lnTo>
                  <a:lnTo>
                    <a:pt x="145923" y="1269"/>
                  </a:lnTo>
                  <a:lnTo>
                    <a:pt x="133350" y="0"/>
                  </a:lnTo>
                  <a:close/>
                </a:path>
              </a:pathLst>
            </a:custGeom>
            <a:solidFill>
              <a:srgbClr val="FF9300"/>
            </a:solidFill>
          </p:spPr>
          <p:txBody>
            <a:bodyPr wrap="square" lIns="0" tIns="0" rIns="0" bIns="0" rtlCol="0"/>
            <a:lstStyle/>
            <a:p>
              <a:endParaRPr sz="2400"/>
            </a:p>
          </p:txBody>
        </p:sp>
        <p:sp>
          <p:nvSpPr>
            <p:cNvPr id="16" name="object 16"/>
            <p:cNvSpPr/>
            <p:nvPr/>
          </p:nvSpPr>
          <p:spPr>
            <a:xfrm>
              <a:off x="1298193" y="1825116"/>
              <a:ext cx="394335" cy="2451100"/>
            </a:xfrm>
            <a:custGeom>
              <a:avLst/>
              <a:gdLst/>
              <a:ahLst/>
              <a:cxnLst/>
              <a:rect l="l" t="t" r="r" b="b"/>
              <a:pathLst>
                <a:path w="394335" h="2451100">
                  <a:moveTo>
                    <a:pt x="393445" y="2438400"/>
                  </a:moveTo>
                  <a:lnTo>
                    <a:pt x="169799" y="2438400"/>
                  </a:lnTo>
                  <a:lnTo>
                    <a:pt x="186436" y="2451100"/>
                  </a:lnTo>
                  <a:lnTo>
                    <a:pt x="393954" y="2451100"/>
                  </a:lnTo>
                  <a:lnTo>
                    <a:pt x="393445" y="2438400"/>
                  </a:lnTo>
                  <a:close/>
                </a:path>
                <a:path w="394335" h="2451100">
                  <a:moveTo>
                    <a:pt x="239140" y="2425700"/>
                  </a:moveTo>
                  <a:lnTo>
                    <a:pt x="118872" y="2425700"/>
                  </a:lnTo>
                  <a:lnTo>
                    <a:pt x="120777" y="2438400"/>
                  </a:lnTo>
                  <a:lnTo>
                    <a:pt x="274066" y="2438400"/>
                  </a:lnTo>
                  <a:lnTo>
                    <a:pt x="239140" y="2425700"/>
                  </a:lnTo>
                  <a:close/>
                </a:path>
                <a:path w="394335" h="2451100">
                  <a:moveTo>
                    <a:pt x="113792" y="2400300"/>
                  </a:moveTo>
                  <a:lnTo>
                    <a:pt x="113665" y="2400300"/>
                  </a:lnTo>
                  <a:lnTo>
                    <a:pt x="113665" y="2413000"/>
                  </a:lnTo>
                  <a:lnTo>
                    <a:pt x="114046" y="2425700"/>
                  </a:lnTo>
                  <a:lnTo>
                    <a:pt x="136271" y="2425700"/>
                  </a:lnTo>
                  <a:lnTo>
                    <a:pt x="133096" y="2413000"/>
                  </a:lnTo>
                  <a:lnTo>
                    <a:pt x="115950" y="2413000"/>
                  </a:lnTo>
                  <a:lnTo>
                    <a:pt x="113792" y="2400300"/>
                  </a:lnTo>
                  <a:close/>
                </a:path>
                <a:path w="394335" h="2451100">
                  <a:moveTo>
                    <a:pt x="135128" y="2413000"/>
                  </a:moveTo>
                  <a:lnTo>
                    <a:pt x="133096" y="2413000"/>
                  </a:lnTo>
                  <a:lnTo>
                    <a:pt x="136271" y="2425700"/>
                  </a:lnTo>
                  <a:lnTo>
                    <a:pt x="135128" y="2413000"/>
                  </a:lnTo>
                  <a:close/>
                </a:path>
                <a:path w="394335" h="2451100">
                  <a:moveTo>
                    <a:pt x="157225" y="2413000"/>
                  </a:moveTo>
                  <a:lnTo>
                    <a:pt x="135128" y="2413000"/>
                  </a:lnTo>
                  <a:lnTo>
                    <a:pt x="136271" y="2425700"/>
                  </a:lnTo>
                  <a:lnTo>
                    <a:pt x="166624" y="2425700"/>
                  </a:lnTo>
                  <a:lnTo>
                    <a:pt x="157225" y="2413000"/>
                  </a:lnTo>
                  <a:close/>
                </a:path>
                <a:path w="394335" h="2451100">
                  <a:moveTo>
                    <a:pt x="134874" y="2400300"/>
                  </a:moveTo>
                  <a:lnTo>
                    <a:pt x="115315" y="2400300"/>
                  </a:lnTo>
                  <a:lnTo>
                    <a:pt x="115950" y="2413000"/>
                  </a:lnTo>
                  <a:lnTo>
                    <a:pt x="134874" y="2413000"/>
                  </a:lnTo>
                  <a:lnTo>
                    <a:pt x="134874" y="2400300"/>
                  </a:lnTo>
                  <a:close/>
                </a:path>
                <a:path w="394335" h="2451100">
                  <a:moveTo>
                    <a:pt x="129793" y="2387600"/>
                  </a:moveTo>
                  <a:lnTo>
                    <a:pt x="109219" y="2387600"/>
                  </a:lnTo>
                  <a:lnTo>
                    <a:pt x="109600" y="2400300"/>
                  </a:lnTo>
                  <a:lnTo>
                    <a:pt x="132334" y="2400300"/>
                  </a:lnTo>
                  <a:lnTo>
                    <a:pt x="129793" y="2387600"/>
                  </a:lnTo>
                  <a:close/>
                </a:path>
                <a:path w="394335" h="2451100">
                  <a:moveTo>
                    <a:pt x="132048" y="2397125"/>
                  </a:moveTo>
                  <a:lnTo>
                    <a:pt x="132461" y="2400300"/>
                  </a:lnTo>
                  <a:lnTo>
                    <a:pt x="132715" y="2400300"/>
                  </a:lnTo>
                  <a:lnTo>
                    <a:pt x="132048" y="2397125"/>
                  </a:lnTo>
                  <a:close/>
                </a:path>
                <a:path w="394335" h="2451100">
                  <a:moveTo>
                    <a:pt x="130809" y="2387600"/>
                  </a:moveTo>
                  <a:lnTo>
                    <a:pt x="130047" y="2387600"/>
                  </a:lnTo>
                  <a:lnTo>
                    <a:pt x="132048" y="2397125"/>
                  </a:lnTo>
                  <a:lnTo>
                    <a:pt x="130809" y="2387600"/>
                  </a:lnTo>
                  <a:close/>
                </a:path>
                <a:path w="394335" h="2451100">
                  <a:moveTo>
                    <a:pt x="128905" y="2374900"/>
                  </a:moveTo>
                  <a:lnTo>
                    <a:pt x="106806" y="2374900"/>
                  </a:lnTo>
                  <a:lnTo>
                    <a:pt x="108203" y="2387600"/>
                  </a:lnTo>
                  <a:lnTo>
                    <a:pt x="129286" y="2387600"/>
                  </a:lnTo>
                  <a:lnTo>
                    <a:pt x="128905" y="2374900"/>
                  </a:lnTo>
                  <a:close/>
                </a:path>
                <a:path w="394335" h="2451100">
                  <a:moveTo>
                    <a:pt x="123317" y="2349500"/>
                  </a:moveTo>
                  <a:lnTo>
                    <a:pt x="101727" y="2349500"/>
                  </a:lnTo>
                  <a:lnTo>
                    <a:pt x="103505" y="2362200"/>
                  </a:lnTo>
                  <a:lnTo>
                    <a:pt x="103378" y="2362200"/>
                  </a:lnTo>
                  <a:lnTo>
                    <a:pt x="105409" y="2374900"/>
                  </a:lnTo>
                  <a:lnTo>
                    <a:pt x="127253" y="2374900"/>
                  </a:lnTo>
                  <a:lnTo>
                    <a:pt x="125730" y="2362200"/>
                  </a:lnTo>
                  <a:lnTo>
                    <a:pt x="123317" y="2349500"/>
                  </a:lnTo>
                  <a:close/>
                </a:path>
                <a:path w="394335" h="2451100">
                  <a:moveTo>
                    <a:pt x="115569" y="2324100"/>
                  </a:moveTo>
                  <a:lnTo>
                    <a:pt x="95503" y="2324100"/>
                  </a:lnTo>
                  <a:lnTo>
                    <a:pt x="98425" y="2336800"/>
                  </a:lnTo>
                  <a:lnTo>
                    <a:pt x="100330" y="2349500"/>
                  </a:lnTo>
                  <a:lnTo>
                    <a:pt x="121793" y="2349500"/>
                  </a:lnTo>
                  <a:lnTo>
                    <a:pt x="120268" y="2336800"/>
                  </a:lnTo>
                  <a:lnTo>
                    <a:pt x="118490" y="2336800"/>
                  </a:lnTo>
                  <a:lnTo>
                    <a:pt x="115569" y="2324100"/>
                  </a:lnTo>
                  <a:close/>
                </a:path>
                <a:path w="394335" h="2451100">
                  <a:moveTo>
                    <a:pt x="92456" y="2273300"/>
                  </a:moveTo>
                  <a:lnTo>
                    <a:pt x="91693" y="2286000"/>
                  </a:lnTo>
                  <a:lnTo>
                    <a:pt x="93853" y="2311400"/>
                  </a:lnTo>
                  <a:lnTo>
                    <a:pt x="95377" y="2324100"/>
                  </a:lnTo>
                  <a:lnTo>
                    <a:pt x="115697" y="2324100"/>
                  </a:lnTo>
                  <a:lnTo>
                    <a:pt x="114300" y="2311400"/>
                  </a:lnTo>
                  <a:lnTo>
                    <a:pt x="112140" y="2286000"/>
                  </a:lnTo>
                  <a:lnTo>
                    <a:pt x="92456" y="2286000"/>
                  </a:lnTo>
                  <a:lnTo>
                    <a:pt x="92456" y="2273300"/>
                  </a:lnTo>
                  <a:close/>
                </a:path>
                <a:path w="394335" h="2451100">
                  <a:moveTo>
                    <a:pt x="123571" y="2159000"/>
                  </a:moveTo>
                  <a:lnTo>
                    <a:pt x="104775" y="2159000"/>
                  </a:lnTo>
                  <a:lnTo>
                    <a:pt x="102615" y="2184400"/>
                  </a:lnTo>
                  <a:lnTo>
                    <a:pt x="100330" y="2197100"/>
                  </a:lnTo>
                  <a:lnTo>
                    <a:pt x="98297" y="2222500"/>
                  </a:lnTo>
                  <a:lnTo>
                    <a:pt x="94615" y="2247900"/>
                  </a:lnTo>
                  <a:lnTo>
                    <a:pt x="93599" y="2260600"/>
                  </a:lnTo>
                  <a:lnTo>
                    <a:pt x="93472" y="2260600"/>
                  </a:lnTo>
                  <a:lnTo>
                    <a:pt x="92456" y="2286000"/>
                  </a:lnTo>
                  <a:lnTo>
                    <a:pt x="111378" y="2286000"/>
                  </a:lnTo>
                  <a:lnTo>
                    <a:pt x="111378" y="2273300"/>
                  </a:lnTo>
                  <a:lnTo>
                    <a:pt x="111950" y="2273300"/>
                  </a:lnTo>
                  <a:lnTo>
                    <a:pt x="112522" y="2260600"/>
                  </a:lnTo>
                  <a:lnTo>
                    <a:pt x="113537" y="2247900"/>
                  </a:lnTo>
                  <a:lnTo>
                    <a:pt x="117093" y="2222500"/>
                  </a:lnTo>
                  <a:lnTo>
                    <a:pt x="119253" y="2209800"/>
                  </a:lnTo>
                  <a:lnTo>
                    <a:pt x="123571" y="2159000"/>
                  </a:lnTo>
                  <a:close/>
                </a:path>
                <a:path w="394335" h="2451100">
                  <a:moveTo>
                    <a:pt x="111378" y="2273300"/>
                  </a:moveTo>
                  <a:lnTo>
                    <a:pt x="111378" y="2286000"/>
                  </a:lnTo>
                  <a:lnTo>
                    <a:pt x="111705" y="2278742"/>
                  </a:lnTo>
                  <a:lnTo>
                    <a:pt x="111378" y="2273300"/>
                  </a:lnTo>
                  <a:close/>
                </a:path>
                <a:path w="394335" h="2451100">
                  <a:moveTo>
                    <a:pt x="111705" y="2278742"/>
                  </a:moveTo>
                  <a:lnTo>
                    <a:pt x="111378" y="2286000"/>
                  </a:lnTo>
                  <a:lnTo>
                    <a:pt x="112140" y="2286000"/>
                  </a:lnTo>
                  <a:lnTo>
                    <a:pt x="111705" y="2278742"/>
                  </a:lnTo>
                  <a:close/>
                </a:path>
                <a:path w="394335" h="2451100">
                  <a:moveTo>
                    <a:pt x="111950" y="2273300"/>
                  </a:moveTo>
                  <a:lnTo>
                    <a:pt x="111378" y="2273300"/>
                  </a:lnTo>
                  <a:lnTo>
                    <a:pt x="111705" y="2278742"/>
                  </a:lnTo>
                  <a:lnTo>
                    <a:pt x="111950" y="2273300"/>
                  </a:lnTo>
                  <a:close/>
                </a:path>
                <a:path w="394335" h="2451100">
                  <a:moveTo>
                    <a:pt x="81534" y="1028700"/>
                  </a:moveTo>
                  <a:lnTo>
                    <a:pt x="66167" y="1028700"/>
                  </a:lnTo>
                  <a:lnTo>
                    <a:pt x="68325" y="1054100"/>
                  </a:lnTo>
                  <a:lnTo>
                    <a:pt x="70612" y="1079500"/>
                  </a:lnTo>
                  <a:lnTo>
                    <a:pt x="73406" y="1104900"/>
                  </a:lnTo>
                  <a:lnTo>
                    <a:pt x="75946" y="1130300"/>
                  </a:lnTo>
                  <a:lnTo>
                    <a:pt x="78867" y="1155700"/>
                  </a:lnTo>
                  <a:lnTo>
                    <a:pt x="82931" y="1193800"/>
                  </a:lnTo>
                  <a:lnTo>
                    <a:pt x="86868" y="1219200"/>
                  </a:lnTo>
                  <a:lnTo>
                    <a:pt x="90169" y="1244600"/>
                  </a:lnTo>
                  <a:lnTo>
                    <a:pt x="93472" y="1282700"/>
                  </a:lnTo>
                  <a:lnTo>
                    <a:pt x="96393" y="1320800"/>
                  </a:lnTo>
                  <a:lnTo>
                    <a:pt x="96265" y="1320800"/>
                  </a:lnTo>
                  <a:lnTo>
                    <a:pt x="98171" y="1346200"/>
                  </a:lnTo>
                  <a:lnTo>
                    <a:pt x="100965" y="1409700"/>
                  </a:lnTo>
                  <a:lnTo>
                    <a:pt x="101727" y="1435100"/>
                  </a:lnTo>
                  <a:lnTo>
                    <a:pt x="102743" y="1460500"/>
                  </a:lnTo>
                  <a:lnTo>
                    <a:pt x="103631" y="1485900"/>
                  </a:lnTo>
                  <a:lnTo>
                    <a:pt x="104775" y="1511300"/>
                  </a:lnTo>
                  <a:lnTo>
                    <a:pt x="105790" y="1536700"/>
                  </a:lnTo>
                  <a:lnTo>
                    <a:pt x="107061" y="1562100"/>
                  </a:lnTo>
                  <a:lnTo>
                    <a:pt x="109855" y="1612900"/>
                  </a:lnTo>
                  <a:lnTo>
                    <a:pt x="111378" y="1638300"/>
                  </a:lnTo>
                  <a:lnTo>
                    <a:pt x="112775" y="1651000"/>
                  </a:lnTo>
                  <a:lnTo>
                    <a:pt x="113792" y="1689100"/>
                  </a:lnTo>
                  <a:lnTo>
                    <a:pt x="114934" y="1714500"/>
                  </a:lnTo>
                  <a:lnTo>
                    <a:pt x="114808" y="1866900"/>
                  </a:lnTo>
                  <a:lnTo>
                    <a:pt x="114427" y="1892300"/>
                  </a:lnTo>
                  <a:lnTo>
                    <a:pt x="113665" y="1917700"/>
                  </a:lnTo>
                  <a:lnTo>
                    <a:pt x="113284" y="1943100"/>
                  </a:lnTo>
                  <a:lnTo>
                    <a:pt x="112649" y="1968500"/>
                  </a:lnTo>
                  <a:lnTo>
                    <a:pt x="111506" y="1993900"/>
                  </a:lnTo>
                  <a:lnTo>
                    <a:pt x="111125" y="2019300"/>
                  </a:lnTo>
                  <a:lnTo>
                    <a:pt x="109728" y="2070100"/>
                  </a:lnTo>
                  <a:lnTo>
                    <a:pt x="107568" y="2120900"/>
                  </a:lnTo>
                  <a:lnTo>
                    <a:pt x="104647" y="2159000"/>
                  </a:lnTo>
                  <a:lnTo>
                    <a:pt x="123697" y="2159000"/>
                  </a:lnTo>
                  <a:lnTo>
                    <a:pt x="126492" y="2120900"/>
                  </a:lnTo>
                  <a:lnTo>
                    <a:pt x="128650" y="2070100"/>
                  </a:lnTo>
                  <a:lnTo>
                    <a:pt x="130175" y="2019300"/>
                  </a:lnTo>
                  <a:lnTo>
                    <a:pt x="130428" y="2006600"/>
                  </a:lnTo>
                  <a:lnTo>
                    <a:pt x="132334" y="1943100"/>
                  </a:lnTo>
                  <a:lnTo>
                    <a:pt x="132587" y="1917700"/>
                  </a:lnTo>
                  <a:lnTo>
                    <a:pt x="133350" y="1892300"/>
                  </a:lnTo>
                  <a:lnTo>
                    <a:pt x="133731" y="1866900"/>
                  </a:lnTo>
                  <a:lnTo>
                    <a:pt x="133731" y="1765300"/>
                  </a:lnTo>
                  <a:lnTo>
                    <a:pt x="132206" y="1714500"/>
                  </a:lnTo>
                  <a:lnTo>
                    <a:pt x="131064" y="1689100"/>
                  </a:lnTo>
                  <a:lnTo>
                    <a:pt x="130047" y="1651000"/>
                  </a:lnTo>
                  <a:lnTo>
                    <a:pt x="128524" y="1625600"/>
                  </a:lnTo>
                  <a:lnTo>
                    <a:pt x="127127" y="1612900"/>
                  </a:lnTo>
                  <a:lnTo>
                    <a:pt x="125603" y="1587500"/>
                  </a:lnTo>
                  <a:lnTo>
                    <a:pt x="124206" y="1562100"/>
                  </a:lnTo>
                  <a:lnTo>
                    <a:pt x="122428" y="1536700"/>
                  </a:lnTo>
                  <a:lnTo>
                    <a:pt x="122555" y="1536700"/>
                  </a:lnTo>
                  <a:lnTo>
                    <a:pt x="121412" y="1511300"/>
                  </a:lnTo>
                  <a:lnTo>
                    <a:pt x="120396" y="1485900"/>
                  </a:lnTo>
                  <a:lnTo>
                    <a:pt x="120268" y="1485900"/>
                  </a:lnTo>
                  <a:lnTo>
                    <a:pt x="118364" y="1460500"/>
                  </a:lnTo>
                  <a:lnTo>
                    <a:pt x="117347" y="1435100"/>
                  </a:lnTo>
                  <a:lnTo>
                    <a:pt x="116586" y="1409700"/>
                  </a:lnTo>
                  <a:lnTo>
                    <a:pt x="115062" y="1371600"/>
                  </a:lnTo>
                  <a:lnTo>
                    <a:pt x="111887" y="1320800"/>
                  </a:lnTo>
                  <a:lnTo>
                    <a:pt x="108965" y="1282700"/>
                  </a:lnTo>
                  <a:lnTo>
                    <a:pt x="105790" y="1244600"/>
                  </a:lnTo>
                  <a:lnTo>
                    <a:pt x="102615" y="1219200"/>
                  </a:lnTo>
                  <a:lnTo>
                    <a:pt x="98552" y="1181100"/>
                  </a:lnTo>
                  <a:lnTo>
                    <a:pt x="94742" y="1155700"/>
                  </a:lnTo>
                  <a:lnTo>
                    <a:pt x="91947" y="1130300"/>
                  </a:lnTo>
                  <a:lnTo>
                    <a:pt x="89408" y="1104900"/>
                  </a:lnTo>
                  <a:lnTo>
                    <a:pt x="86359" y="1079500"/>
                  </a:lnTo>
                  <a:lnTo>
                    <a:pt x="83693" y="1054100"/>
                  </a:lnTo>
                  <a:lnTo>
                    <a:pt x="81534" y="1028700"/>
                  </a:lnTo>
                  <a:close/>
                </a:path>
                <a:path w="394335" h="2451100">
                  <a:moveTo>
                    <a:pt x="28575" y="76200"/>
                  </a:moveTo>
                  <a:lnTo>
                    <a:pt x="8255" y="76200"/>
                  </a:lnTo>
                  <a:lnTo>
                    <a:pt x="7874" y="101600"/>
                  </a:lnTo>
                  <a:lnTo>
                    <a:pt x="8000" y="114300"/>
                  </a:lnTo>
                  <a:lnTo>
                    <a:pt x="5461" y="139700"/>
                  </a:lnTo>
                  <a:lnTo>
                    <a:pt x="3809" y="165100"/>
                  </a:lnTo>
                  <a:lnTo>
                    <a:pt x="2159" y="177800"/>
                  </a:lnTo>
                  <a:lnTo>
                    <a:pt x="1143" y="203200"/>
                  </a:lnTo>
                  <a:lnTo>
                    <a:pt x="508" y="228600"/>
                  </a:lnTo>
                  <a:lnTo>
                    <a:pt x="508" y="254000"/>
                  </a:lnTo>
                  <a:lnTo>
                    <a:pt x="889" y="279400"/>
                  </a:lnTo>
                  <a:lnTo>
                    <a:pt x="1524" y="304800"/>
                  </a:lnTo>
                  <a:lnTo>
                    <a:pt x="2286" y="330200"/>
                  </a:lnTo>
                  <a:lnTo>
                    <a:pt x="2793" y="381000"/>
                  </a:lnTo>
                  <a:lnTo>
                    <a:pt x="2540" y="393700"/>
                  </a:lnTo>
                  <a:lnTo>
                    <a:pt x="1778" y="444500"/>
                  </a:lnTo>
                  <a:lnTo>
                    <a:pt x="1143" y="469900"/>
                  </a:lnTo>
                  <a:lnTo>
                    <a:pt x="762" y="495300"/>
                  </a:lnTo>
                  <a:lnTo>
                    <a:pt x="0" y="520700"/>
                  </a:lnTo>
                  <a:lnTo>
                    <a:pt x="0" y="558800"/>
                  </a:lnTo>
                  <a:lnTo>
                    <a:pt x="762" y="596900"/>
                  </a:lnTo>
                  <a:lnTo>
                    <a:pt x="2159" y="622300"/>
                  </a:lnTo>
                  <a:lnTo>
                    <a:pt x="7239" y="673100"/>
                  </a:lnTo>
                  <a:lnTo>
                    <a:pt x="11556" y="698500"/>
                  </a:lnTo>
                  <a:lnTo>
                    <a:pt x="17144" y="723900"/>
                  </a:lnTo>
                  <a:lnTo>
                    <a:pt x="22478" y="749300"/>
                  </a:lnTo>
                  <a:lnTo>
                    <a:pt x="33655" y="800100"/>
                  </a:lnTo>
                  <a:lnTo>
                    <a:pt x="38989" y="838200"/>
                  </a:lnTo>
                  <a:lnTo>
                    <a:pt x="42544" y="850900"/>
                  </a:lnTo>
                  <a:lnTo>
                    <a:pt x="50292" y="901700"/>
                  </a:lnTo>
                  <a:lnTo>
                    <a:pt x="53593" y="927100"/>
                  </a:lnTo>
                  <a:lnTo>
                    <a:pt x="57531" y="965200"/>
                  </a:lnTo>
                  <a:lnTo>
                    <a:pt x="60706" y="990600"/>
                  </a:lnTo>
                  <a:lnTo>
                    <a:pt x="63627" y="1016000"/>
                  </a:lnTo>
                  <a:lnTo>
                    <a:pt x="66167" y="1041400"/>
                  </a:lnTo>
                  <a:lnTo>
                    <a:pt x="66167" y="1028700"/>
                  </a:lnTo>
                  <a:lnTo>
                    <a:pt x="81534" y="1028700"/>
                  </a:lnTo>
                  <a:lnTo>
                    <a:pt x="78993" y="1016000"/>
                  </a:lnTo>
                  <a:lnTo>
                    <a:pt x="76200" y="990600"/>
                  </a:lnTo>
                  <a:lnTo>
                    <a:pt x="72897" y="965200"/>
                  </a:lnTo>
                  <a:lnTo>
                    <a:pt x="68961" y="927100"/>
                  </a:lnTo>
                  <a:lnTo>
                    <a:pt x="65786" y="901700"/>
                  </a:lnTo>
                  <a:lnTo>
                    <a:pt x="65659" y="901700"/>
                  </a:lnTo>
                  <a:lnTo>
                    <a:pt x="61721" y="876300"/>
                  </a:lnTo>
                  <a:lnTo>
                    <a:pt x="57658" y="850900"/>
                  </a:lnTo>
                  <a:lnTo>
                    <a:pt x="53975" y="825500"/>
                  </a:lnTo>
                  <a:lnTo>
                    <a:pt x="48514" y="800100"/>
                  </a:lnTo>
                  <a:lnTo>
                    <a:pt x="38100" y="749300"/>
                  </a:lnTo>
                  <a:lnTo>
                    <a:pt x="32765" y="723900"/>
                  </a:lnTo>
                  <a:lnTo>
                    <a:pt x="27431" y="685800"/>
                  </a:lnTo>
                  <a:lnTo>
                    <a:pt x="23749" y="673100"/>
                  </a:lnTo>
                  <a:lnTo>
                    <a:pt x="21336" y="647700"/>
                  </a:lnTo>
                  <a:lnTo>
                    <a:pt x="18796" y="622300"/>
                  </a:lnTo>
                  <a:lnTo>
                    <a:pt x="17399" y="596900"/>
                  </a:lnTo>
                  <a:lnTo>
                    <a:pt x="16637" y="558800"/>
                  </a:lnTo>
                  <a:lnTo>
                    <a:pt x="16637" y="533400"/>
                  </a:lnTo>
                  <a:lnTo>
                    <a:pt x="17399" y="495300"/>
                  </a:lnTo>
                  <a:lnTo>
                    <a:pt x="17653" y="469900"/>
                  </a:lnTo>
                  <a:lnTo>
                    <a:pt x="18415" y="444500"/>
                  </a:lnTo>
                  <a:lnTo>
                    <a:pt x="19177" y="393700"/>
                  </a:lnTo>
                  <a:lnTo>
                    <a:pt x="18415" y="355600"/>
                  </a:lnTo>
                  <a:lnTo>
                    <a:pt x="18034" y="330200"/>
                  </a:lnTo>
                  <a:lnTo>
                    <a:pt x="17906" y="304800"/>
                  </a:lnTo>
                  <a:lnTo>
                    <a:pt x="17906" y="279400"/>
                  </a:lnTo>
                  <a:lnTo>
                    <a:pt x="17525" y="254000"/>
                  </a:lnTo>
                  <a:lnTo>
                    <a:pt x="17653" y="228600"/>
                  </a:lnTo>
                  <a:lnTo>
                    <a:pt x="18415" y="203200"/>
                  </a:lnTo>
                  <a:lnTo>
                    <a:pt x="19558" y="190500"/>
                  </a:lnTo>
                  <a:lnTo>
                    <a:pt x="23368" y="139700"/>
                  </a:lnTo>
                  <a:lnTo>
                    <a:pt x="25908" y="114300"/>
                  </a:lnTo>
                  <a:lnTo>
                    <a:pt x="25781" y="114300"/>
                  </a:lnTo>
                  <a:lnTo>
                    <a:pt x="28067" y="101600"/>
                  </a:lnTo>
                  <a:lnTo>
                    <a:pt x="28321" y="101600"/>
                  </a:lnTo>
                  <a:lnTo>
                    <a:pt x="28575" y="76200"/>
                  </a:lnTo>
                  <a:close/>
                </a:path>
                <a:path w="394335" h="2451100">
                  <a:moveTo>
                    <a:pt x="24256" y="25400"/>
                  </a:moveTo>
                  <a:lnTo>
                    <a:pt x="4953" y="25400"/>
                  </a:lnTo>
                  <a:lnTo>
                    <a:pt x="4953" y="38100"/>
                  </a:lnTo>
                  <a:lnTo>
                    <a:pt x="5715" y="50800"/>
                  </a:lnTo>
                  <a:lnTo>
                    <a:pt x="6477" y="50800"/>
                  </a:lnTo>
                  <a:lnTo>
                    <a:pt x="7874" y="76200"/>
                  </a:lnTo>
                  <a:lnTo>
                    <a:pt x="28193" y="76200"/>
                  </a:lnTo>
                  <a:lnTo>
                    <a:pt x="28193" y="63500"/>
                  </a:lnTo>
                  <a:lnTo>
                    <a:pt x="26796" y="50800"/>
                  </a:lnTo>
                  <a:lnTo>
                    <a:pt x="26034" y="38100"/>
                  </a:lnTo>
                  <a:lnTo>
                    <a:pt x="21081" y="38100"/>
                  </a:lnTo>
                  <a:lnTo>
                    <a:pt x="24256" y="25400"/>
                  </a:lnTo>
                  <a:close/>
                </a:path>
                <a:path w="394335" h="2451100">
                  <a:moveTo>
                    <a:pt x="25400" y="25400"/>
                  </a:moveTo>
                  <a:lnTo>
                    <a:pt x="25146" y="25400"/>
                  </a:lnTo>
                  <a:lnTo>
                    <a:pt x="21081" y="38100"/>
                  </a:lnTo>
                  <a:lnTo>
                    <a:pt x="25400" y="38100"/>
                  </a:lnTo>
                  <a:lnTo>
                    <a:pt x="25400" y="25400"/>
                  </a:lnTo>
                  <a:close/>
                </a:path>
                <a:path w="394335" h="2451100">
                  <a:moveTo>
                    <a:pt x="269494" y="25400"/>
                  </a:moveTo>
                  <a:lnTo>
                    <a:pt x="199771" y="25400"/>
                  </a:lnTo>
                  <a:lnTo>
                    <a:pt x="219328" y="38100"/>
                  </a:lnTo>
                  <a:lnTo>
                    <a:pt x="269113" y="38100"/>
                  </a:lnTo>
                  <a:lnTo>
                    <a:pt x="269494" y="25400"/>
                  </a:lnTo>
                  <a:close/>
                </a:path>
                <a:path w="394335" h="2451100">
                  <a:moveTo>
                    <a:pt x="245237" y="12700"/>
                  </a:moveTo>
                  <a:lnTo>
                    <a:pt x="7874" y="12700"/>
                  </a:lnTo>
                  <a:lnTo>
                    <a:pt x="5842" y="25400"/>
                  </a:lnTo>
                  <a:lnTo>
                    <a:pt x="253237" y="25400"/>
                  </a:lnTo>
                  <a:lnTo>
                    <a:pt x="245237" y="12700"/>
                  </a:lnTo>
                  <a:close/>
                </a:path>
                <a:path w="394335" h="2451100">
                  <a:moveTo>
                    <a:pt x="168909" y="0"/>
                  </a:moveTo>
                  <a:lnTo>
                    <a:pt x="67309" y="0"/>
                  </a:lnTo>
                  <a:lnTo>
                    <a:pt x="50418" y="12700"/>
                  </a:lnTo>
                  <a:lnTo>
                    <a:pt x="179705" y="12700"/>
                  </a:lnTo>
                  <a:lnTo>
                    <a:pt x="168909" y="0"/>
                  </a:lnTo>
                  <a:close/>
                </a:path>
              </a:pathLst>
            </a:custGeom>
            <a:solidFill>
              <a:srgbClr val="0096FF"/>
            </a:solidFill>
          </p:spPr>
          <p:txBody>
            <a:bodyPr wrap="square" lIns="0" tIns="0" rIns="0" bIns="0" rtlCol="0"/>
            <a:lstStyle/>
            <a:p>
              <a:endParaRPr sz="2400"/>
            </a:p>
          </p:txBody>
        </p:sp>
        <p:pic>
          <p:nvPicPr>
            <p:cNvPr id="17" name="object 17"/>
            <p:cNvPicPr/>
            <p:nvPr/>
          </p:nvPicPr>
          <p:blipFill>
            <a:blip r:embed="rId13" cstate="print"/>
            <a:stretch>
              <a:fillRect/>
            </a:stretch>
          </p:blipFill>
          <p:spPr>
            <a:xfrm>
              <a:off x="1070546" y="1103502"/>
              <a:ext cx="600265" cy="281939"/>
            </a:xfrm>
            <a:prstGeom prst="rect">
              <a:avLst/>
            </a:prstGeom>
          </p:spPr>
        </p:pic>
      </p:grpSp>
      <p:sp>
        <p:nvSpPr>
          <p:cNvPr id="18" name="object 18"/>
          <p:cNvSpPr txBox="1">
            <a:spLocks noGrp="1"/>
          </p:cNvSpPr>
          <p:nvPr>
            <p:ph type="title"/>
          </p:nvPr>
        </p:nvSpPr>
        <p:spPr>
          <a:xfrm>
            <a:off x="1827571" y="227642"/>
            <a:ext cx="6285653" cy="571951"/>
          </a:xfrm>
          <a:prstGeom prst="rect">
            <a:avLst/>
          </a:prstGeom>
        </p:spPr>
        <p:txBody>
          <a:bodyPr vert="horz" wrap="square" lIns="0" tIns="17780" rIns="0" bIns="0" rtlCol="0" anchor="ctr">
            <a:spAutoFit/>
          </a:bodyPr>
          <a:lstStyle/>
          <a:p>
            <a:pPr marL="16933">
              <a:spcBef>
                <a:spcPts val="140"/>
              </a:spcBef>
            </a:pPr>
            <a:r>
              <a:rPr sz="4000" spc="15" dirty="0"/>
              <a:t>Clustering:</a:t>
            </a:r>
            <a:r>
              <a:rPr sz="4000" spc="-247" dirty="0"/>
              <a:t> </a:t>
            </a:r>
            <a:r>
              <a:rPr sz="4000" spc="7" dirty="0"/>
              <a:t>Google</a:t>
            </a:r>
            <a:r>
              <a:rPr sz="4000" spc="-27" dirty="0"/>
              <a:t> </a:t>
            </a:r>
            <a:r>
              <a:rPr sz="4000" spc="-7" dirty="0"/>
              <a:t>news</a:t>
            </a:r>
            <a:endParaRPr sz="4000" dirty="0"/>
          </a:p>
        </p:txBody>
      </p:sp>
      <p:sp>
        <p:nvSpPr>
          <p:cNvPr id="20" name="Slide Number Placeholder 19">
            <a:extLst>
              <a:ext uri="{FF2B5EF4-FFF2-40B4-BE49-F238E27FC236}">
                <a16:creationId xmlns:a16="http://schemas.microsoft.com/office/drawing/2014/main" id="{34FE5EF3-C32C-7F31-45BD-0BFBA6FEAB03}"/>
              </a:ext>
            </a:extLst>
          </p:cNvPr>
          <p:cNvSpPr>
            <a:spLocks noGrp="1"/>
          </p:cNvSpPr>
          <p:nvPr>
            <p:ph type="sldNum" sz="quarter" idx="12"/>
          </p:nvPr>
        </p:nvSpPr>
        <p:spPr/>
        <p:txBody>
          <a:bodyPr/>
          <a:lstStyle/>
          <a:p>
            <a:fld id="{EB17D4FA-7C84-BF4C-87EB-41A15D920012}" type="slidenum">
              <a:rPr lang="en-PS" smtClean="0"/>
              <a:t>13</a:t>
            </a:fld>
            <a:endParaRPr lang="en-P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42541" y="385108"/>
            <a:ext cx="7100148" cy="571951"/>
          </a:xfrm>
          <a:prstGeom prst="rect">
            <a:avLst/>
          </a:prstGeom>
        </p:spPr>
        <p:txBody>
          <a:bodyPr vert="horz" wrap="square" lIns="0" tIns="17780" rIns="0" bIns="0" rtlCol="0" anchor="ctr">
            <a:spAutoFit/>
          </a:bodyPr>
          <a:lstStyle/>
          <a:p>
            <a:pPr marL="16933">
              <a:spcBef>
                <a:spcPts val="140"/>
              </a:spcBef>
            </a:pPr>
            <a:r>
              <a:rPr sz="4000" spc="15" dirty="0"/>
              <a:t>Clustering:</a:t>
            </a:r>
            <a:r>
              <a:rPr sz="4000" spc="-260" dirty="0"/>
              <a:t> </a:t>
            </a:r>
            <a:r>
              <a:rPr sz="4000" spc="7" dirty="0"/>
              <a:t>DNA</a:t>
            </a:r>
            <a:r>
              <a:rPr sz="4000" spc="-73" dirty="0"/>
              <a:t> </a:t>
            </a:r>
            <a:r>
              <a:rPr sz="4000" spc="7" dirty="0"/>
              <a:t>microarray</a:t>
            </a:r>
            <a:endParaRPr sz="4000"/>
          </a:p>
        </p:txBody>
      </p:sp>
      <p:pic>
        <p:nvPicPr>
          <p:cNvPr id="3" name="object 3"/>
          <p:cNvPicPr/>
          <p:nvPr/>
        </p:nvPicPr>
        <p:blipFill>
          <a:blip r:embed="rId3" cstate="print"/>
          <a:stretch>
            <a:fillRect/>
          </a:stretch>
        </p:blipFill>
        <p:spPr>
          <a:xfrm>
            <a:off x="2324103" y="1638303"/>
            <a:ext cx="7785100" cy="3086100"/>
          </a:xfrm>
          <a:prstGeom prst="rect">
            <a:avLst/>
          </a:prstGeom>
        </p:spPr>
      </p:pic>
      <p:sp>
        <p:nvSpPr>
          <p:cNvPr id="4" name="object 4"/>
          <p:cNvSpPr txBox="1"/>
          <p:nvPr/>
        </p:nvSpPr>
        <p:spPr>
          <a:xfrm>
            <a:off x="5105401" y="4871721"/>
            <a:ext cx="2494281" cy="843096"/>
          </a:xfrm>
          <a:prstGeom prst="rect">
            <a:avLst/>
          </a:prstGeom>
        </p:spPr>
        <p:txBody>
          <a:bodyPr vert="horz" wrap="square" lIns="0" tIns="22015" rIns="0" bIns="0" rtlCol="0">
            <a:spAutoFit/>
          </a:bodyPr>
          <a:lstStyle/>
          <a:p>
            <a:pPr marL="6773" algn="ctr">
              <a:spcBef>
                <a:spcPts val="175"/>
              </a:spcBef>
            </a:pPr>
            <a:r>
              <a:rPr sz="2667" dirty="0">
                <a:latin typeface="Verdana"/>
                <a:cs typeface="Verdana"/>
              </a:rPr>
              <a:t>individuals</a:t>
            </a:r>
            <a:endParaRPr sz="2667">
              <a:latin typeface="Verdana"/>
              <a:cs typeface="Verdana"/>
            </a:endParaRPr>
          </a:p>
          <a:p>
            <a:pPr algn="ctr">
              <a:spcBef>
                <a:spcPts val="7"/>
              </a:spcBef>
            </a:pPr>
            <a:r>
              <a:rPr sz="2667" spc="7" dirty="0">
                <a:latin typeface="Verdana"/>
                <a:cs typeface="Verdana"/>
              </a:rPr>
              <a:t>(each</a:t>
            </a:r>
            <a:r>
              <a:rPr sz="2667" spc="-133" dirty="0">
                <a:latin typeface="Verdana"/>
                <a:cs typeface="Verdana"/>
              </a:rPr>
              <a:t> </a:t>
            </a:r>
            <a:r>
              <a:rPr sz="2667" dirty="0">
                <a:latin typeface="Verdana"/>
                <a:cs typeface="Verdana"/>
              </a:rPr>
              <a:t>column)</a:t>
            </a:r>
            <a:endParaRPr sz="2667">
              <a:latin typeface="Verdana"/>
              <a:cs typeface="Verdana"/>
            </a:endParaRPr>
          </a:p>
        </p:txBody>
      </p:sp>
      <p:sp>
        <p:nvSpPr>
          <p:cNvPr id="5" name="object 5"/>
          <p:cNvSpPr txBox="1"/>
          <p:nvPr/>
        </p:nvSpPr>
        <p:spPr>
          <a:xfrm>
            <a:off x="286599" y="1292352"/>
            <a:ext cx="1892300" cy="843096"/>
          </a:xfrm>
          <a:prstGeom prst="rect">
            <a:avLst/>
          </a:prstGeom>
        </p:spPr>
        <p:txBody>
          <a:bodyPr vert="horz" wrap="square" lIns="0" tIns="22015" rIns="0" bIns="0" rtlCol="0">
            <a:spAutoFit/>
          </a:bodyPr>
          <a:lstStyle/>
          <a:p>
            <a:pPr algn="ctr">
              <a:spcBef>
                <a:spcPts val="175"/>
              </a:spcBef>
            </a:pPr>
            <a:r>
              <a:rPr sz="2667" spc="15" dirty="0">
                <a:latin typeface="Verdana"/>
                <a:cs typeface="Verdana"/>
              </a:rPr>
              <a:t>genes</a:t>
            </a:r>
            <a:endParaRPr sz="2667">
              <a:latin typeface="Verdana"/>
              <a:cs typeface="Verdana"/>
            </a:endParaRPr>
          </a:p>
          <a:p>
            <a:pPr algn="ctr">
              <a:spcBef>
                <a:spcPts val="7"/>
              </a:spcBef>
            </a:pPr>
            <a:r>
              <a:rPr sz="2667" dirty="0">
                <a:latin typeface="Verdana"/>
                <a:cs typeface="Verdana"/>
              </a:rPr>
              <a:t>(each</a:t>
            </a:r>
            <a:r>
              <a:rPr sz="2667" spc="-133" dirty="0">
                <a:latin typeface="Verdana"/>
                <a:cs typeface="Verdana"/>
              </a:rPr>
              <a:t> </a:t>
            </a:r>
            <a:r>
              <a:rPr sz="2667" spc="15" dirty="0">
                <a:latin typeface="Verdana"/>
                <a:cs typeface="Verdana"/>
              </a:rPr>
              <a:t>row)</a:t>
            </a:r>
            <a:endParaRPr sz="2667">
              <a:latin typeface="Verdana"/>
              <a:cs typeface="Verdana"/>
            </a:endParaRPr>
          </a:p>
        </p:txBody>
      </p:sp>
      <p:grpSp>
        <p:nvGrpSpPr>
          <p:cNvPr id="6" name="object 6"/>
          <p:cNvGrpSpPr/>
          <p:nvPr/>
        </p:nvGrpSpPr>
        <p:grpSpPr>
          <a:xfrm>
            <a:off x="1150844" y="1000759"/>
            <a:ext cx="7852833" cy="4625339"/>
            <a:chOff x="863130" y="750569"/>
            <a:chExt cx="5889625" cy="3469004"/>
          </a:xfrm>
        </p:grpSpPr>
        <p:pic>
          <p:nvPicPr>
            <p:cNvPr id="7" name="object 7"/>
            <p:cNvPicPr/>
            <p:nvPr/>
          </p:nvPicPr>
          <p:blipFill>
            <a:blip r:embed="rId4" cstate="print"/>
            <a:stretch>
              <a:fillRect/>
            </a:stretch>
          </p:blipFill>
          <p:spPr>
            <a:xfrm>
              <a:off x="1756917" y="3505072"/>
              <a:ext cx="459069" cy="714082"/>
            </a:xfrm>
            <a:prstGeom prst="rect">
              <a:avLst/>
            </a:prstGeom>
          </p:spPr>
        </p:pic>
        <p:pic>
          <p:nvPicPr>
            <p:cNvPr id="8" name="object 8"/>
            <p:cNvPicPr/>
            <p:nvPr/>
          </p:nvPicPr>
          <p:blipFill>
            <a:blip r:embed="rId5" cstate="print"/>
            <a:stretch>
              <a:fillRect/>
            </a:stretch>
          </p:blipFill>
          <p:spPr>
            <a:xfrm>
              <a:off x="913150" y="1791334"/>
              <a:ext cx="834115" cy="268477"/>
            </a:xfrm>
            <a:prstGeom prst="rect">
              <a:avLst/>
            </a:prstGeom>
          </p:spPr>
        </p:pic>
        <p:pic>
          <p:nvPicPr>
            <p:cNvPr id="9" name="object 9"/>
            <p:cNvPicPr/>
            <p:nvPr/>
          </p:nvPicPr>
          <p:blipFill>
            <a:blip r:embed="rId6" cstate="print"/>
            <a:stretch>
              <a:fillRect/>
            </a:stretch>
          </p:blipFill>
          <p:spPr>
            <a:xfrm>
              <a:off x="1291208" y="2367152"/>
              <a:ext cx="458342" cy="125730"/>
            </a:xfrm>
            <a:prstGeom prst="rect">
              <a:avLst/>
            </a:prstGeom>
          </p:spPr>
        </p:pic>
        <p:pic>
          <p:nvPicPr>
            <p:cNvPr id="10" name="object 10"/>
            <p:cNvPicPr/>
            <p:nvPr/>
          </p:nvPicPr>
          <p:blipFill>
            <a:blip r:embed="rId7" cstate="print"/>
            <a:stretch>
              <a:fillRect/>
            </a:stretch>
          </p:blipFill>
          <p:spPr>
            <a:xfrm>
              <a:off x="928357" y="2280411"/>
              <a:ext cx="183324" cy="323723"/>
            </a:xfrm>
            <a:prstGeom prst="rect">
              <a:avLst/>
            </a:prstGeom>
          </p:spPr>
        </p:pic>
        <p:pic>
          <p:nvPicPr>
            <p:cNvPr id="11" name="object 11"/>
            <p:cNvPicPr/>
            <p:nvPr/>
          </p:nvPicPr>
          <p:blipFill>
            <a:blip r:embed="rId8" cstate="print"/>
            <a:stretch>
              <a:fillRect/>
            </a:stretch>
          </p:blipFill>
          <p:spPr>
            <a:xfrm>
              <a:off x="4627191" y="830071"/>
              <a:ext cx="840539" cy="381253"/>
            </a:xfrm>
            <a:prstGeom prst="rect">
              <a:avLst/>
            </a:prstGeom>
          </p:spPr>
        </p:pic>
        <p:pic>
          <p:nvPicPr>
            <p:cNvPr id="12" name="object 12"/>
            <p:cNvPicPr/>
            <p:nvPr/>
          </p:nvPicPr>
          <p:blipFill>
            <a:blip r:embed="rId9" cstate="print"/>
            <a:stretch>
              <a:fillRect/>
            </a:stretch>
          </p:blipFill>
          <p:spPr>
            <a:xfrm>
              <a:off x="5796914" y="828039"/>
              <a:ext cx="955611" cy="379983"/>
            </a:xfrm>
            <a:prstGeom prst="rect">
              <a:avLst/>
            </a:prstGeom>
          </p:spPr>
        </p:pic>
        <p:pic>
          <p:nvPicPr>
            <p:cNvPr id="13" name="object 13"/>
            <p:cNvPicPr/>
            <p:nvPr/>
          </p:nvPicPr>
          <p:blipFill>
            <a:blip r:embed="rId10" cstate="print"/>
            <a:stretch>
              <a:fillRect/>
            </a:stretch>
          </p:blipFill>
          <p:spPr>
            <a:xfrm>
              <a:off x="1461388" y="3129406"/>
              <a:ext cx="297561" cy="125856"/>
            </a:xfrm>
            <a:prstGeom prst="rect">
              <a:avLst/>
            </a:prstGeom>
          </p:spPr>
        </p:pic>
        <p:pic>
          <p:nvPicPr>
            <p:cNvPr id="14" name="object 14"/>
            <p:cNvPicPr/>
            <p:nvPr/>
          </p:nvPicPr>
          <p:blipFill>
            <a:blip r:embed="rId11" cstate="print"/>
            <a:stretch>
              <a:fillRect/>
            </a:stretch>
          </p:blipFill>
          <p:spPr>
            <a:xfrm>
              <a:off x="1614049" y="750569"/>
              <a:ext cx="725290" cy="467232"/>
            </a:xfrm>
            <a:prstGeom prst="rect">
              <a:avLst/>
            </a:prstGeom>
          </p:spPr>
        </p:pic>
        <p:pic>
          <p:nvPicPr>
            <p:cNvPr id="15" name="object 15"/>
            <p:cNvPicPr/>
            <p:nvPr/>
          </p:nvPicPr>
          <p:blipFill>
            <a:blip r:embed="rId12" cstate="print"/>
            <a:stretch>
              <a:fillRect/>
            </a:stretch>
          </p:blipFill>
          <p:spPr>
            <a:xfrm>
              <a:off x="1119976" y="3323462"/>
              <a:ext cx="157643" cy="578180"/>
            </a:xfrm>
            <a:prstGeom prst="rect">
              <a:avLst/>
            </a:prstGeom>
          </p:spPr>
        </p:pic>
        <p:pic>
          <p:nvPicPr>
            <p:cNvPr id="16" name="object 16"/>
            <p:cNvPicPr/>
            <p:nvPr/>
          </p:nvPicPr>
          <p:blipFill>
            <a:blip r:embed="rId13" cstate="print"/>
            <a:stretch>
              <a:fillRect/>
            </a:stretch>
          </p:blipFill>
          <p:spPr>
            <a:xfrm>
              <a:off x="863130" y="2968624"/>
              <a:ext cx="377596" cy="317500"/>
            </a:xfrm>
            <a:prstGeom prst="rect">
              <a:avLst/>
            </a:prstGeom>
          </p:spPr>
        </p:pic>
      </p:grpSp>
      <p:pic>
        <p:nvPicPr>
          <p:cNvPr id="17" name="object 17"/>
          <p:cNvPicPr/>
          <p:nvPr/>
        </p:nvPicPr>
        <p:blipFill>
          <a:blip r:embed="rId14" cstate="print"/>
          <a:stretch>
            <a:fillRect/>
          </a:stretch>
        </p:blipFill>
        <p:spPr>
          <a:xfrm>
            <a:off x="850377" y="2844968"/>
            <a:ext cx="273695" cy="635339"/>
          </a:xfrm>
          <a:prstGeom prst="rect">
            <a:avLst/>
          </a:prstGeom>
        </p:spPr>
      </p:pic>
      <p:pic>
        <p:nvPicPr>
          <p:cNvPr id="18" name="object 18"/>
          <p:cNvPicPr/>
          <p:nvPr/>
        </p:nvPicPr>
        <p:blipFill>
          <a:blip r:embed="rId15" cstate="print"/>
          <a:stretch>
            <a:fillRect/>
          </a:stretch>
        </p:blipFill>
        <p:spPr>
          <a:xfrm>
            <a:off x="281041" y="3782399"/>
            <a:ext cx="627211" cy="887984"/>
          </a:xfrm>
          <a:prstGeom prst="rect">
            <a:avLst/>
          </a:prstGeom>
        </p:spPr>
      </p:pic>
      <p:sp>
        <p:nvSpPr>
          <p:cNvPr id="20" name="Slide Number Placeholder 19">
            <a:extLst>
              <a:ext uri="{FF2B5EF4-FFF2-40B4-BE49-F238E27FC236}">
                <a16:creationId xmlns:a16="http://schemas.microsoft.com/office/drawing/2014/main" id="{1455B580-24E5-37EE-2232-F80A7B46F4AB}"/>
              </a:ext>
            </a:extLst>
          </p:cNvPr>
          <p:cNvSpPr>
            <a:spLocks noGrp="1"/>
          </p:cNvSpPr>
          <p:nvPr>
            <p:ph type="sldNum" sz="quarter" idx="12"/>
          </p:nvPr>
        </p:nvSpPr>
        <p:spPr/>
        <p:txBody>
          <a:bodyPr/>
          <a:lstStyle/>
          <a:p>
            <a:fld id="{EB17D4FA-7C84-BF4C-87EB-41A15D920012}" type="slidenum">
              <a:rPr lang="en-PS" smtClean="0"/>
              <a:t>14</a:t>
            </a:fld>
            <a:endParaRPr lang="en-P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47721" y="188093"/>
            <a:ext cx="8171180" cy="571951"/>
          </a:xfrm>
          <a:prstGeom prst="rect">
            <a:avLst/>
          </a:prstGeom>
        </p:spPr>
        <p:txBody>
          <a:bodyPr vert="horz" wrap="square" lIns="0" tIns="17780" rIns="0" bIns="0" rtlCol="0" anchor="ctr">
            <a:spAutoFit/>
          </a:bodyPr>
          <a:lstStyle/>
          <a:p>
            <a:pPr marL="16933">
              <a:spcBef>
                <a:spcPts val="140"/>
              </a:spcBef>
            </a:pPr>
            <a:r>
              <a:rPr sz="4000" spc="15" dirty="0"/>
              <a:t>Clustering:</a:t>
            </a:r>
            <a:r>
              <a:rPr sz="4000" spc="-267" dirty="0"/>
              <a:t> </a:t>
            </a:r>
            <a:r>
              <a:rPr sz="4000" spc="-7" dirty="0"/>
              <a:t>Grouping</a:t>
            </a:r>
            <a:r>
              <a:rPr sz="4000" spc="-41" dirty="0"/>
              <a:t> </a:t>
            </a:r>
            <a:r>
              <a:rPr sz="4000" dirty="0"/>
              <a:t>customers</a:t>
            </a:r>
          </a:p>
        </p:txBody>
      </p:sp>
      <p:grpSp>
        <p:nvGrpSpPr>
          <p:cNvPr id="29" name="Group 28">
            <a:extLst>
              <a:ext uri="{FF2B5EF4-FFF2-40B4-BE49-F238E27FC236}">
                <a16:creationId xmlns:a16="http://schemas.microsoft.com/office/drawing/2014/main" id="{21C4F892-D5B6-42F6-F154-489C1745E55C}"/>
              </a:ext>
            </a:extLst>
          </p:cNvPr>
          <p:cNvGrpSpPr/>
          <p:nvPr/>
        </p:nvGrpSpPr>
        <p:grpSpPr>
          <a:xfrm>
            <a:off x="2146041" y="1919253"/>
            <a:ext cx="9414588" cy="4619659"/>
            <a:chOff x="1304236" y="1736691"/>
            <a:chExt cx="9210377" cy="4619659"/>
          </a:xfrm>
        </p:grpSpPr>
        <p:grpSp>
          <p:nvGrpSpPr>
            <p:cNvPr id="3" name="object 3"/>
            <p:cNvGrpSpPr/>
            <p:nvPr/>
          </p:nvGrpSpPr>
          <p:grpSpPr>
            <a:xfrm>
              <a:off x="3907736" y="2035580"/>
              <a:ext cx="4781127" cy="3299460"/>
              <a:chOff x="2314575" y="1019175"/>
              <a:chExt cx="3585845" cy="2474595"/>
            </a:xfrm>
          </p:grpSpPr>
          <p:sp>
            <p:nvSpPr>
              <p:cNvPr id="4" name="object 4"/>
              <p:cNvSpPr/>
              <p:nvPr/>
            </p:nvSpPr>
            <p:spPr>
              <a:xfrm>
                <a:off x="2314575" y="1019174"/>
                <a:ext cx="3585845" cy="2474595"/>
              </a:xfrm>
              <a:custGeom>
                <a:avLst/>
                <a:gdLst/>
                <a:ahLst/>
                <a:cxnLst/>
                <a:rect l="l" t="t" r="r" b="b"/>
                <a:pathLst>
                  <a:path w="3585845" h="2474595">
                    <a:moveTo>
                      <a:pt x="3585845" y="2228850"/>
                    </a:moveTo>
                    <a:lnTo>
                      <a:pt x="3562985" y="2209800"/>
                    </a:lnTo>
                    <a:lnTo>
                      <a:pt x="3454019" y="2118995"/>
                    </a:lnTo>
                    <a:lnTo>
                      <a:pt x="3447326" y="2115401"/>
                    </a:lnTo>
                    <a:lnTo>
                      <a:pt x="3422777" y="2135340"/>
                    </a:lnTo>
                    <a:lnTo>
                      <a:pt x="3424809" y="2142325"/>
                    </a:lnTo>
                    <a:lnTo>
                      <a:pt x="3429508" y="2148205"/>
                    </a:lnTo>
                    <a:lnTo>
                      <a:pt x="3503422" y="2209800"/>
                    </a:lnTo>
                    <a:lnTo>
                      <a:pt x="295275" y="2209800"/>
                    </a:lnTo>
                    <a:lnTo>
                      <a:pt x="295275" y="82296"/>
                    </a:lnTo>
                    <a:lnTo>
                      <a:pt x="356870" y="156210"/>
                    </a:lnTo>
                    <a:lnTo>
                      <a:pt x="362750" y="160972"/>
                    </a:lnTo>
                    <a:lnTo>
                      <a:pt x="369735" y="162991"/>
                    </a:lnTo>
                    <a:lnTo>
                      <a:pt x="376986" y="162229"/>
                    </a:lnTo>
                    <a:lnTo>
                      <a:pt x="383667" y="158623"/>
                    </a:lnTo>
                    <a:lnTo>
                      <a:pt x="388416" y="152742"/>
                    </a:lnTo>
                    <a:lnTo>
                      <a:pt x="390436" y="145757"/>
                    </a:lnTo>
                    <a:lnTo>
                      <a:pt x="389674" y="138506"/>
                    </a:lnTo>
                    <a:lnTo>
                      <a:pt x="386080" y="131826"/>
                    </a:lnTo>
                    <a:lnTo>
                      <a:pt x="300990" y="29718"/>
                    </a:lnTo>
                    <a:lnTo>
                      <a:pt x="276225" y="0"/>
                    </a:lnTo>
                    <a:lnTo>
                      <a:pt x="166370" y="131826"/>
                    </a:lnTo>
                    <a:lnTo>
                      <a:pt x="162763" y="138506"/>
                    </a:lnTo>
                    <a:lnTo>
                      <a:pt x="162001" y="145757"/>
                    </a:lnTo>
                    <a:lnTo>
                      <a:pt x="164020" y="152742"/>
                    </a:lnTo>
                    <a:lnTo>
                      <a:pt x="168783" y="158623"/>
                    </a:lnTo>
                    <a:lnTo>
                      <a:pt x="175450" y="162229"/>
                    </a:lnTo>
                    <a:lnTo>
                      <a:pt x="182702" y="162991"/>
                    </a:lnTo>
                    <a:lnTo>
                      <a:pt x="189687" y="160972"/>
                    </a:lnTo>
                    <a:lnTo>
                      <a:pt x="195580" y="156210"/>
                    </a:lnTo>
                    <a:lnTo>
                      <a:pt x="257175" y="82296"/>
                    </a:lnTo>
                    <a:lnTo>
                      <a:pt x="257175" y="2209800"/>
                    </a:lnTo>
                    <a:lnTo>
                      <a:pt x="0" y="2209800"/>
                    </a:lnTo>
                    <a:lnTo>
                      <a:pt x="0" y="2247900"/>
                    </a:lnTo>
                    <a:lnTo>
                      <a:pt x="257175" y="2247900"/>
                    </a:lnTo>
                    <a:lnTo>
                      <a:pt x="257175" y="2474468"/>
                    </a:lnTo>
                    <a:lnTo>
                      <a:pt x="295275" y="2474468"/>
                    </a:lnTo>
                    <a:lnTo>
                      <a:pt x="295275" y="2247900"/>
                    </a:lnTo>
                    <a:lnTo>
                      <a:pt x="3503422" y="2247900"/>
                    </a:lnTo>
                    <a:lnTo>
                      <a:pt x="3429508" y="2309495"/>
                    </a:lnTo>
                    <a:lnTo>
                      <a:pt x="3424809" y="2315387"/>
                    </a:lnTo>
                    <a:lnTo>
                      <a:pt x="3422777" y="2322372"/>
                    </a:lnTo>
                    <a:lnTo>
                      <a:pt x="3423501" y="2329624"/>
                    </a:lnTo>
                    <a:lnTo>
                      <a:pt x="3427095" y="2336292"/>
                    </a:lnTo>
                    <a:lnTo>
                      <a:pt x="3432987" y="2341054"/>
                    </a:lnTo>
                    <a:lnTo>
                      <a:pt x="3440023" y="2343073"/>
                    </a:lnTo>
                    <a:lnTo>
                      <a:pt x="3447326" y="2342311"/>
                    </a:lnTo>
                    <a:lnTo>
                      <a:pt x="3454019" y="2338705"/>
                    </a:lnTo>
                    <a:lnTo>
                      <a:pt x="3562985" y="2247900"/>
                    </a:lnTo>
                    <a:lnTo>
                      <a:pt x="3585845" y="2228850"/>
                    </a:lnTo>
                    <a:close/>
                  </a:path>
                </a:pathLst>
              </a:custGeom>
              <a:solidFill>
                <a:srgbClr val="000000"/>
              </a:solidFill>
            </p:spPr>
            <p:txBody>
              <a:bodyPr wrap="square" lIns="0" tIns="0" rIns="0" bIns="0" rtlCol="0"/>
              <a:lstStyle/>
              <a:p>
                <a:endParaRPr sz="2400"/>
              </a:p>
            </p:txBody>
          </p:sp>
          <p:pic>
            <p:nvPicPr>
              <p:cNvPr id="5" name="object 5"/>
              <p:cNvPicPr/>
              <p:nvPr/>
            </p:nvPicPr>
            <p:blipFill>
              <a:blip r:embed="rId3" cstate="print"/>
              <a:stretch>
                <a:fillRect/>
              </a:stretch>
            </p:blipFill>
            <p:spPr>
              <a:xfrm>
                <a:off x="5067300" y="1676400"/>
                <a:ext cx="447675" cy="447675"/>
              </a:xfrm>
              <a:prstGeom prst="rect">
                <a:avLst/>
              </a:prstGeom>
            </p:spPr>
          </p:pic>
          <p:pic>
            <p:nvPicPr>
              <p:cNvPr id="6" name="object 6"/>
              <p:cNvPicPr/>
              <p:nvPr/>
            </p:nvPicPr>
            <p:blipFill>
              <a:blip r:embed="rId3" cstate="print"/>
              <a:stretch>
                <a:fillRect/>
              </a:stretch>
            </p:blipFill>
            <p:spPr>
              <a:xfrm>
                <a:off x="5286375" y="1895475"/>
                <a:ext cx="447675" cy="447675"/>
              </a:xfrm>
              <a:prstGeom prst="rect">
                <a:avLst/>
              </a:prstGeom>
            </p:spPr>
          </p:pic>
          <p:pic>
            <p:nvPicPr>
              <p:cNvPr id="7" name="object 7"/>
              <p:cNvPicPr/>
              <p:nvPr/>
            </p:nvPicPr>
            <p:blipFill>
              <a:blip r:embed="rId3" cstate="print"/>
              <a:stretch>
                <a:fillRect/>
              </a:stretch>
            </p:blipFill>
            <p:spPr>
              <a:xfrm>
                <a:off x="4953000" y="2009775"/>
                <a:ext cx="447675" cy="447675"/>
              </a:xfrm>
              <a:prstGeom prst="rect">
                <a:avLst/>
              </a:prstGeom>
            </p:spPr>
          </p:pic>
          <p:pic>
            <p:nvPicPr>
              <p:cNvPr id="8" name="object 8"/>
              <p:cNvPicPr/>
              <p:nvPr/>
            </p:nvPicPr>
            <p:blipFill>
              <a:blip r:embed="rId3" cstate="print"/>
              <a:stretch>
                <a:fillRect/>
              </a:stretch>
            </p:blipFill>
            <p:spPr>
              <a:xfrm>
                <a:off x="5181600" y="2190750"/>
                <a:ext cx="447675" cy="447675"/>
              </a:xfrm>
              <a:prstGeom prst="rect">
                <a:avLst/>
              </a:prstGeom>
            </p:spPr>
          </p:pic>
          <p:pic>
            <p:nvPicPr>
              <p:cNvPr id="9" name="object 9"/>
              <p:cNvPicPr/>
              <p:nvPr/>
            </p:nvPicPr>
            <p:blipFill>
              <a:blip r:embed="rId3" cstate="print"/>
              <a:stretch>
                <a:fillRect/>
              </a:stretch>
            </p:blipFill>
            <p:spPr>
              <a:xfrm>
                <a:off x="3438525" y="1409700"/>
                <a:ext cx="447675" cy="447675"/>
              </a:xfrm>
              <a:prstGeom prst="rect">
                <a:avLst/>
              </a:prstGeom>
            </p:spPr>
          </p:pic>
          <p:pic>
            <p:nvPicPr>
              <p:cNvPr id="10" name="object 10"/>
              <p:cNvPicPr/>
              <p:nvPr/>
            </p:nvPicPr>
            <p:blipFill>
              <a:blip r:embed="rId3" cstate="print"/>
              <a:stretch>
                <a:fillRect/>
              </a:stretch>
            </p:blipFill>
            <p:spPr>
              <a:xfrm>
                <a:off x="3619500" y="1704975"/>
                <a:ext cx="447675" cy="447675"/>
              </a:xfrm>
              <a:prstGeom prst="rect">
                <a:avLst/>
              </a:prstGeom>
            </p:spPr>
          </p:pic>
          <p:pic>
            <p:nvPicPr>
              <p:cNvPr id="11" name="object 11"/>
              <p:cNvPicPr/>
              <p:nvPr/>
            </p:nvPicPr>
            <p:blipFill>
              <a:blip r:embed="rId3" cstate="print"/>
              <a:stretch>
                <a:fillRect/>
              </a:stretch>
            </p:blipFill>
            <p:spPr>
              <a:xfrm>
                <a:off x="3343275" y="1752600"/>
                <a:ext cx="447675" cy="447675"/>
              </a:xfrm>
              <a:prstGeom prst="rect">
                <a:avLst/>
              </a:prstGeom>
            </p:spPr>
          </p:pic>
          <p:pic>
            <p:nvPicPr>
              <p:cNvPr id="12" name="object 12"/>
              <p:cNvPicPr/>
              <p:nvPr/>
            </p:nvPicPr>
            <p:blipFill>
              <a:blip r:embed="rId3" cstate="print"/>
              <a:stretch>
                <a:fillRect/>
              </a:stretch>
            </p:blipFill>
            <p:spPr>
              <a:xfrm>
                <a:off x="3114675" y="1628775"/>
                <a:ext cx="447675" cy="447675"/>
              </a:xfrm>
              <a:prstGeom prst="rect">
                <a:avLst/>
              </a:prstGeom>
            </p:spPr>
          </p:pic>
          <p:pic>
            <p:nvPicPr>
              <p:cNvPr id="13" name="object 13"/>
              <p:cNvPicPr/>
              <p:nvPr/>
            </p:nvPicPr>
            <p:blipFill>
              <a:blip r:embed="rId3" cstate="print"/>
              <a:stretch>
                <a:fillRect/>
              </a:stretch>
            </p:blipFill>
            <p:spPr>
              <a:xfrm>
                <a:off x="3105150" y="2000250"/>
                <a:ext cx="447675" cy="447675"/>
              </a:xfrm>
              <a:prstGeom prst="rect">
                <a:avLst/>
              </a:prstGeom>
            </p:spPr>
          </p:pic>
          <p:pic>
            <p:nvPicPr>
              <p:cNvPr id="14" name="object 14"/>
              <p:cNvPicPr/>
              <p:nvPr/>
            </p:nvPicPr>
            <p:blipFill>
              <a:blip r:embed="rId3" cstate="print"/>
              <a:stretch>
                <a:fillRect/>
              </a:stretch>
            </p:blipFill>
            <p:spPr>
              <a:xfrm>
                <a:off x="4362450" y="1171575"/>
                <a:ext cx="447675" cy="447675"/>
              </a:xfrm>
              <a:prstGeom prst="rect">
                <a:avLst/>
              </a:prstGeom>
            </p:spPr>
          </p:pic>
          <p:pic>
            <p:nvPicPr>
              <p:cNvPr id="15" name="object 15"/>
              <p:cNvPicPr/>
              <p:nvPr/>
            </p:nvPicPr>
            <p:blipFill>
              <a:blip r:embed="rId3" cstate="print"/>
              <a:stretch>
                <a:fillRect/>
              </a:stretch>
            </p:blipFill>
            <p:spPr>
              <a:xfrm>
                <a:off x="3876675" y="2771775"/>
                <a:ext cx="447675" cy="447675"/>
              </a:xfrm>
              <a:prstGeom prst="rect">
                <a:avLst/>
              </a:prstGeom>
            </p:spPr>
          </p:pic>
          <p:pic>
            <p:nvPicPr>
              <p:cNvPr id="16" name="object 16"/>
              <p:cNvPicPr/>
              <p:nvPr/>
            </p:nvPicPr>
            <p:blipFill>
              <a:blip r:embed="rId3" cstate="print"/>
              <a:stretch>
                <a:fillRect/>
              </a:stretch>
            </p:blipFill>
            <p:spPr>
              <a:xfrm>
                <a:off x="4238625" y="2790825"/>
                <a:ext cx="447675" cy="447675"/>
              </a:xfrm>
              <a:prstGeom prst="rect">
                <a:avLst/>
              </a:prstGeom>
            </p:spPr>
          </p:pic>
          <p:pic>
            <p:nvPicPr>
              <p:cNvPr id="17" name="object 17"/>
              <p:cNvPicPr/>
              <p:nvPr/>
            </p:nvPicPr>
            <p:blipFill>
              <a:blip r:embed="rId3" cstate="print"/>
              <a:stretch>
                <a:fillRect/>
              </a:stretch>
            </p:blipFill>
            <p:spPr>
              <a:xfrm>
                <a:off x="3752850" y="2705100"/>
                <a:ext cx="447675" cy="457200"/>
              </a:xfrm>
              <a:prstGeom prst="rect">
                <a:avLst/>
              </a:prstGeom>
            </p:spPr>
          </p:pic>
          <p:pic>
            <p:nvPicPr>
              <p:cNvPr id="18" name="object 18"/>
              <p:cNvPicPr/>
              <p:nvPr/>
            </p:nvPicPr>
            <p:blipFill>
              <a:blip r:embed="rId3" cstate="print"/>
              <a:stretch>
                <a:fillRect/>
              </a:stretch>
            </p:blipFill>
            <p:spPr>
              <a:xfrm>
                <a:off x="4067175" y="2590800"/>
                <a:ext cx="447675" cy="447675"/>
              </a:xfrm>
              <a:prstGeom prst="rect">
                <a:avLst/>
              </a:prstGeom>
            </p:spPr>
          </p:pic>
          <p:pic>
            <p:nvPicPr>
              <p:cNvPr id="19" name="object 19"/>
              <p:cNvPicPr/>
              <p:nvPr/>
            </p:nvPicPr>
            <p:blipFill>
              <a:blip r:embed="rId3" cstate="print"/>
              <a:stretch>
                <a:fillRect/>
              </a:stretch>
            </p:blipFill>
            <p:spPr>
              <a:xfrm>
                <a:off x="3190875" y="1276350"/>
                <a:ext cx="447675" cy="447675"/>
              </a:xfrm>
              <a:prstGeom prst="rect">
                <a:avLst/>
              </a:prstGeom>
            </p:spPr>
          </p:pic>
          <p:pic>
            <p:nvPicPr>
              <p:cNvPr id="20" name="object 20"/>
              <p:cNvPicPr/>
              <p:nvPr/>
            </p:nvPicPr>
            <p:blipFill>
              <a:blip r:embed="rId3" cstate="print"/>
              <a:stretch>
                <a:fillRect/>
              </a:stretch>
            </p:blipFill>
            <p:spPr>
              <a:xfrm>
                <a:off x="5286375" y="1514475"/>
                <a:ext cx="447675" cy="447675"/>
              </a:xfrm>
              <a:prstGeom prst="rect">
                <a:avLst/>
              </a:prstGeom>
            </p:spPr>
          </p:pic>
          <p:pic>
            <p:nvPicPr>
              <p:cNvPr id="21" name="object 21"/>
              <p:cNvPicPr/>
              <p:nvPr/>
            </p:nvPicPr>
            <p:blipFill>
              <a:blip r:embed="rId3" cstate="print"/>
              <a:stretch>
                <a:fillRect/>
              </a:stretch>
            </p:blipFill>
            <p:spPr>
              <a:xfrm>
                <a:off x="4476750" y="2619375"/>
                <a:ext cx="447675" cy="447675"/>
              </a:xfrm>
              <a:prstGeom prst="rect">
                <a:avLst/>
              </a:prstGeom>
            </p:spPr>
          </p:pic>
        </p:grpSp>
        <p:sp>
          <p:nvSpPr>
            <p:cNvPr id="22" name="object 22"/>
            <p:cNvSpPr txBox="1"/>
            <p:nvPr/>
          </p:nvSpPr>
          <p:spPr>
            <a:xfrm>
              <a:off x="1304236" y="2854305"/>
              <a:ext cx="2613660" cy="843096"/>
            </a:xfrm>
            <a:prstGeom prst="rect">
              <a:avLst/>
            </a:prstGeom>
          </p:spPr>
          <p:txBody>
            <a:bodyPr vert="horz" wrap="square" lIns="0" tIns="22015" rIns="0" bIns="0" rtlCol="0">
              <a:spAutoFit/>
            </a:bodyPr>
            <a:lstStyle/>
            <a:p>
              <a:pPr marL="156625">
                <a:spcBef>
                  <a:spcPts val="175"/>
                </a:spcBef>
              </a:pPr>
              <a:r>
                <a:rPr sz="2667" spc="15" dirty="0">
                  <a:solidFill>
                    <a:srgbClr val="FF9300"/>
                  </a:solidFill>
                  <a:latin typeface="Verdana"/>
                  <a:cs typeface="Verdana"/>
                </a:rPr>
                <a:t>growing</a:t>
              </a:r>
              <a:r>
                <a:rPr sz="2667" spc="-175" dirty="0">
                  <a:solidFill>
                    <a:srgbClr val="FF9300"/>
                  </a:solidFill>
                  <a:latin typeface="Verdana"/>
                  <a:cs typeface="Verdana"/>
                </a:rPr>
                <a:t> </a:t>
              </a:r>
              <a:r>
                <a:rPr sz="2667" spc="-15" dirty="0">
                  <a:solidFill>
                    <a:srgbClr val="FF9300"/>
                  </a:solidFill>
                  <a:latin typeface="Verdana"/>
                  <a:cs typeface="Verdana"/>
                </a:rPr>
                <a:t>skills</a:t>
              </a:r>
              <a:endParaRPr sz="2667">
                <a:latin typeface="Verdana"/>
                <a:cs typeface="Verdana"/>
              </a:endParaRPr>
            </a:p>
            <a:p>
              <a:pPr marL="16933">
                <a:spcBef>
                  <a:spcPts val="7"/>
                </a:spcBef>
              </a:pPr>
              <a:r>
                <a:rPr sz="2667" spc="7" dirty="0">
                  <a:solidFill>
                    <a:srgbClr val="FF9300"/>
                  </a:solidFill>
                  <a:latin typeface="Verdana"/>
                  <a:cs typeface="Verdana"/>
                </a:rPr>
                <a:t>and</a:t>
              </a:r>
              <a:r>
                <a:rPr sz="2667" spc="-113" dirty="0">
                  <a:solidFill>
                    <a:srgbClr val="FF9300"/>
                  </a:solidFill>
                  <a:latin typeface="Verdana"/>
                  <a:cs typeface="Verdana"/>
                </a:rPr>
                <a:t> </a:t>
              </a:r>
              <a:r>
                <a:rPr sz="2667" spc="7" dirty="0">
                  <a:solidFill>
                    <a:srgbClr val="FF9300"/>
                  </a:solidFill>
                  <a:latin typeface="Verdana"/>
                  <a:cs typeface="Verdana"/>
                </a:rPr>
                <a:t>knowledge</a:t>
              </a:r>
              <a:endParaRPr sz="2667">
                <a:latin typeface="Verdana"/>
                <a:cs typeface="Verdana"/>
              </a:endParaRPr>
            </a:p>
          </p:txBody>
        </p:sp>
        <p:sp>
          <p:nvSpPr>
            <p:cNvPr id="23" name="object 23"/>
            <p:cNvSpPr txBox="1"/>
            <p:nvPr/>
          </p:nvSpPr>
          <p:spPr>
            <a:xfrm>
              <a:off x="9148940" y="3026605"/>
              <a:ext cx="1365673" cy="842239"/>
            </a:xfrm>
            <a:prstGeom prst="rect">
              <a:avLst/>
            </a:prstGeom>
          </p:spPr>
          <p:txBody>
            <a:bodyPr vert="horz" wrap="square" lIns="0" tIns="21167" rIns="0" bIns="0" rtlCol="0">
              <a:spAutoFit/>
            </a:bodyPr>
            <a:lstStyle/>
            <a:p>
              <a:pPr marL="16933">
                <a:spcBef>
                  <a:spcPts val="167"/>
                </a:spcBef>
              </a:pPr>
              <a:r>
                <a:rPr sz="2667" dirty="0">
                  <a:solidFill>
                    <a:srgbClr val="7030A0"/>
                  </a:solidFill>
                  <a:latin typeface="Verdana"/>
                  <a:cs typeface="Verdana"/>
                </a:rPr>
                <a:t>develop</a:t>
              </a:r>
              <a:endParaRPr sz="2667" dirty="0">
                <a:latin typeface="Verdana"/>
                <a:cs typeface="Verdana"/>
              </a:endParaRPr>
            </a:p>
            <a:p>
              <a:pPr marL="131227">
                <a:spcBef>
                  <a:spcPts val="7"/>
                </a:spcBef>
              </a:pPr>
              <a:r>
                <a:rPr sz="2667" spc="15" dirty="0">
                  <a:solidFill>
                    <a:srgbClr val="7030A0"/>
                  </a:solidFill>
                  <a:latin typeface="Verdana"/>
                  <a:cs typeface="Verdana"/>
                </a:rPr>
                <a:t>career</a:t>
              </a:r>
              <a:endParaRPr sz="2667" dirty="0">
                <a:latin typeface="Verdana"/>
                <a:cs typeface="Verdana"/>
              </a:endParaRPr>
            </a:p>
          </p:txBody>
        </p:sp>
        <p:sp>
          <p:nvSpPr>
            <p:cNvPr id="24" name="object 24"/>
            <p:cNvSpPr txBox="1"/>
            <p:nvPr/>
          </p:nvSpPr>
          <p:spPr>
            <a:xfrm>
              <a:off x="5547221" y="5514111"/>
              <a:ext cx="2266527" cy="842239"/>
            </a:xfrm>
            <a:prstGeom prst="rect">
              <a:avLst/>
            </a:prstGeom>
          </p:spPr>
          <p:txBody>
            <a:bodyPr vert="horz" wrap="square" lIns="0" tIns="21167" rIns="0" bIns="0" rtlCol="0">
              <a:spAutoFit/>
            </a:bodyPr>
            <a:lstStyle/>
            <a:p>
              <a:pPr algn="ctr">
                <a:spcBef>
                  <a:spcPts val="167"/>
                </a:spcBef>
              </a:pPr>
              <a:r>
                <a:rPr sz="2667" spc="15" dirty="0">
                  <a:solidFill>
                    <a:srgbClr val="C00000"/>
                  </a:solidFill>
                  <a:latin typeface="Verdana"/>
                  <a:cs typeface="Verdana"/>
                </a:rPr>
                <a:t>stay</a:t>
              </a:r>
              <a:r>
                <a:rPr sz="2667" spc="-225" dirty="0">
                  <a:solidFill>
                    <a:srgbClr val="C00000"/>
                  </a:solidFill>
                  <a:latin typeface="Verdana"/>
                  <a:cs typeface="Verdana"/>
                </a:rPr>
                <a:t> </a:t>
              </a:r>
              <a:r>
                <a:rPr sz="2667" spc="20" dirty="0">
                  <a:solidFill>
                    <a:srgbClr val="C00000"/>
                  </a:solidFill>
                  <a:latin typeface="Verdana"/>
                  <a:cs typeface="Verdana"/>
                </a:rPr>
                <a:t>updated</a:t>
              </a:r>
              <a:endParaRPr sz="2667" dirty="0">
                <a:latin typeface="Verdana"/>
                <a:cs typeface="Verdana"/>
              </a:endParaRPr>
            </a:p>
            <a:p>
              <a:pPr algn="ctr">
                <a:spcBef>
                  <a:spcPts val="7"/>
                </a:spcBef>
              </a:pPr>
              <a:r>
                <a:rPr sz="2667" spc="7" dirty="0">
                  <a:solidFill>
                    <a:srgbClr val="C00000"/>
                  </a:solidFill>
                  <a:latin typeface="Verdana"/>
                  <a:cs typeface="Verdana"/>
                </a:rPr>
                <a:t>with</a:t>
              </a:r>
              <a:r>
                <a:rPr sz="2667" spc="-100" dirty="0">
                  <a:solidFill>
                    <a:srgbClr val="C00000"/>
                  </a:solidFill>
                  <a:latin typeface="Verdana"/>
                  <a:cs typeface="Verdana"/>
                </a:rPr>
                <a:t> </a:t>
              </a:r>
              <a:r>
                <a:rPr sz="2667" spc="-7" dirty="0">
                  <a:solidFill>
                    <a:srgbClr val="C00000"/>
                  </a:solidFill>
                  <a:latin typeface="Verdana"/>
                  <a:cs typeface="Verdana"/>
                </a:rPr>
                <a:t>AI</a:t>
              </a:r>
              <a:endParaRPr sz="2667" dirty="0">
                <a:latin typeface="Verdana"/>
                <a:cs typeface="Verdana"/>
              </a:endParaRPr>
            </a:p>
          </p:txBody>
        </p:sp>
        <p:pic>
          <p:nvPicPr>
            <p:cNvPr id="25" name="object 25"/>
            <p:cNvPicPr/>
            <p:nvPr/>
          </p:nvPicPr>
          <p:blipFill>
            <a:blip r:embed="rId4" cstate="print"/>
            <a:stretch>
              <a:fillRect/>
            </a:stretch>
          </p:blipFill>
          <p:spPr>
            <a:xfrm>
              <a:off x="2973185" y="1736691"/>
              <a:ext cx="5704501" cy="3295396"/>
            </a:xfrm>
            <a:prstGeom prst="rect">
              <a:avLst/>
            </a:prstGeom>
          </p:spPr>
        </p:pic>
      </p:grpSp>
      <p:sp>
        <p:nvSpPr>
          <p:cNvPr id="27" name="Slide Number Placeholder 26">
            <a:extLst>
              <a:ext uri="{FF2B5EF4-FFF2-40B4-BE49-F238E27FC236}">
                <a16:creationId xmlns:a16="http://schemas.microsoft.com/office/drawing/2014/main" id="{8D3743C8-6B2E-BFDD-EAA1-48A7D90F6DEB}"/>
              </a:ext>
            </a:extLst>
          </p:cNvPr>
          <p:cNvSpPr>
            <a:spLocks noGrp="1"/>
          </p:cNvSpPr>
          <p:nvPr>
            <p:ph type="sldNum" sz="quarter" idx="12"/>
          </p:nvPr>
        </p:nvSpPr>
        <p:spPr/>
        <p:txBody>
          <a:bodyPr/>
          <a:lstStyle/>
          <a:p>
            <a:fld id="{EB17D4FA-7C84-BF4C-87EB-41A15D920012}" type="slidenum">
              <a:rPr lang="en-PS" smtClean="0"/>
              <a:t>15</a:t>
            </a:fld>
            <a:endParaRPr lang="en-PS"/>
          </a:p>
        </p:txBody>
      </p:sp>
      <p:sp>
        <p:nvSpPr>
          <p:cNvPr id="30" name="TextBox 29">
            <a:extLst>
              <a:ext uri="{FF2B5EF4-FFF2-40B4-BE49-F238E27FC236}">
                <a16:creationId xmlns:a16="http://schemas.microsoft.com/office/drawing/2014/main" id="{D6985013-20AB-ABAF-30FF-0952D3A68BB4}"/>
              </a:ext>
            </a:extLst>
          </p:cNvPr>
          <p:cNvSpPr txBox="1"/>
          <p:nvPr/>
        </p:nvSpPr>
        <p:spPr>
          <a:xfrm>
            <a:off x="569843" y="1060174"/>
            <a:ext cx="6098977" cy="461665"/>
          </a:xfrm>
          <a:prstGeom prst="rect">
            <a:avLst/>
          </a:prstGeom>
          <a:noFill/>
        </p:spPr>
        <p:txBody>
          <a:bodyPr wrap="none" rtlCol="0">
            <a:spAutoFit/>
          </a:bodyPr>
          <a:lstStyle/>
          <a:p>
            <a:r>
              <a:rPr lang="en-PS" sz="2400" dirty="0"/>
              <a:t>Businesses can group customers into segments </a:t>
            </a:r>
          </a:p>
        </p:txBody>
      </p:sp>
      <p:sp>
        <p:nvSpPr>
          <p:cNvPr id="31" name="TextBox 30">
            <a:extLst>
              <a:ext uri="{FF2B5EF4-FFF2-40B4-BE49-F238E27FC236}">
                <a16:creationId xmlns:a16="http://schemas.microsoft.com/office/drawing/2014/main" id="{3D4C1630-948C-A5E1-8FA4-C2B430A781F5}"/>
              </a:ext>
            </a:extLst>
          </p:cNvPr>
          <p:cNvSpPr txBox="1"/>
          <p:nvPr/>
        </p:nvSpPr>
        <p:spPr>
          <a:xfrm>
            <a:off x="305025" y="5612064"/>
            <a:ext cx="5608587" cy="830997"/>
          </a:xfrm>
          <a:prstGeom prst="rect">
            <a:avLst/>
          </a:prstGeom>
          <a:noFill/>
        </p:spPr>
        <p:txBody>
          <a:bodyPr wrap="none" rtlCol="0">
            <a:spAutoFit/>
          </a:bodyPr>
          <a:lstStyle/>
          <a:p>
            <a:r>
              <a:rPr lang="en-PS" sz="2400" dirty="0"/>
              <a:t>Clustering can be used to group community</a:t>
            </a:r>
          </a:p>
          <a:p>
            <a:r>
              <a:rPr lang="en-PS" sz="2400" dirty="0"/>
              <a:t> inot clusters, as shown in the plot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67558" y="1386731"/>
            <a:ext cx="10326113" cy="918992"/>
          </a:xfrm>
          <a:prstGeom prst="rect">
            <a:avLst/>
          </a:prstGeom>
        </p:spPr>
        <p:txBody>
          <a:bodyPr vert="horz" wrap="square" lIns="0" tIns="44027" rIns="0" bIns="0" rtlCol="0" anchor="ctr">
            <a:spAutoFit/>
          </a:bodyPr>
          <a:lstStyle/>
          <a:p>
            <a:pPr marL="1689100" marR="6773" indent="-1689100">
              <a:lnSpc>
                <a:spcPts val="7614"/>
              </a:lnSpc>
              <a:spcBef>
                <a:spcPts val="347"/>
              </a:spcBef>
            </a:pPr>
            <a:r>
              <a:rPr sz="5400" spc="7" dirty="0"/>
              <a:t>Machine</a:t>
            </a:r>
            <a:r>
              <a:rPr sz="5400" spc="-160" dirty="0"/>
              <a:t> </a:t>
            </a:r>
            <a:r>
              <a:rPr sz="5400" spc="7" dirty="0"/>
              <a:t>Learning </a:t>
            </a:r>
            <a:r>
              <a:rPr sz="5400" spc="-2233" dirty="0"/>
              <a:t> </a:t>
            </a:r>
            <a:r>
              <a:rPr sz="5400" dirty="0"/>
              <a:t>Overview</a:t>
            </a:r>
          </a:p>
        </p:txBody>
      </p:sp>
      <p:sp>
        <p:nvSpPr>
          <p:cNvPr id="3" name="object 3"/>
          <p:cNvSpPr txBox="1">
            <a:spLocks noGrp="1"/>
          </p:cNvSpPr>
          <p:nvPr>
            <p:ph type="subTitle" idx="4"/>
          </p:nvPr>
        </p:nvSpPr>
        <p:spPr>
          <a:xfrm>
            <a:off x="1217168" y="3644230"/>
            <a:ext cx="9757664" cy="1816096"/>
          </a:xfrm>
          <a:prstGeom prst="rect">
            <a:avLst/>
          </a:prstGeom>
        </p:spPr>
        <p:txBody>
          <a:bodyPr vert="horz" wrap="square" lIns="0" tIns="16087" rIns="0" bIns="0" rtlCol="0">
            <a:spAutoFit/>
          </a:bodyPr>
          <a:lstStyle/>
          <a:p>
            <a:pPr marL="628650" marR="6773" indent="0">
              <a:lnSpc>
                <a:spcPct val="117400"/>
              </a:lnSpc>
              <a:spcBef>
                <a:spcPts val="127"/>
              </a:spcBef>
              <a:buNone/>
            </a:pPr>
            <a:r>
              <a:rPr spc="41" dirty="0"/>
              <a:t>Unsupervised</a:t>
            </a:r>
            <a:r>
              <a:rPr spc="-167" dirty="0"/>
              <a:t> </a:t>
            </a:r>
            <a:r>
              <a:rPr spc="47" dirty="0"/>
              <a:t>Learning </a:t>
            </a:r>
            <a:r>
              <a:rPr spc="-1833" dirty="0"/>
              <a:t> </a:t>
            </a:r>
            <a:r>
              <a:rPr spc="27" dirty="0"/>
              <a:t>Part</a:t>
            </a:r>
            <a:r>
              <a:rPr spc="33" dirty="0"/>
              <a:t> </a:t>
            </a:r>
            <a:r>
              <a:rPr spc="20" dirty="0"/>
              <a:t>2</a:t>
            </a:r>
          </a:p>
        </p:txBody>
      </p:sp>
      <p:sp>
        <p:nvSpPr>
          <p:cNvPr id="4" name="Slide Number Placeholder 3">
            <a:extLst>
              <a:ext uri="{FF2B5EF4-FFF2-40B4-BE49-F238E27FC236}">
                <a16:creationId xmlns:a16="http://schemas.microsoft.com/office/drawing/2014/main" id="{6B65FB80-B58C-0460-C92B-9AF84BF6FBA1}"/>
              </a:ext>
            </a:extLst>
          </p:cNvPr>
          <p:cNvSpPr>
            <a:spLocks noGrp="1"/>
          </p:cNvSpPr>
          <p:nvPr>
            <p:ph type="sldNum" sz="quarter" idx="7"/>
          </p:nvPr>
        </p:nvSpPr>
        <p:spPr/>
        <p:txBody>
          <a:bodyPr/>
          <a:lstStyle/>
          <a:p>
            <a:fld id="{B6F15528-21DE-4FAA-801E-634DDDAF4B2B}" type="slidenum">
              <a:rPr lang="en-PS" smtClean="0"/>
              <a:t>16</a:t>
            </a:fld>
            <a:endParaRPr lang="en-P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6332" y="86017"/>
            <a:ext cx="5739553" cy="627351"/>
          </a:xfrm>
          <a:prstGeom prst="rect">
            <a:avLst/>
          </a:prstGeom>
        </p:spPr>
        <p:txBody>
          <a:bodyPr vert="horz" wrap="square" lIns="0" tIns="17780" rIns="0" bIns="0" rtlCol="0" anchor="ctr">
            <a:spAutoFit/>
          </a:bodyPr>
          <a:lstStyle/>
          <a:p>
            <a:pPr marL="16933">
              <a:spcBef>
                <a:spcPts val="140"/>
              </a:spcBef>
            </a:pPr>
            <a:r>
              <a:rPr spc="7" dirty="0">
                <a:solidFill>
                  <a:schemeClr val="accent1"/>
                </a:solidFill>
              </a:rPr>
              <a:t>Unsupervised</a:t>
            </a:r>
            <a:r>
              <a:rPr spc="-193" dirty="0">
                <a:solidFill>
                  <a:schemeClr val="accent1"/>
                </a:solidFill>
              </a:rPr>
              <a:t> </a:t>
            </a:r>
            <a:r>
              <a:rPr spc="15" dirty="0">
                <a:solidFill>
                  <a:schemeClr val="accent1"/>
                </a:solidFill>
              </a:rPr>
              <a:t>learning</a:t>
            </a:r>
            <a:endParaRPr dirty="0">
              <a:solidFill>
                <a:schemeClr val="accent1"/>
              </a:solidFill>
            </a:endParaRPr>
          </a:p>
        </p:txBody>
      </p:sp>
      <p:sp>
        <p:nvSpPr>
          <p:cNvPr id="3" name="object 3"/>
          <p:cNvSpPr txBox="1"/>
          <p:nvPr/>
        </p:nvSpPr>
        <p:spPr>
          <a:xfrm>
            <a:off x="909319" y="1044450"/>
            <a:ext cx="9325188" cy="843096"/>
          </a:xfrm>
          <a:prstGeom prst="rect">
            <a:avLst/>
          </a:prstGeom>
        </p:spPr>
        <p:txBody>
          <a:bodyPr vert="horz" wrap="square" lIns="0" tIns="22015" rIns="0" bIns="0" rtlCol="0">
            <a:spAutoFit/>
          </a:bodyPr>
          <a:lstStyle/>
          <a:p>
            <a:pPr marL="16933">
              <a:spcBef>
                <a:spcPts val="175"/>
              </a:spcBef>
            </a:pPr>
            <a:r>
              <a:rPr sz="2667" spc="20" dirty="0">
                <a:latin typeface="Verdana"/>
                <a:cs typeface="Verdana"/>
              </a:rPr>
              <a:t>Data</a:t>
            </a:r>
            <a:r>
              <a:rPr sz="2667" spc="-175" dirty="0">
                <a:latin typeface="Verdana"/>
                <a:cs typeface="Verdana"/>
              </a:rPr>
              <a:t> </a:t>
            </a:r>
            <a:r>
              <a:rPr sz="2667" spc="-7" dirty="0">
                <a:latin typeface="Verdana"/>
                <a:cs typeface="Verdana"/>
              </a:rPr>
              <a:t>only</a:t>
            </a:r>
            <a:r>
              <a:rPr sz="2667" spc="53" dirty="0">
                <a:latin typeface="Verdana"/>
                <a:cs typeface="Verdana"/>
              </a:rPr>
              <a:t> </a:t>
            </a:r>
            <a:r>
              <a:rPr sz="2667" dirty="0">
                <a:latin typeface="Verdana"/>
                <a:cs typeface="Verdana"/>
              </a:rPr>
              <a:t>comes</a:t>
            </a:r>
            <a:r>
              <a:rPr sz="2667" spc="-53" dirty="0">
                <a:latin typeface="Verdana"/>
                <a:cs typeface="Verdana"/>
              </a:rPr>
              <a:t> </a:t>
            </a:r>
            <a:r>
              <a:rPr sz="2667" spc="7" dirty="0">
                <a:latin typeface="Verdana"/>
                <a:cs typeface="Verdana"/>
              </a:rPr>
              <a:t>with</a:t>
            </a:r>
            <a:r>
              <a:rPr sz="2667" spc="-53" dirty="0">
                <a:latin typeface="Verdana"/>
                <a:cs typeface="Verdana"/>
              </a:rPr>
              <a:t> </a:t>
            </a:r>
            <a:r>
              <a:rPr sz="2667" spc="15" dirty="0">
                <a:latin typeface="Verdana"/>
                <a:cs typeface="Verdana"/>
              </a:rPr>
              <a:t>inputs</a:t>
            </a:r>
            <a:r>
              <a:rPr sz="2667" spc="-100" dirty="0">
                <a:latin typeface="Verdana"/>
                <a:cs typeface="Verdana"/>
              </a:rPr>
              <a:t> </a:t>
            </a:r>
            <a:r>
              <a:rPr sz="2667" spc="7" dirty="0">
                <a:latin typeface="Cambria Math"/>
                <a:cs typeface="Cambria Math"/>
              </a:rPr>
              <a:t>x,</a:t>
            </a:r>
            <a:r>
              <a:rPr sz="2667" spc="361" dirty="0">
                <a:latin typeface="Cambria Math"/>
                <a:cs typeface="Cambria Math"/>
              </a:rPr>
              <a:t> </a:t>
            </a:r>
            <a:r>
              <a:rPr sz="2667" spc="15" dirty="0">
                <a:latin typeface="Verdana"/>
                <a:cs typeface="Verdana"/>
              </a:rPr>
              <a:t>but</a:t>
            </a:r>
            <a:r>
              <a:rPr sz="2667" spc="-107" dirty="0">
                <a:latin typeface="Verdana"/>
                <a:cs typeface="Verdana"/>
              </a:rPr>
              <a:t> </a:t>
            </a:r>
            <a:r>
              <a:rPr sz="2667" dirty="0">
                <a:latin typeface="Verdana"/>
                <a:cs typeface="Verdana"/>
              </a:rPr>
              <a:t>not</a:t>
            </a:r>
            <a:r>
              <a:rPr sz="2667" spc="-15" dirty="0">
                <a:latin typeface="Verdana"/>
                <a:cs typeface="Verdana"/>
              </a:rPr>
              <a:t> </a:t>
            </a:r>
            <a:r>
              <a:rPr sz="2667" spc="15" dirty="0">
                <a:latin typeface="Verdana"/>
                <a:cs typeface="Verdana"/>
              </a:rPr>
              <a:t>output</a:t>
            </a:r>
            <a:r>
              <a:rPr sz="2667" spc="-107" dirty="0">
                <a:latin typeface="Verdana"/>
                <a:cs typeface="Verdana"/>
              </a:rPr>
              <a:t> </a:t>
            </a:r>
            <a:r>
              <a:rPr sz="2667" spc="-7" dirty="0">
                <a:latin typeface="Verdana"/>
                <a:cs typeface="Verdana"/>
              </a:rPr>
              <a:t>labels</a:t>
            </a:r>
            <a:r>
              <a:rPr sz="2667" dirty="0">
                <a:latin typeface="Verdana"/>
                <a:cs typeface="Verdana"/>
              </a:rPr>
              <a:t> </a:t>
            </a:r>
            <a:r>
              <a:rPr sz="2667" spc="33" dirty="0">
                <a:latin typeface="Cambria Math"/>
                <a:cs typeface="Cambria Math"/>
              </a:rPr>
              <a:t>y</a:t>
            </a:r>
            <a:r>
              <a:rPr sz="2667" spc="33" dirty="0">
                <a:latin typeface="Verdana"/>
                <a:cs typeface="Verdana"/>
              </a:rPr>
              <a:t>.</a:t>
            </a:r>
            <a:endParaRPr sz="2667">
              <a:latin typeface="Verdana"/>
              <a:cs typeface="Verdana"/>
            </a:endParaRPr>
          </a:p>
          <a:p>
            <a:pPr marL="16933"/>
            <a:r>
              <a:rPr sz="2667" spc="-33" dirty="0">
                <a:latin typeface="Verdana"/>
                <a:cs typeface="Verdana"/>
              </a:rPr>
              <a:t>Al</a:t>
            </a:r>
            <a:r>
              <a:rPr sz="2667" spc="33" dirty="0">
                <a:latin typeface="Verdana"/>
                <a:cs typeface="Verdana"/>
              </a:rPr>
              <a:t>g</a:t>
            </a:r>
            <a:r>
              <a:rPr sz="2667" spc="-27" dirty="0">
                <a:latin typeface="Verdana"/>
                <a:cs typeface="Verdana"/>
              </a:rPr>
              <a:t>o</a:t>
            </a:r>
            <a:r>
              <a:rPr sz="2667" spc="53" dirty="0">
                <a:latin typeface="Verdana"/>
                <a:cs typeface="Verdana"/>
              </a:rPr>
              <a:t>r</a:t>
            </a:r>
            <a:r>
              <a:rPr sz="2667" spc="-41" dirty="0">
                <a:latin typeface="Verdana"/>
                <a:cs typeface="Verdana"/>
              </a:rPr>
              <a:t>i</a:t>
            </a:r>
            <a:r>
              <a:rPr sz="2667" spc="41" dirty="0">
                <a:latin typeface="Verdana"/>
                <a:cs typeface="Verdana"/>
              </a:rPr>
              <a:t>t</a:t>
            </a:r>
            <a:r>
              <a:rPr sz="2667" spc="7" dirty="0">
                <a:latin typeface="Verdana"/>
                <a:cs typeface="Verdana"/>
              </a:rPr>
              <a:t>h</a:t>
            </a:r>
            <a:r>
              <a:rPr sz="2667" spc="33" dirty="0">
                <a:latin typeface="Verdana"/>
                <a:cs typeface="Verdana"/>
              </a:rPr>
              <a:t>m</a:t>
            </a:r>
            <a:r>
              <a:rPr sz="2667" spc="-68" dirty="0">
                <a:latin typeface="Verdana"/>
                <a:cs typeface="Verdana"/>
              </a:rPr>
              <a:t> </a:t>
            </a:r>
            <a:r>
              <a:rPr sz="2667" spc="7" dirty="0">
                <a:latin typeface="Verdana"/>
                <a:cs typeface="Verdana"/>
              </a:rPr>
              <a:t>h</a:t>
            </a:r>
            <a:r>
              <a:rPr sz="2667" spc="-7" dirty="0">
                <a:latin typeface="Verdana"/>
                <a:cs typeface="Verdana"/>
              </a:rPr>
              <a:t>a</a:t>
            </a:r>
            <a:r>
              <a:rPr sz="2667" spc="15" dirty="0">
                <a:latin typeface="Verdana"/>
                <a:cs typeface="Verdana"/>
              </a:rPr>
              <a:t>s</a:t>
            </a:r>
            <a:r>
              <a:rPr sz="2667" spc="-47" dirty="0">
                <a:latin typeface="Verdana"/>
                <a:cs typeface="Verdana"/>
              </a:rPr>
              <a:t> </a:t>
            </a:r>
            <a:r>
              <a:rPr sz="2667" spc="41" dirty="0">
                <a:latin typeface="Verdana"/>
                <a:cs typeface="Verdana"/>
              </a:rPr>
              <a:t>t</a:t>
            </a:r>
            <a:r>
              <a:rPr sz="2667" spc="20" dirty="0">
                <a:latin typeface="Verdana"/>
                <a:cs typeface="Verdana"/>
              </a:rPr>
              <a:t>o</a:t>
            </a:r>
            <a:r>
              <a:rPr sz="2667" spc="-80" dirty="0">
                <a:latin typeface="Verdana"/>
                <a:cs typeface="Verdana"/>
              </a:rPr>
              <a:t> </a:t>
            </a:r>
            <a:r>
              <a:rPr sz="2667" spc="53" dirty="0">
                <a:latin typeface="Verdana"/>
                <a:cs typeface="Verdana"/>
              </a:rPr>
              <a:t>f</a:t>
            </a:r>
            <a:r>
              <a:rPr sz="2667" spc="-41" dirty="0">
                <a:latin typeface="Verdana"/>
                <a:cs typeface="Verdana"/>
              </a:rPr>
              <a:t>i</a:t>
            </a:r>
            <a:r>
              <a:rPr sz="2667" spc="7" dirty="0">
                <a:latin typeface="Verdana"/>
                <a:cs typeface="Verdana"/>
              </a:rPr>
              <a:t>n</a:t>
            </a:r>
            <a:r>
              <a:rPr sz="2667" spc="20" dirty="0">
                <a:latin typeface="Verdana"/>
                <a:cs typeface="Verdana"/>
              </a:rPr>
              <a:t>d</a:t>
            </a:r>
            <a:r>
              <a:rPr sz="2667" spc="-95" dirty="0">
                <a:latin typeface="Verdana"/>
                <a:cs typeface="Verdana"/>
              </a:rPr>
              <a:t> </a:t>
            </a:r>
            <a:r>
              <a:rPr sz="2667" dirty="0">
                <a:solidFill>
                  <a:srgbClr val="0096FF"/>
                </a:solidFill>
                <a:latin typeface="Verdana"/>
                <a:cs typeface="Verdana"/>
              </a:rPr>
              <a:t>s</a:t>
            </a:r>
            <a:r>
              <a:rPr sz="2667" spc="41" dirty="0">
                <a:solidFill>
                  <a:srgbClr val="0096FF"/>
                </a:solidFill>
                <a:latin typeface="Verdana"/>
                <a:cs typeface="Verdana"/>
              </a:rPr>
              <a:t>t</a:t>
            </a:r>
            <a:r>
              <a:rPr sz="2667" spc="53" dirty="0">
                <a:solidFill>
                  <a:srgbClr val="0096FF"/>
                </a:solidFill>
                <a:latin typeface="Verdana"/>
                <a:cs typeface="Verdana"/>
              </a:rPr>
              <a:t>r</a:t>
            </a:r>
            <a:r>
              <a:rPr sz="2667" spc="7" dirty="0">
                <a:solidFill>
                  <a:srgbClr val="0096FF"/>
                </a:solidFill>
                <a:latin typeface="Verdana"/>
                <a:cs typeface="Verdana"/>
              </a:rPr>
              <a:t>uc</a:t>
            </a:r>
            <a:r>
              <a:rPr sz="2667" spc="41" dirty="0">
                <a:solidFill>
                  <a:srgbClr val="0096FF"/>
                </a:solidFill>
                <a:latin typeface="Verdana"/>
                <a:cs typeface="Verdana"/>
              </a:rPr>
              <a:t>t</a:t>
            </a:r>
            <a:r>
              <a:rPr sz="2667" spc="7" dirty="0">
                <a:solidFill>
                  <a:srgbClr val="0096FF"/>
                </a:solidFill>
                <a:latin typeface="Verdana"/>
                <a:cs typeface="Verdana"/>
              </a:rPr>
              <a:t>u</a:t>
            </a:r>
            <a:r>
              <a:rPr sz="2667" spc="53" dirty="0">
                <a:solidFill>
                  <a:srgbClr val="0096FF"/>
                </a:solidFill>
                <a:latin typeface="Verdana"/>
                <a:cs typeface="Verdana"/>
              </a:rPr>
              <a:t>r</a:t>
            </a:r>
            <a:r>
              <a:rPr sz="2667" spc="20" dirty="0">
                <a:solidFill>
                  <a:srgbClr val="0096FF"/>
                </a:solidFill>
                <a:latin typeface="Verdana"/>
                <a:cs typeface="Verdana"/>
              </a:rPr>
              <a:t>e</a:t>
            </a:r>
            <a:r>
              <a:rPr sz="2667" spc="-327" dirty="0">
                <a:solidFill>
                  <a:srgbClr val="0096FF"/>
                </a:solidFill>
                <a:latin typeface="Verdana"/>
                <a:cs typeface="Verdana"/>
              </a:rPr>
              <a:t> </a:t>
            </a:r>
            <a:r>
              <a:rPr sz="2667" spc="-41" dirty="0">
                <a:latin typeface="Verdana"/>
                <a:cs typeface="Verdana"/>
              </a:rPr>
              <a:t>i</a:t>
            </a:r>
            <a:r>
              <a:rPr sz="2667" spc="20" dirty="0">
                <a:latin typeface="Verdana"/>
                <a:cs typeface="Verdana"/>
              </a:rPr>
              <a:t>n</a:t>
            </a:r>
            <a:r>
              <a:rPr sz="2667" spc="47" dirty="0">
                <a:latin typeface="Verdana"/>
                <a:cs typeface="Verdana"/>
              </a:rPr>
              <a:t> </a:t>
            </a:r>
            <a:r>
              <a:rPr sz="2667" spc="41" dirty="0">
                <a:latin typeface="Verdana"/>
                <a:cs typeface="Verdana"/>
              </a:rPr>
              <a:t>t</a:t>
            </a:r>
            <a:r>
              <a:rPr sz="2667" spc="7" dirty="0">
                <a:latin typeface="Verdana"/>
                <a:cs typeface="Verdana"/>
              </a:rPr>
              <a:t>h</a:t>
            </a:r>
            <a:r>
              <a:rPr sz="2667" spc="20" dirty="0">
                <a:latin typeface="Verdana"/>
                <a:cs typeface="Verdana"/>
              </a:rPr>
              <a:t>e</a:t>
            </a:r>
            <a:r>
              <a:rPr sz="2667" spc="-153" dirty="0">
                <a:latin typeface="Verdana"/>
                <a:cs typeface="Verdana"/>
              </a:rPr>
              <a:t> </a:t>
            </a:r>
            <a:r>
              <a:rPr sz="2667" spc="33" dirty="0">
                <a:latin typeface="Verdana"/>
                <a:cs typeface="Verdana"/>
              </a:rPr>
              <a:t>d</a:t>
            </a:r>
            <a:r>
              <a:rPr sz="2667" spc="-7" dirty="0">
                <a:latin typeface="Verdana"/>
                <a:cs typeface="Verdana"/>
              </a:rPr>
              <a:t>a</a:t>
            </a:r>
            <a:r>
              <a:rPr sz="2667" spc="41" dirty="0">
                <a:latin typeface="Verdana"/>
                <a:cs typeface="Verdana"/>
              </a:rPr>
              <a:t>t</a:t>
            </a:r>
            <a:r>
              <a:rPr sz="2667" spc="-7" dirty="0">
                <a:latin typeface="Verdana"/>
                <a:cs typeface="Verdana"/>
              </a:rPr>
              <a:t>a</a:t>
            </a:r>
            <a:r>
              <a:rPr sz="2667" spc="15" dirty="0">
                <a:latin typeface="Verdana"/>
                <a:cs typeface="Verdana"/>
              </a:rPr>
              <a:t>.</a:t>
            </a:r>
            <a:endParaRPr sz="2667">
              <a:latin typeface="Verdana"/>
              <a:cs typeface="Verdana"/>
            </a:endParaRPr>
          </a:p>
        </p:txBody>
      </p:sp>
      <p:sp>
        <p:nvSpPr>
          <p:cNvPr id="4" name="object 4"/>
          <p:cNvSpPr txBox="1"/>
          <p:nvPr/>
        </p:nvSpPr>
        <p:spPr>
          <a:xfrm>
            <a:off x="786978" y="2605110"/>
            <a:ext cx="3198708" cy="1252673"/>
          </a:xfrm>
          <a:prstGeom prst="rect">
            <a:avLst/>
          </a:prstGeom>
        </p:spPr>
        <p:txBody>
          <a:bodyPr vert="horz" wrap="square" lIns="0" tIns="21167" rIns="0" bIns="0" rtlCol="0">
            <a:spAutoFit/>
          </a:bodyPr>
          <a:lstStyle/>
          <a:p>
            <a:pPr marL="16933">
              <a:spcBef>
                <a:spcPts val="167"/>
              </a:spcBef>
            </a:pPr>
            <a:r>
              <a:rPr sz="2667" u="heavy" spc="7" dirty="0">
                <a:uFill>
                  <a:solidFill>
                    <a:srgbClr val="000000"/>
                  </a:solidFill>
                </a:uFill>
                <a:latin typeface="Verdana"/>
                <a:cs typeface="Verdana"/>
              </a:rPr>
              <a:t>Clustering</a:t>
            </a:r>
            <a:endParaRPr sz="2667">
              <a:latin typeface="Verdana"/>
              <a:cs typeface="Verdana"/>
            </a:endParaRPr>
          </a:p>
          <a:p>
            <a:pPr marL="16933">
              <a:spcBef>
                <a:spcPts val="7"/>
              </a:spcBef>
            </a:pPr>
            <a:r>
              <a:rPr sz="2667" spc="15" dirty="0">
                <a:latin typeface="Verdana"/>
                <a:cs typeface="Verdana"/>
              </a:rPr>
              <a:t>Group</a:t>
            </a:r>
            <a:r>
              <a:rPr sz="2667" spc="-167" dirty="0">
                <a:latin typeface="Verdana"/>
                <a:cs typeface="Verdana"/>
              </a:rPr>
              <a:t> </a:t>
            </a:r>
            <a:r>
              <a:rPr sz="2667" spc="-15" dirty="0">
                <a:latin typeface="Verdana"/>
                <a:cs typeface="Verdana"/>
              </a:rPr>
              <a:t>similar</a:t>
            </a:r>
            <a:r>
              <a:rPr sz="2667" spc="-33" dirty="0">
                <a:latin typeface="Verdana"/>
                <a:cs typeface="Verdana"/>
              </a:rPr>
              <a:t> </a:t>
            </a:r>
            <a:r>
              <a:rPr sz="2667" spc="20" dirty="0">
                <a:latin typeface="Verdana"/>
                <a:cs typeface="Verdana"/>
              </a:rPr>
              <a:t>data</a:t>
            </a:r>
            <a:endParaRPr sz="2667">
              <a:latin typeface="Verdana"/>
              <a:cs typeface="Verdana"/>
            </a:endParaRPr>
          </a:p>
          <a:p>
            <a:pPr marL="16933">
              <a:spcBef>
                <a:spcPts val="7"/>
              </a:spcBef>
            </a:pPr>
            <a:r>
              <a:rPr sz="2667" spc="7" dirty="0">
                <a:latin typeface="Verdana"/>
                <a:cs typeface="Verdana"/>
              </a:rPr>
              <a:t>points</a:t>
            </a:r>
            <a:r>
              <a:rPr sz="2667" spc="-113" dirty="0">
                <a:latin typeface="Verdana"/>
                <a:cs typeface="Verdana"/>
              </a:rPr>
              <a:t> </a:t>
            </a:r>
            <a:r>
              <a:rPr sz="2667" spc="20" dirty="0">
                <a:latin typeface="Verdana"/>
                <a:cs typeface="Verdana"/>
              </a:rPr>
              <a:t>together.</a:t>
            </a:r>
            <a:endParaRPr sz="2667">
              <a:latin typeface="Verdana"/>
              <a:cs typeface="Verdana"/>
            </a:endParaRPr>
          </a:p>
        </p:txBody>
      </p:sp>
      <p:sp>
        <p:nvSpPr>
          <p:cNvPr id="5" name="object 5"/>
          <p:cNvSpPr txBox="1"/>
          <p:nvPr/>
        </p:nvSpPr>
        <p:spPr>
          <a:xfrm>
            <a:off x="3697843" y="4970455"/>
            <a:ext cx="4348480" cy="843096"/>
          </a:xfrm>
          <a:prstGeom prst="rect">
            <a:avLst/>
          </a:prstGeom>
        </p:spPr>
        <p:txBody>
          <a:bodyPr vert="horz" wrap="square" lIns="0" tIns="22015" rIns="0" bIns="0" rtlCol="0">
            <a:spAutoFit/>
          </a:bodyPr>
          <a:lstStyle/>
          <a:p>
            <a:pPr marL="16933">
              <a:spcBef>
                <a:spcPts val="175"/>
              </a:spcBef>
            </a:pPr>
            <a:r>
              <a:rPr sz="2667" u="heavy" spc="-7" dirty="0">
                <a:uFill>
                  <a:solidFill>
                    <a:srgbClr val="000000"/>
                  </a:solidFill>
                </a:uFill>
                <a:latin typeface="Verdana"/>
                <a:cs typeface="Verdana"/>
              </a:rPr>
              <a:t>Anomaly</a:t>
            </a:r>
            <a:r>
              <a:rPr sz="2667" u="heavy" spc="7" dirty="0">
                <a:uFill>
                  <a:solidFill>
                    <a:srgbClr val="000000"/>
                  </a:solidFill>
                </a:uFill>
                <a:latin typeface="Verdana"/>
                <a:cs typeface="Verdana"/>
              </a:rPr>
              <a:t> detection</a:t>
            </a:r>
            <a:endParaRPr sz="2667">
              <a:latin typeface="Verdana"/>
              <a:cs typeface="Verdana"/>
            </a:endParaRPr>
          </a:p>
          <a:p>
            <a:pPr marL="16933">
              <a:spcBef>
                <a:spcPts val="7"/>
              </a:spcBef>
            </a:pPr>
            <a:r>
              <a:rPr sz="2667" spc="15" dirty="0">
                <a:latin typeface="Verdana"/>
                <a:cs typeface="Verdana"/>
              </a:rPr>
              <a:t>Find</a:t>
            </a:r>
            <a:r>
              <a:rPr sz="2667" spc="-153" dirty="0">
                <a:latin typeface="Verdana"/>
                <a:cs typeface="Verdana"/>
              </a:rPr>
              <a:t> </a:t>
            </a:r>
            <a:r>
              <a:rPr sz="2667" spc="7" dirty="0">
                <a:latin typeface="Verdana"/>
                <a:cs typeface="Verdana"/>
              </a:rPr>
              <a:t>unusual</a:t>
            </a:r>
            <a:r>
              <a:rPr sz="2667" spc="-107" dirty="0">
                <a:latin typeface="Verdana"/>
                <a:cs typeface="Verdana"/>
              </a:rPr>
              <a:t> </a:t>
            </a:r>
            <a:r>
              <a:rPr sz="2667" spc="20" dirty="0">
                <a:latin typeface="Verdana"/>
                <a:cs typeface="Verdana"/>
              </a:rPr>
              <a:t>data</a:t>
            </a:r>
            <a:r>
              <a:rPr sz="2667" spc="-95" dirty="0">
                <a:latin typeface="Verdana"/>
                <a:cs typeface="Verdana"/>
              </a:rPr>
              <a:t> </a:t>
            </a:r>
            <a:r>
              <a:rPr sz="2667" spc="7" dirty="0">
                <a:latin typeface="Verdana"/>
                <a:cs typeface="Verdana"/>
              </a:rPr>
              <a:t>points.</a:t>
            </a:r>
            <a:endParaRPr sz="2667">
              <a:latin typeface="Verdana"/>
              <a:cs typeface="Verdana"/>
            </a:endParaRPr>
          </a:p>
        </p:txBody>
      </p:sp>
      <p:sp>
        <p:nvSpPr>
          <p:cNvPr id="6" name="object 6"/>
          <p:cNvSpPr txBox="1"/>
          <p:nvPr/>
        </p:nvSpPr>
        <p:spPr>
          <a:xfrm>
            <a:off x="6843949" y="2713654"/>
            <a:ext cx="4698153" cy="1252673"/>
          </a:xfrm>
          <a:prstGeom prst="rect">
            <a:avLst/>
          </a:prstGeom>
        </p:spPr>
        <p:txBody>
          <a:bodyPr vert="horz" wrap="square" lIns="0" tIns="21167" rIns="0" bIns="0" rtlCol="0">
            <a:spAutoFit/>
          </a:bodyPr>
          <a:lstStyle/>
          <a:p>
            <a:pPr marL="16933" marR="6773">
              <a:spcBef>
                <a:spcPts val="167"/>
              </a:spcBef>
            </a:pPr>
            <a:r>
              <a:rPr sz="2667" u="heavy" dirty="0">
                <a:uFill>
                  <a:solidFill>
                    <a:srgbClr val="000000"/>
                  </a:solidFill>
                </a:uFill>
                <a:latin typeface="Verdana"/>
                <a:cs typeface="Verdana"/>
              </a:rPr>
              <a:t>Dimensionality </a:t>
            </a:r>
            <a:r>
              <a:rPr sz="2667" u="heavy" spc="15" dirty="0">
                <a:uFill>
                  <a:solidFill>
                    <a:srgbClr val="000000"/>
                  </a:solidFill>
                </a:uFill>
                <a:latin typeface="Verdana"/>
                <a:cs typeface="Verdana"/>
              </a:rPr>
              <a:t>reduction </a:t>
            </a:r>
            <a:r>
              <a:rPr sz="2667" spc="20" dirty="0">
                <a:latin typeface="Verdana"/>
                <a:cs typeface="Verdana"/>
              </a:rPr>
              <a:t> Compress</a:t>
            </a:r>
            <a:r>
              <a:rPr sz="2667" spc="-160" dirty="0">
                <a:latin typeface="Verdana"/>
                <a:cs typeface="Verdana"/>
              </a:rPr>
              <a:t> </a:t>
            </a:r>
            <a:r>
              <a:rPr sz="2667" spc="20" dirty="0">
                <a:latin typeface="Verdana"/>
                <a:cs typeface="Verdana"/>
              </a:rPr>
              <a:t>data</a:t>
            </a:r>
            <a:r>
              <a:rPr sz="2667" spc="-180" dirty="0">
                <a:latin typeface="Verdana"/>
                <a:cs typeface="Verdana"/>
              </a:rPr>
              <a:t> </a:t>
            </a:r>
            <a:r>
              <a:rPr sz="2667" spc="7" dirty="0">
                <a:latin typeface="Verdana"/>
                <a:cs typeface="Verdana"/>
              </a:rPr>
              <a:t>using</a:t>
            </a:r>
            <a:r>
              <a:rPr sz="2667" spc="-53" dirty="0">
                <a:latin typeface="Verdana"/>
                <a:cs typeface="Verdana"/>
              </a:rPr>
              <a:t> </a:t>
            </a:r>
            <a:r>
              <a:rPr sz="2667" spc="20" dirty="0">
                <a:latin typeface="Verdana"/>
                <a:cs typeface="Verdana"/>
              </a:rPr>
              <a:t>fewer </a:t>
            </a:r>
            <a:r>
              <a:rPr sz="2667" spc="-913" dirty="0">
                <a:latin typeface="Verdana"/>
                <a:cs typeface="Verdana"/>
              </a:rPr>
              <a:t> </a:t>
            </a:r>
            <a:r>
              <a:rPr sz="2667" spc="20" dirty="0">
                <a:latin typeface="Verdana"/>
                <a:cs typeface="Verdana"/>
              </a:rPr>
              <a:t>numbers.</a:t>
            </a:r>
            <a:endParaRPr sz="2667" dirty="0">
              <a:latin typeface="Verdana"/>
              <a:cs typeface="Verdana"/>
            </a:endParaRPr>
          </a:p>
        </p:txBody>
      </p:sp>
      <p:sp>
        <p:nvSpPr>
          <p:cNvPr id="8" name="Slide Number Placeholder 7">
            <a:extLst>
              <a:ext uri="{FF2B5EF4-FFF2-40B4-BE49-F238E27FC236}">
                <a16:creationId xmlns:a16="http://schemas.microsoft.com/office/drawing/2014/main" id="{389EF5FB-6CD8-D44F-80DF-586827D10A35}"/>
              </a:ext>
            </a:extLst>
          </p:cNvPr>
          <p:cNvSpPr>
            <a:spLocks noGrp="1"/>
          </p:cNvSpPr>
          <p:nvPr>
            <p:ph type="sldNum" sz="quarter" idx="12"/>
          </p:nvPr>
        </p:nvSpPr>
        <p:spPr/>
        <p:txBody>
          <a:bodyPr/>
          <a:lstStyle/>
          <a:p>
            <a:fld id="{EB17D4FA-7C84-BF4C-87EB-41A15D920012}" type="slidenum">
              <a:rPr lang="en-PS" smtClean="0"/>
              <a:t>17</a:t>
            </a:fld>
            <a:endParaRPr lang="en-P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062568" y="2362201"/>
            <a:ext cx="389467" cy="431801"/>
          </a:xfrm>
          <a:prstGeom prst="rect">
            <a:avLst/>
          </a:prstGeom>
        </p:spPr>
      </p:pic>
      <p:pic>
        <p:nvPicPr>
          <p:cNvPr id="3" name="object 3"/>
          <p:cNvPicPr/>
          <p:nvPr/>
        </p:nvPicPr>
        <p:blipFill>
          <a:blip r:embed="rId3" cstate="print"/>
          <a:stretch>
            <a:fillRect/>
          </a:stretch>
        </p:blipFill>
        <p:spPr>
          <a:xfrm>
            <a:off x="1062568" y="3187702"/>
            <a:ext cx="389467" cy="444500"/>
          </a:xfrm>
          <a:prstGeom prst="rect">
            <a:avLst/>
          </a:prstGeom>
        </p:spPr>
      </p:pic>
      <p:pic>
        <p:nvPicPr>
          <p:cNvPr id="4" name="object 4"/>
          <p:cNvPicPr/>
          <p:nvPr/>
        </p:nvPicPr>
        <p:blipFill>
          <a:blip r:embed="rId3" cstate="print"/>
          <a:stretch>
            <a:fillRect/>
          </a:stretch>
        </p:blipFill>
        <p:spPr>
          <a:xfrm>
            <a:off x="1062568" y="4025901"/>
            <a:ext cx="389467" cy="431801"/>
          </a:xfrm>
          <a:prstGeom prst="rect">
            <a:avLst/>
          </a:prstGeom>
        </p:spPr>
      </p:pic>
      <p:pic>
        <p:nvPicPr>
          <p:cNvPr id="5" name="object 5"/>
          <p:cNvPicPr/>
          <p:nvPr/>
        </p:nvPicPr>
        <p:blipFill>
          <a:blip r:embed="rId3" cstate="print"/>
          <a:stretch>
            <a:fillRect/>
          </a:stretch>
        </p:blipFill>
        <p:spPr>
          <a:xfrm>
            <a:off x="1062568" y="4851403"/>
            <a:ext cx="389467" cy="444500"/>
          </a:xfrm>
          <a:prstGeom prst="rect">
            <a:avLst/>
          </a:prstGeom>
        </p:spPr>
      </p:pic>
      <p:sp>
        <p:nvSpPr>
          <p:cNvPr id="6" name="object 6"/>
          <p:cNvSpPr txBox="1"/>
          <p:nvPr/>
        </p:nvSpPr>
        <p:spPr>
          <a:xfrm>
            <a:off x="1049445" y="913639"/>
            <a:ext cx="10001673" cy="4546459"/>
          </a:xfrm>
          <a:prstGeom prst="rect">
            <a:avLst/>
          </a:prstGeom>
        </p:spPr>
        <p:txBody>
          <a:bodyPr vert="horz" wrap="square" lIns="0" tIns="21167" rIns="0" bIns="0" rtlCol="0">
            <a:spAutoFit/>
          </a:bodyPr>
          <a:lstStyle/>
          <a:p>
            <a:pPr marL="16933">
              <a:spcBef>
                <a:spcPts val="167"/>
              </a:spcBef>
            </a:pPr>
            <a:r>
              <a:rPr sz="2667" spc="7" dirty="0">
                <a:latin typeface="Verdana"/>
                <a:cs typeface="Verdana"/>
              </a:rPr>
              <a:t>Of</a:t>
            </a:r>
            <a:r>
              <a:rPr sz="2667" dirty="0">
                <a:latin typeface="Verdana"/>
                <a:cs typeface="Verdana"/>
              </a:rPr>
              <a:t> </a:t>
            </a:r>
            <a:r>
              <a:rPr sz="2667" spc="20" dirty="0">
                <a:latin typeface="Verdana"/>
                <a:cs typeface="Verdana"/>
              </a:rPr>
              <a:t>the</a:t>
            </a:r>
            <a:r>
              <a:rPr sz="2667" spc="-160" dirty="0">
                <a:latin typeface="Verdana"/>
                <a:cs typeface="Verdana"/>
              </a:rPr>
              <a:t> </a:t>
            </a:r>
            <a:r>
              <a:rPr sz="2667" spc="-7" dirty="0">
                <a:latin typeface="Verdana"/>
                <a:cs typeface="Verdana"/>
              </a:rPr>
              <a:t>following</a:t>
            </a:r>
            <a:r>
              <a:rPr sz="2667" spc="-27" dirty="0">
                <a:latin typeface="Verdana"/>
                <a:cs typeface="Verdana"/>
              </a:rPr>
              <a:t> </a:t>
            </a:r>
            <a:r>
              <a:rPr sz="2667" spc="7" dirty="0">
                <a:latin typeface="Verdana"/>
                <a:cs typeface="Verdana"/>
              </a:rPr>
              <a:t>examples,</a:t>
            </a:r>
            <a:r>
              <a:rPr sz="2667" spc="-33" dirty="0">
                <a:latin typeface="Verdana"/>
                <a:cs typeface="Verdana"/>
              </a:rPr>
              <a:t> </a:t>
            </a:r>
            <a:r>
              <a:rPr sz="2667" dirty="0">
                <a:latin typeface="Verdana"/>
                <a:cs typeface="Verdana"/>
              </a:rPr>
              <a:t>which</a:t>
            </a:r>
            <a:r>
              <a:rPr sz="2667" spc="-53" dirty="0">
                <a:latin typeface="Verdana"/>
                <a:cs typeface="Verdana"/>
              </a:rPr>
              <a:t> </a:t>
            </a:r>
            <a:r>
              <a:rPr sz="2667" spc="-7" dirty="0">
                <a:latin typeface="Verdana"/>
                <a:cs typeface="Verdana"/>
              </a:rPr>
              <a:t>would</a:t>
            </a:r>
            <a:r>
              <a:rPr sz="2667" spc="-33" dirty="0">
                <a:latin typeface="Verdana"/>
                <a:cs typeface="Verdana"/>
              </a:rPr>
              <a:t> </a:t>
            </a:r>
            <a:r>
              <a:rPr sz="2667" spc="7" dirty="0">
                <a:latin typeface="Verdana"/>
                <a:cs typeface="Verdana"/>
              </a:rPr>
              <a:t>you</a:t>
            </a:r>
            <a:r>
              <a:rPr sz="2667" spc="-53" dirty="0">
                <a:latin typeface="Verdana"/>
                <a:cs typeface="Verdana"/>
              </a:rPr>
              <a:t> </a:t>
            </a:r>
            <a:r>
              <a:rPr sz="2667" spc="20" dirty="0">
                <a:latin typeface="Verdana"/>
                <a:cs typeface="Verdana"/>
              </a:rPr>
              <a:t>address</a:t>
            </a:r>
            <a:r>
              <a:rPr sz="2667" spc="-153" dirty="0">
                <a:latin typeface="Verdana"/>
                <a:cs typeface="Verdana"/>
              </a:rPr>
              <a:t> </a:t>
            </a:r>
            <a:r>
              <a:rPr sz="2667" dirty="0">
                <a:latin typeface="Verdana"/>
                <a:cs typeface="Verdana"/>
              </a:rPr>
              <a:t>using</a:t>
            </a:r>
            <a:endParaRPr sz="2667">
              <a:latin typeface="Verdana"/>
              <a:cs typeface="Verdana"/>
            </a:endParaRPr>
          </a:p>
          <a:p>
            <a:pPr marL="16933">
              <a:spcBef>
                <a:spcPts val="7"/>
              </a:spcBef>
            </a:pPr>
            <a:r>
              <a:rPr sz="2667" spc="-7" dirty="0">
                <a:latin typeface="Verdana"/>
                <a:cs typeface="Verdana"/>
              </a:rPr>
              <a:t>a</a:t>
            </a:r>
            <a:r>
              <a:rPr sz="2667" spc="20" dirty="0">
                <a:latin typeface="Verdana"/>
                <a:cs typeface="Verdana"/>
              </a:rPr>
              <a:t>n</a:t>
            </a:r>
            <a:r>
              <a:rPr sz="2667" spc="-47" dirty="0">
                <a:latin typeface="Verdana"/>
                <a:cs typeface="Verdana"/>
              </a:rPr>
              <a:t> </a:t>
            </a:r>
            <a:r>
              <a:rPr sz="2667" spc="7" dirty="0">
                <a:solidFill>
                  <a:srgbClr val="0096FF"/>
                </a:solidFill>
                <a:latin typeface="Verdana"/>
                <a:cs typeface="Verdana"/>
              </a:rPr>
              <a:t>un</a:t>
            </a:r>
            <a:r>
              <a:rPr sz="2667" spc="20" dirty="0">
                <a:solidFill>
                  <a:srgbClr val="0096FF"/>
                </a:solidFill>
                <a:latin typeface="Verdana"/>
                <a:cs typeface="Verdana"/>
              </a:rPr>
              <a:t>s</a:t>
            </a:r>
            <a:r>
              <a:rPr sz="2667" dirty="0">
                <a:solidFill>
                  <a:srgbClr val="0096FF"/>
                </a:solidFill>
                <a:latin typeface="Verdana"/>
                <a:cs typeface="Verdana"/>
              </a:rPr>
              <a:t>u</a:t>
            </a:r>
            <a:r>
              <a:rPr sz="2667" spc="33" dirty="0">
                <a:solidFill>
                  <a:srgbClr val="0096FF"/>
                </a:solidFill>
                <a:latin typeface="Verdana"/>
                <a:cs typeface="Verdana"/>
              </a:rPr>
              <a:t>p</a:t>
            </a:r>
            <a:r>
              <a:rPr sz="2667" spc="7" dirty="0">
                <a:solidFill>
                  <a:srgbClr val="0096FF"/>
                </a:solidFill>
                <a:latin typeface="Verdana"/>
                <a:cs typeface="Verdana"/>
              </a:rPr>
              <a:t>e</a:t>
            </a:r>
            <a:r>
              <a:rPr sz="2667" spc="60" dirty="0">
                <a:solidFill>
                  <a:srgbClr val="0096FF"/>
                </a:solidFill>
                <a:latin typeface="Verdana"/>
                <a:cs typeface="Verdana"/>
              </a:rPr>
              <a:t>r</a:t>
            </a:r>
            <a:r>
              <a:rPr sz="2667" spc="20" dirty="0">
                <a:solidFill>
                  <a:srgbClr val="0096FF"/>
                </a:solidFill>
                <a:latin typeface="Verdana"/>
                <a:cs typeface="Verdana"/>
              </a:rPr>
              <a:t>v</a:t>
            </a:r>
            <a:r>
              <a:rPr sz="2667" spc="-33" dirty="0">
                <a:solidFill>
                  <a:srgbClr val="0096FF"/>
                </a:solidFill>
                <a:latin typeface="Verdana"/>
                <a:cs typeface="Verdana"/>
              </a:rPr>
              <a:t>i</a:t>
            </a:r>
            <a:r>
              <a:rPr sz="2667" spc="20" dirty="0">
                <a:solidFill>
                  <a:srgbClr val="0096FF"/>
                </a:solidFill>
                <a:latin typeface="Verdana"/>
                <a:cs typeface="Verdana"/>
              </a:rPr>
              <a:t>s</a:t>
            </a:r>
            <a:r>
              <a:rPr sz="2667" dirty="0">
                <a:solidFill>
                  <a:srgbClr val="0096FF"/>
                </a:solidFill>
                <a:latin typeface="Verdana"/>
                <a:cs typeface="Verdana"/>
              </a:rPr>
              <a:t>e</a:t>
            </a:r>
            <a:r>
              <a:rPr sz="2667" spc="20" dirty="0">
                <a:solidFill>
                  <a:srgbClr val="0096FF"/>
                </a:solidFill>
                <a:latin typeface="Verdana"/>
                <a:cs typeface="Verdana"/>
              </a:rPr>
              <a:t>d</a:t>
            </a:r>
            <a:r>
              <a:rPr sz="2667" spc="-233" dirty="0">
                <a:solidFill>
                  <a:srgbClr val="0096FF"/>
                </a:solidFill>
                <a:latin typeface="Verdana"/>
                <a:cs typeface="Verdana"/>
              </a:rPr>
              <a:t> </a:t>
            </a:r>
            <a:r>
              <a:rPr sz="2667" spc="-41" dirty="0">
                <a:latin typeface="Verdana"/>
                <a:cs typeface="Verdana"/>
              </a:rPr>
              <a:t>l</a:t>
            </a:r>
            <a:r>
              <a:rPr sz="2667" spc="7" dirty="0">
                <a:latin typeface="Verdana"/>
                <a:cs typeface="Verdana"/>
              </a:rPr>
              <a:t>e</a:t>
            </a:r>
            <a:r>
              <a:rPr sz="2667" spc="-7" dirty="0">
                <a:latin typeface="Verdana"/>
                <a:cs typeface="Verdana"/>
              </a:rPr>
              <a:t>a</a:t>
            </a:r>
            <a:r>
              <a:rPr sz="2667" spc="53" dirty="0">
                <a:latin typeface="Verdana"/>
                <a:cs typeface="Verdana"/>
              </a:rPr>
              <a:t>r</a:t>
            </a:r>
            <a:r>
              <a:rPr sz="2667" spc="7" dirty="0">
                <a:latin typeface="Verdana"/>
                <a:cs typeface="Verdana"/>
              </a:rPr>
              <a:t>n</a:t>
            </a:r>
            <a:r>
              <a:rPr sz="2667" spc="-41" dirty="0">
                <a:latin typeface="Verdana"/>
                <a:cs typeface="Verdana"/>
              </a:rPr>
              <a:t>i</a:t>
            </a:r>
            <a:r>
              <a:rPr sz="2667" spc="7" dirty="0">
                <a:latin typeface="Verdana"/>
                <a:cs typeface="Verdana"/>
              </a:rPr>
              <a:t>n</a:t>
            </a:r>
            <a:r>
              <a:rPr sz="2667" spc="20" dirty="0">
                <a:latin typeface="Verdana"/>
                <a:cs typeface="Verdana"/>
              </a:rPr>
              <a:t>g</a:t>
            </a:r>
            <a:r>
              <a:rPr sz="2667" spc="-27" dirty="0">
                <a:latin typeface="Verdana"/>
                <a:cs typeface="Verdana"/>
              </a:rPr>
              <a:t> </a:t>
            </a:r>
            <a:r>
              <a:rPr sz="2667" spc="-7" dirty="0">
                <a:latin typeface="Verdana"/>
                <a:cs typeface="Verdana"/>
              </a:rPr>
              <a:t>a</a:t>
            </a:r>
            <a:r>
              <a:rPr sz="2667" spc="-41" dirty="0">
                <a:latin typeface="Verdana"/>
                <a:cs typeface="Verdana"/>
              </a:rPr>
              <a:t>l</a:t>
            </a:r>
            <a:r>
              <a:rPr sz="2667" spc="27" dirty="0">
                <a:latin typeface="Verdana"/>
                <a:cs typeface="Verdana"/>
              </a:rPr>
              <a:t>g</a:t>
            </a:r>
            <a:r>
              <a:rPr sz="2667" spc="-27" dirty="0">
                <a:latin typeface="Verdana"/>
                <a:cs typeface="Verdana"/>
              </a:rPr>
              <a:t>o</a:t>
            </a:r>
            <a:r>
              <a:rPr sz="2667" spc="53" dirty="0">
                <a:latin typeface="Verdana"/>
                <a:cs typeface="Verdana"/>
              </a:rPr>
              <a:t>r</a:t>
            </a:r>
            <a:r>
              <a:rPr sz="2667" spc="-41" dirty="0">
                <a:latin typeface="Verdana"/>
                <a:cs typeface="Verdana"/>
              </a:rPr>
              <a:t>i</a:t>
            </a:r>
            <a:r>
              <a:rPr sz="2667" spc="41" dirty="0">
                <a:latin typeface="Verdana"/>
                <a:cs typeface="Verdana"/>
              </a:rPr>
              <a:t>t</a:t>
            </a:r>
            <a:r>
              <a:rPr sz="2667" spc="7" dirty="0">
                <a:latin typeface="Verdana"/>
                <a:cs typeface="Verdana"/>
              </a:rPr>
              <a:t>h</a:t>
            </a:r>
            <a:r>
              <a:rPr sz="2667" dirty="0">
                <a:latin typeface="Verdana"/>
                <a:cs typeface="Verdana"/>
              </a:rPr>
              <a:t>m</a:t>
            </a:r>
            <a:r>
              <a:rPr sz="2667" spc="20" dirty="0">
                <a:latin typeface="Verdana"/>
                <a:cs typeface="Verdana"/>
              </a:rPr>
              <a:t>?</a:t>
            </a:r>
            <a:endParaRPr sz="2667">
              <a:latin typeface="Verdana"/>
              <a:cs typeface="Verdana"/>
            </a:endParaRPr>
          </a:p>
          <a:p>
            <a:pPr>
              <a:spcBef>
                <a:spcPts val="80"/>
              </a:spcBef>
            </a:pPr>
            <a:endParaRPr sz="4267">
              <a:latin typeface="Verdana"/>
              <a:cs typeface="Verdana"/>
            </a:endParaRPr>
          </a:p>
          <a:p>
            <a:pPr marL="689153"/>
            <a:r>
              <a:rPr sz="2068" spc="15" dirty="0">
                <a:latin typeface="Verdana"/>
                <a:cs typeface="Verdana"/>
              </a:rPr>
              <a:t>Given</a:t>
            </a:r>
            <a:r>
              <a:rPr sz="2068" spc="133" dirty="0">
                <a:latin typeface="Verdana"/>
                <a:cs typeface="Verdana"/>
              </a:rPr>
              <a:t> </a:t>
            </a:r>
            <a:r>
              <a:rPr sz="2068" spc="27" dirty="0">
                <a:latin typeface="Verdana"/>
                <a:cs typeface="Verdana"/>
              </a:rPr>
              <a:t>email</a:t>
            </a:r>
            <a:r>
              <a:rPr sz="2068" spc="-7" dirty="0">
                <a:latin typeface="Verdana"/>
                <a:cs typeface="Verdana"/>
              </a:rPr>
              <a:t> </a:t>
            </a:r>
            <a:r>
              <a:rPr sz="2068" spc="33" dirty="0">
                <a:latin typeface="Verdana"/>
                <a:cs typeface="Verdana"/>
              </a:rPr>
              <a:t>labeled</a:t>
            </a:r>
            <a:r>
              <a:rPr sz="2068" spc="-33" dirty="0">
                <a:latin typeface="Verdana"/>
                <a:cs typeface="Verdana"/>
              </a:rPr>
              <a:t> </a:t>
            </a:r>
            <a:r>
              <a:rPr sz="2068" spc="33" dirty="0">
                <a:latin typeface="Verdana"/>
                <a:cs typeface="Verdana"/>
              </a:rPr>
              <a:t>as</a:t>
            </a:r>
            <a:r>
              <a:rPr sz="2068" spc="73" dirty="0">
                <a:latin typeface="Verdana"/>
                <a:cs typeface="Verdana"/>
              </a:rPr>
              <a:t> </a:t>
            </a:r>
            <a:r>
              <a:rPr sz="2068" spc="20" dirty="0">
                <a:latin typeface="Verdana"/>
                <a:cs typeface="Verdana"/>
              </a:rPr>
              <a:t>spam/not</a:t>
            </a:r>
            <a:r>
              <a:rPr sz="2068" spc="148" dirty="0">
                <a:latin typeface="Verdana"/>
                <a:cs typeface="Verdana"/>
              </a:rPr>
              <a:t> </a:t>
            </a:r>
            <a:r>
              <a:rPr sz="2068" spc="15" dirty="0">
                <a:latin typeface="Verdana"/>
                <a:cs typeface="Verdana"/>
              </a:rPr>
              <a:t>spam,</a:t>
            </a:r>
            <a:r>
              <a:rPr sz="2068" spc="107" dirty="0">
                <a:latin typeface="Verdana"/>
                <a:cs typeface="Verdana"/>
              </a:rPr>
              <a:t> </a:t>
            </a:r>
            <a:r>
              <a:rPr sz="2068" spc="33" dirty="0">
                <a:latin typeface="Verdana"/>
                <a:cs typeface="Verdana"/>
              </a:rPr>
              <a:t>learn</a:t>
            </a:r>
            <a:r>
              <a:rPr sz="2068" spc="41" dirty="0">
                <a:latin typeface="Verdana"/>
                <a:cs typeface="Verdana"/>
              </a:rPr>
              <a:t> </a:t>
            </a:r>
            <a:r>
              <a:rPr sz="2068" spc="20" dirty="0">
                <a:latin typeface="Verdana"/>
                <a:cs typeface="Verdana"/>
              </a:rPr>
              <a:t>a</a:t>
            </a:r>
            <a:r>
              <a:rPr sz="2068" dirty="0">
                <a:latin typeface="Verdana"/>
                <a:cs typeface="Verdana"/>
              </a:rPr>
              <a:t> </a:t>
            </a:r>
            <a:r>
              <a:rPr sz="2068" spc="27" dirty="0">
                <a:latin typeface="Verdana"/>
                <a:cs typeface="Verdana"/>
              </a:rPr>
              <a:t>spam</a:t>
            </a:r>
            <a:r>
              <a:rPr sz="2068" spc="127" dirty="0">
                <a:latin typeface="Verdana"/>
                <a:cs typeface="Verdana"/>
              </a:rPr>
              <a:t> </a:t>
            </a:r>
            <a:r>
              <a:rPr sz="2068" spc="15" dirty="0">
                <a:latin typeface="Verdana"/>
                <a:cs typeface="Verdana"/>
              </a:rPr>
              <a:t>filter.</a:t>
            </a:r>
            <a:endParaRPr sz="2068">
              <a:latin typeface="Verdana"/>
              <a:cs typeface="Verdana"/>
            </a:endParaRPr>
          </a:p>
          <a:p>
            <a:pPr>
              <a:spcBef>
                <a:spcPts val="20"/>
              </a:spcBef>
            </a:pPr>
            <a:endParaRPr sz="2267">
              <a:latin typeface="Verdana"/>
              <a:cs typeface="Verdana"/>
            </a:endParaRPr>
          </a:p>
          <a:p>
            <a:pPr marL="689153">
              <a:spcBef>
                <a:spcPts val="7"/>
              </a:spcBef>
            </a:pPr>
            <a:r>
              <a:rPr sz="2068" spc="15" dirty="0">
                <a:latin typeface="Verdana"/>
                <a:cs typeface="Verdana"/>
              </a:rPr>
              <a:t>Given</a:t>
            </a:r>
            <a:r>
              <a:rPr sz="2068" spc="133" dirty="0">
                <a:latin typeface="Verdana"/>
                <a:cs typeface="Verdana"/>
              </a:rPr>
              <a:t> </a:t>
            </a:r>
            <a:r>
              <a:rPr sz="2068" spc="20" dirty="0">
                <a:latin typeface="Verdana"/>
                <a:cs typeface="Verdana"/>
              </a:rPr>
              <a:t>a</a:t>
            </a:r>
            <a:r>
              <a:rPr sz="2068" dirty="0">
                <a:latin typeface="Verdana"/>
                <a:cs typeface="Verdana"/>
              </a:rPr>
              <a:t> </a:t>
            </a:r>
            <a:r>
              <a:rPr sz="2068" spc="33" dirty="0">
                <a:latin typeface="Verdana"/>
                <a:cs typeface="Verdana"/>
              </a:rPr>
              <a:t>set</a:t>
            </a:r>
            <a:r>
              <a:rPr sz="2068" spc="41" dirty="0">
                <a:latin typeface="Verdana"/>
                <a:cs typeface="Verdana"/>
              </a:rPr>
              <a:t> </a:t>
            </a:r>
            <a:r>
              <a:rPr sz="2068" spc="20" dirty="0">
                <a:latin typeface="Verdana"/>
                <a:cs typeface="Verdana"/>
              </a:rPr>
              <a:t>of</a:t>
            </a:r>
            <a:r>
              <a:rPr sz="2068" spc="27" dirty="0">
                <a:latin typeface="Verdana"/>
                <a:cs typeface="Verdana"/>
              </a:rPr>
              <a:t> </a:t>
            </a:r>
            <a:r>
              <a:rPr sz="2068" spc="20" dirty="0">
                <a:latin typeface="Verdana"/>
                <a:cs typeface="Verdana"/>
              </a:rPr>
              <a:t>news</a:t>
            </a:r>
            <a:r>
              <a:rPr sz="2068" spc="80" dirty="0">
                <a:latin typeface="Verdana"/>
                <a:cs typeface="Verdana"/>
              </a:rPr>
              <a:t> </a:t>
            </a:r>
            <a:r>
              <a:rPr sz="2068" spc="27" dirty="0">
                <a:latin typeface="Verdana"/>
                <a:cs typeface="Verdana"/>
              </a:rPr>
              <a:t>articles</a:t>
            </a:r>
            <a:r>
              <a:rPr sz="2068" spc="-27" dirty="0">
                <a:latin typeface="Verdana"/>
                <a:cs typeface="Verdana"/>
              </a:rPr>
              <a:t> </a:t>
            </a:r>
            <a:r>
              <a:rPr sz="2068" dirty="0">
                <a:latin typeface="Verdana"/>
                <a:cs typeface="Verdana"/>
              </a:rPr>
              <a:t>found</a:t>
            </a:r>
            <a:r>
              <a:rPr sz="2068" spc="255" dirty="0">
                <a:latin typeface="Verdana"/>
                <a:cs typeface="Verdana"/>
              </a:rPr>
              <a:t> </a:t>
            </a:r>
            <a:r>
              <a:rPr sz="2068" spc="27" dirty="0">
                <a:latin typeface="Verdana"/>
                <a:cs typeface="Verdana"/>
              </a:rPr>
              <a:t>on</a:t>
            </a:r>
            <a:r>
              <a:rPr sz="2068" spc="33" dirty="0">
                <a:latin typeface="Verdana"/>
                <a:cs typeface="Verdana"/>
              </a:rPr>
              <a:t> </a:t>
            </a:r>
            <a:r>
              <a:rPr sz="2068" spc="-7" dirty="0">
                <a:latin typeface="Verdana"/>
                <a:cs typeface="Verdana"/>
              </a:rPr>
              <a:t>the</a:t>
            </a:r>
            <a:r>
              <a:rPr sz="2068" spc="113" dirty="0">
                <a:latin typeface="Verdana"/>
                <a:cs typeface="Verdana"/>
              </a:rPr>
              <a:t> </a:t>
            </a:r>
            <a:r>
              <a:rPr sz="2068" spc="20" dirty="0">
                <a:latin typeface="Verdana"/>
                <a:cs typeface="Verdana"/>
              </a:rPr>
              <a:t>web,</a:t>
            </a:r>
            <a:r>
              <a:rPr sz="2068" spc="107" dirty="0">
                <a:latin typeface="Verdana"/>
                <a:cs typeface="Verdana"/>
              </a:rPr>
              <a:t> </a:t>
            </a:r>
            <a:r>
              <a:rPr sz="2068" spc="15" dirty="0">
                <a:latin typeface="Verdana"/>
                <a:cs typeface="Verdana"/>
              </a:rPr>
              <a:t>group</a:t>
            </a:r>
            <a:r>
              <a:rPr sz="2068" spc="53" dirty="0">
                <a:latin typeface="Verdana"/>
                <a:cs typeface="Verdana"/>
              </a:rPr>
              <a:t> </a:t>
            </a:r>
            <a:r>
              <a:rPr sz="2068" spc="15" dirty="0">
                <a:latin typeface="Verdana"/>
                <a:cs typeface="Verdana"/>
              </a:rPr>
              <a:t>them</a:t>
            </a:r>
            <a:r>
              <a:rPr sz="2068" spc="121" dirty="0">
                <a:latin typeface="Verdana"/>
                <a:cs typeface="Verdana"/>
              </a:rPr>
              <a:t> </a:t>
            </a:r>
            <a:r>
              <a:rPr sz="2068" spc="7" dirty="0">
                <a:latin typeface="Verdana"/>
                <a:cs typeface="Verdana"/>
              </a:rPr>
              <a:t>into</a:t>
            </a:r>
            <a:r>
              <a:rPr sz="2068" spc="87" dirty="0">
                <a:latin typeface="Verdana"/>
                <a:cs typeface="Verdana"/>
              </a:rPr>
              <a:t> </a:t>
            </a:r>
            <a:r>
              <a:rPr sz="2068" spc="20" dirty="0">
                <a:latin typeface="Verdana"/>
                <a:cs typeface="Verdana"/>
              </a:rPr>
              <a:t>sets</a:t>
            </a:r>
            <a:endParaRPr sz="2068">
              <a:latin typeface="Verdana"/>
              <a:cs typeface="Verdana"/>
            </a:endParaRPr>
          </a:p>
          <a:p>
            <a:pPr marL="689153">
              <a:spcBef>
                <a:spcPts val="127"/>
              </a:spcBef>
            </a:pPr>
            <a:r>
              <a:rPr sz="2068" spc="27" dirty="0">
                <a:latin typeface="Verdana"/>
                <a:cs typeface="Verdana"/>
              </a:rPr>
              <a:t>of</a:t>
            </a:r>
            <a:r>
              <a:rPr sz="2068" spc="20" dirty="0">
                <a:latin typeface="Verdana"/>
                <a:cs typeface="Verdana"/>
              </a:rPr>
              <a:t> articles</a:t>
            </a:r>
            <a:r>
              <a:rPr sz="2068" spc="-33" dirty="0">
                <a:latin typeface="Verdana"/>
                <a:cs typeface="Verdana"/>
              </a:rPr>
              <a:t> </a:t>
            </a:r>
            <a:r>
              <a:rPr sz="2068" spc="20" dirty="0">
                <a:latin typeface="Verdana"/>
                <a:cs typeface="Verdana"/>
              </a:rPr>
              <a:t>about</a:t>
            </a:r>
            <a:r>
              <a:rPr sz="2068" spc="133" dirty="0">
                <a:latin typeface="Verdana"/>
                <a:cs typeface="Verdana"/>
              </a:rPr>
              <a:t> </a:t>
            </a:r>
            <a:r>
              <a:rPr sz="2068" spc="-7" dirty="0">
                <a:latin typeface="Verdana"/>
                <a:cs typeface="Verdana"/>
              </a:rPr>
              <a:t>the</a:t>
            </a:r>
            <a:r>
              <a:rPr sz="2068" spc="107" dirty="0">
                <a:latin typeface="Verdana"/>
                <a:cs typeface="Verdana"/>
              </a:rPr>
              <a:t> </a:t>
            </a:r>
            <a:r>
              <a:rPr sz="2068" spc="20" dirty="0">
                <a:latin typeface="Verdana"/>
                <a:cs typeface="Verdana"/>
              </a:rPr>
              <a:t>same</a:t>
            </a:r>
            <a:r>
              <a:rPr sz="2068" spc="107" dirty="0">
                <a:latin typeface="Verdana"/>
                <a:cs typeface="Verdana"/>
              </a:rPr>
              <a:t> </a:t>
            </a:r>
            <a:r>
              <a:rPr sz="2068" spc="7" dirty="0">
                <a:latin typeface="Verdana"/>
                <a:cs typeface="Verdana"/>
              </a:rPr>
              <a:t>story.</a:t>
            </a:r>
            <a:endParaRPr sz="2068">
              <a:latin typeface="Verdana"/>
              <a:cs typeface="Verdana"/>
            </a:endParaRPr>
          </a:p>
          <a:p>
            <a:pPr marL="689153" marR="226049">
              <a:lnSpc>
                <a:spcPct val="105200"/>
              </a:lnSpc>
              <a:spcBef>
                <a:spcPts val="1847"/>
              </a:spcBef>
            </a:pPr>
            <a:r>
              <a:rPr sz="2068" spc="15" dirty="0">
                <a:latin typeface="Verdana"/>
                <a:cs typeface="Verdana"/>
              </a:rPr>
              <a:t>Given</a:t>
            </a:r>
            <a:r>
              <a:rPr sz="2068" spc="140" dirty="0">
                <a:latin typeface="Verdana"/>
                <a:cs typeface="Verdana"/>
              </a:rPr>
              <a:t> </a:t>
            </a:r>
            <a:r>
              <a:rPr sz="2068" spc="20" dirty="0">
                <a:latin typeface="Verdana"/>
                <a:cs typeface="Verdana"/>
              </a:rPr>
              <a:t>a</a:t>
            </a:r>
            <a:r>
              <a:rPr sz="2068" spc="15" dirty="0">
                <a:latin typeface="Verdana"/>
                <a:cs typeface="Verdana"/>
              </a:rPr>
              <a:t> </a:t>
            </a:r>
            <a:r>
              <a:rPr sz="2068" spc="20" dirty="0">
                <a:latin typeface="Verdana"/>
                <a:cs typeface="Verdana"/>
              </a:rPr>
              <a:t>database</a:t>
            </a:r>
            <a:r>
              <a:rPr sz="2068" spc="113" dirty="0">
                <a:latin typeface="Verdana"/>
                <a:cs typeface="Verdana"/>
              </a:rPr>
              <a:t> </a:t>
            </a:r>
            <a:r>
              <a:rPr sz="2068" spc="27" dirty="0">
                <a:latin typeface="Verdana"/>
                <a:cs typeface="Verdana"/>
              </a:rPr>
              <a:t>of</a:t>
            </a:r>
            <a:r>
              <a:rPr sz="2068" spc="33" dirty="0">
                <a:latin typeface="Verdana"/>
                <a:cs typeface="Verdana"/>
              </a:rPr>
              <a:t> </a:t>
            </a:r>
            <a:r>
              <a:rPr sz="2068" spc="15" dirty="0">
                <a:latin typeface="Verdana"/>
                <a:cs typeface="Verdana"/>
              </a:rPr>
              <a:t>customer</a:t>
            </a:r>
            <a:r>
              <a:rPr sz="2068" spc="175" dirty="0">
                <a:latin typeface="Verdana"/>
                <a:cs typeface="Verdana"/>
              </a:rPr>
              <a:t> </a:t>
            </a:r>
            <a:r>
              <a:rPr sz="2068" spc="20" dirty="0">
                <a:latin typeface="Verdana"/>
                <a:cs typeface="Verdana"/>
              </a:rPr>
              <a:t>data,</a:t>
            </a:r>
            <a:r>
              <a:rPr sz="2068" spc="107" dirty="0">
                <a:latin typeface="Verdana"/>
                <a:cs typeface="Verdana"/>
              </a:rPr>
              <a:t> </a:t>
            </a:r>
            <a:r>
              <a:rPr sz="2068" spc="20" dirty="0">
                <a:latin typeface="Verdana"/>
                <a:cs typeface="Verdana"/>
              </a:rPr>
              <a:t>automatically</a:t>
            </a:r>
            <a:r>
              <a:rPr sz="2068" spc="133" dirty="0">
                <a:latin typeface="Verdana"/>
                <a:cs typeface="Verdana"/>
              </a:rPr>
              <a:t> </a:t>
            </a:r>
            <a:r>
              <a:rPr sz="2068" spc="20" dirty="0">
                <a:latin typeface="Verdana"/>
                <a:cs typeface="Verdana"/>
              </a:rPr>
              <a:t>discover</a:t>
            </a:r>
            <a:r>
              <a:rPr sz="2068" spc="175" dirty="0">
                <a:latin typeface="Verdana"/>
                <a:cs typeface="Verdana"/>
              </a:rPr>
              <a:t> </a:t>
            </a:r>
            <a:r>
              <a:rPr sz="2068" spc="15" dirty="0">
                <a:latin typeface="Verdana"/>
                <a:cs typeface="Verdana"/>
              </a:rPr>
              <a:t>market </a:t>
            </a:r>
            <a:r>
              <a:rPr sz="2068" spc="-708" dirty="0">
                <a:latin typeface="Verdana"/>
                <a:cs typeface="Verdana"/>
              </a:rPr>
              <a:t> </a:t>
            </a:r>
            <a:r>
              <a:rPr sz="2068" spc="15" dirty="0">
                <a:latin typeface="Verdana"/>
                <a:cs typeface="Verdana"/>
              </a:rPr>
              <a:t>segments</a:t>
            </a:r>
            <a:r>
              <a:rPr sz="2068" spc="175" dirty="0">
                <a:latin typeface="Verdana"/>
                <a:cs typeface="Verdana"/>
              </a:rPr>
              <a:t> </a:t>
            </a:r>
            <a:r>
              <a:rPr sz="2068" spc="20" dirty="0">
                <a:latin typeface="Verdana"/>
                <a:cs typeface="Verdana"/>
              </a:rPr>
              <a:t>and</a:t>
            </a:r>
            <a:r>
              <a:rPr sz="2068" spc="68" dirty="0">
                <a:latin typeface="Verdana"/>
                <a:cs typeface="Verdana"/>
              </a:rPr>
              <a:t> </a:t>
            </a:r>
            <a:r>
              <a:rPr sz="2068" spc="15" dirty="0">
                <a:latin typeface="Verdana"/>
                <a:cs typeface="Verdana"/>
              </a:rPr>
              <a:t>group</a:t>
            </a:r>
            <a:r>
              <a:rPr sz="2068" spc="160" dirty="0">
                <a:latin typeface="Verdana"/>
                <a:cs typeface="Verdana"/>
              </a:rPr>
              <a:t> </a:t>
            </a:r>
            <a:r>
              <a:rPr sz="2068" spc="15" dirty="0">
                <a:latin typeface="Verdana"/>
                <a:cs typeface="Verdana"/>
              </a:rPr>
              <a:t>customers</a:t>
            </a:r>
            <a:r>
              <a:rPr sz="2068" spc="281" dirty="0">
                <a:latin typeface="Verdana"/>
                <a:cs typeface="Verdana"/>
              </a:rPr>
              <a:t> </a:t>
            </a:r>
            <a:r>
              <a:rPr sz="2068" dirty="0">
                <a:latin typeface="Verdana"/>
                <a:cs typeface="Verdana"/>
              </a:rPr>
              <a:t>into</a:t>
            </a:r>
            <a:r>
              <a:rPr sz="2068" spc="95" dirty="0">
                <a:latin typeface="Verdana"/>
                <a:cs typeface="Verdana"/>
              </a:rPr>
              <a:t> </a:t>
            </a:r>
            <a:r>
              <a:rPr sz="2068" spc="15" dirty="0">
                <a:latin typeface="Verdana"/>
                <a:cs typeface="Verdana"/>
              </a:rPr>
              <a:t>different</a:t>
            </a:r>
            <a:r>
              <a:rPr sz="2068" spc="140" dirty="0">
                <a:latin typeface="Verdana"/>
                <a:cs typeface="Verdana"/>
              </a:rPr>
              <a:t> </a:t>
            </a:r>
            <a:r>
              <a:rPr sz="2068" spc="15" dirty="0">
                <a:latin typeface="Verdana"/>
                <a:cs typeface="Verdana"/>
              </a:rPr>
              <a:t>market</a:t>
            </a:r>
            <a:r>
              <a:rPr sz="2068" spc="148" dirty="0">
                <a:latin typeface="Verdana"/>
                <a:cs typeface="Verdana"/>
              </a:rPr>
              <a:t> </a:t>
            </a:r>
            <a:r>
              <a:rPr sz="2068" spc="15" dirty="0">
                <a:latin typeface="Verdana"/>
                <a:cs typeface="Verdana"/>
              </a:rPr>
              <a:t>segments.</a:t>
            </a:r>
            <a:endParaRPr sz="2068">
              <a:latin typeface="Verdana"/>
              <a:cs typeface="Verdana"/>
            </a:endParaRPr>
          </a:p>
          <a:p>
            <a:pPr marL="689153" marR="243827">
              <a:lnSpc>
                <a:spcPct val="105100"/>
              </a:lnSpc>
              <a:spcBef>
                <a:spcPts val="1428"/>
              </a:spcBef>
            </a:pPr>
            <a:r>
              <a:rPr sz="2068" spc="15" dirty="0">
                <a:latin typeface="Verdana"/>
                <a:cs typeface="Verdana"/>
              </a:rPr>
              <a:t>Given</a:t>
            </a:r>
            <a:r>
              <a:rPr sz="2068" spc="140" dirty="0">
                <a:latin typeface="Verdana"/>
                <a:cs typeface="Verdana"/>
              </a:rPr>
              <a:t> </a:t>
            </a:r>
            <a:r>
              <a:rPr sz="2068" spc="20" dirty="0">
                <a:latin typeface="Verdana"/>
                <a:cs typeface="Verdana"/>
              </a:rPr>
              <a:t>a</a:t>
            </a:r>
            <a:r>
              <a:rPr sz="2068" spc="7" dirty="0">
                <a:latin typeface="Verdana"/>
                <a:cs typeface="Verdana"/>
              </a:rPr>
              <a:t> </a:t>
            </a:r>
            <a:r>
              <a:rPr sz="2068" spc="27" dirty="0">
                <a:latin typeface="Verdana"/>
                <a:cs typeface="Verdana"/>
              </a:rPr>
              <a:t>dataset</a:t>
            </a:r>
            <a:r>
              <a:rPr sz="2068" spc="41" dirty="0">
                <a:latin typeface="Verdana"/>
                <a:cs typeface="Verdana"/>
              </a:rPr>
              <a:t> </a:t>
            </a:r>
            <a:r>
              <a:rPr sz="2068" spc="27" dirty="0">
                <a:latin typeface="Verdana"/>
                <a:cs typeface="Verdana"/>
              </a:rPr>
              <a:t>of </a:t>
            </a:r>
            <a:r>
              <a:rPr sz="2068" spc="15" dirty="0">
                <a:latin typeface="Verdana"/>
                <a:cs typeface="Verdana"/>
              </a:rPr>
              <a:t>patients</a:t>
            </a:r>
            <a:r>
              <a:rPr sz="2068" spc="73" dirty="0">
                <a:latin typeface="Verdana"/>
                <a:cs typeface="Verdana"/>
              </a:rPr>
              <a:t> </a:t>
            </a:r>
            <a:r>
              <a:rPr sz="2068" spc="27" dirty="0">
                <a:latin typeface="Verdana"/>
                <a:cs typeface="Verdana"/>
              </a:rPr>
              <a:t>diagnosed</a:t>
            </a:r>
            <a:r>
              <a:rPr sz="2068" spc="160" dirty="0">
                <a:latin typeface="Verdana"/>
                <a:cs typeface="Verdana"/>
              </a:rPr>
              <a:t> </a:t>
            </a:r>
            <a:r>
              <a:rPr sz="2068" spc="33" dirty="0">
                <a:latin typeface="Verdana"/>
                <a:cs typeface="Verdana"/>
              </a:rPr>
              <a:t>as</a:t>
            </a:r>
            <a:r>
              <a:rPr sz="2068" spc="-27" dirty="0">
                <a:latin typeface="Verdana"/>
                <a:cs typeface="Verdana"/>
              </a:rPr>
              <a:t> </a:t>
            </a:r>
            <a:r>
              <a:rPr sz="2068" spc="20" dirty="0">
                <a:latin typeface="Verdana"/>
                <a:cs typeface="Verdana"/>
              </a:rPr>
              <a:t>either</a:t>
            </a:r>
            <a:r>
              <a:rPr sz="2068" spc="73" dirty="0">
                <a:latin typeface="Verdana"/>
                <a:cs typeface="Verdana"/>
              </a:rPr>
              <a:t> </a:t>
            </a:r>
            <a:r>
              <a:rPr sz="2068" spc="7" dirty="0">
                <a:latin typeface="Verdana"/>
                <a:cs typeface="Verdana"/>
              </a:rPr>
              <a:t>having</a:t>
            </a:r>
            <a:r>
              <a:rPr sz="2068" spc="160" dirty="0">
                <a:latin typeface="Verdana"/>
                <a:cs typeface="Verdana"/>
              </a:rPr>
              <a:t> </a:t>
            </a:r>
            <a:r>
              <a:rPr sz="2068" spc="27" dirty="0">
                <a:latin typeface="Verdana"/>
                <a:cs typeface="Verdana"/>
              </a:rPr>
              <a:t>diabetes</a:t>
            </a:r>
            <a:r>
              <a:rPr sz="2068" spc="73" dirty="0">
                <a:latin typeface="Verdana"/>
                <a:cs typeface="Verdana"/>
              </a:rPr>
              <a:t> </a:t>
            </a:r>
            <a:r>
              <a:rPr sz="2068" spc="27" dirty="0">
                <a:latin typeface="Verdana"/>
                <a:cs typeface="Verdana"/>
              </a:rPr>
              <a:t>or </a:t>
            </a:r>
            <a:r>
              <a:rPr sz="2068" spc="-708" dirty="0">
                <a:latin typeface="Verdana"/>
                <a:cs typeface="Verdana"/>
              </a:rPr>
              <a:t> </a:t>
            </a:r>
            <a:r>
              <a:rPr sz="2068" spc="7" dirty="0">
                <a:latin typeface="Verdana"/>
                <a:cs typeface="Verdana"/>
              </a:rPr>
              <a:t>not,</a:t>
            </a:r>
            <a:r>
              <a:rPr sz="2068" spc="95" dirty="0">
                <a:latin typeface="Verdana"/>
                <a:cs typeface="Verdana"/>
              </a:rPr>
              <a:t> </a:t>
            </a:r>
            <a:r>
              <a:rPr sz="2068" spc="33" dirty="0">
                <a:latin typeface="Verdana"/>
                <a:cs typeface="Verdana"/>
              </a:rPr>
              <a:t>learn</a:t>
            </a:r>
            <a:r>
              <a:rPr sz="2068" spc="41" dirty="0">
                <a:latin typeface="Verdana"/>
                <a:cs typeface="Verdana"/>
              </a:rPr>
              <a:t> </a:t>
            </a:r>
            <a:r>
              <a:rPr sz="2068" dirty="0">
                <a:latin typeface="Verdana"/>
                <a:cs typeface="Verdana"/>
              </a:rPr>
              <a:t>to</a:t>
            </a:r>
            <a:r>
              <a:rPr sz="2068" spc="-7" dirty="0">
                <a:latin typeface="Verdana"/>
                <a:cs typeface="Verdana"/>
              </a:rPr>
              <a:t> </a:t>
            </a:r>
            <a:r>
              <a:rPr sz="2068" spc="20" dirty="0">
                <a:latin typeface="Verdana"/>
                <a:cs typeface="Verdana"/>
              </a:rPr>
              <a:t>classify</a:t>
            </a:r>
            <a:r>
              <a:rPr sz="2068" spc="127" dirty="0">
                <a:latin typeface="Verdana"/>
                <a:cs typeface="Verdana"/>
              </a:rPr>
              <a:t> </a:t>
            </a:r>
            <a:r>
              <a:rPr sz="2068" spc="27" dirty="0">
                <a:latin typeface="Verdana"/>
                <a:cs typeface="Verdana"/>
              </a:rPr>
              <a:t>new</a:t>
            </a:r>
            <a:r>
              <a:rPr sz="2068" spc="47" dirty="0">
                <a:latin typeface="Verdana"/>
                <a:cs typeface="Verdana"/>
              </a:rPr>
              <a:t> </a:t>
            </a:r>
            <a:r>
              <a:rPr sz="2068" spc="15" dirty="0">
                <a:latin typeface="Verdana"/>
                <a:cs typeface="Verdana"/>
              </a:rPr>
              <a:t>patients</a:t>
            </a:r>
            <a:r>
              <a:rPr sz="2068" spc="167" dirty="0">
                <a:latin typeface="Verdana"/>
                <a:cs typeface="Verdana"/>
              </a:rPr>
              <a:t> </a:t>
            </a:r>
            <a:r>
              <a:rPr sz="2068" spc="33" dirty="0">
                <a:latin typeface="Verdana"/>
                <a:cs typeface="Verdana"/>
              </a:rPr>
              <a:t>as</a:t>
            </a:r>
            <a:r>
              <a:rPr sz="2068" spc="-27" dirty="0">
                <a:latin typeface="Verdana"/>
                <a:cs typeface="Verdana"/>
              </a:rPr>
              <a:t> </a:t>
            </a:r>
            <a:r>
              <a:rPr sz="2068" spc="7" dirty="0">
                <a:latin typeface="Verdana"/>
                <a:cs typeface="Verdana"/>
              </a:rPr>
              <a:t>having</a:t>
            </a:r>
            <a:r>
              <a:rPr sz="2068" spc="160" dirty="0">
                <a:latin typeface="Verdana"/>
                <a:cs typeface="Verdana"/>
              </a:rPr>
              <a:t> </a:t>
            </a:r>
            <a:r>
              <a:rPr sz="2068" spc="27" dirty="0">
                <a:latin typeface="Verdana"/>
                <a:cs typeface="Verdana"/>
              </a:rPr>
              <a:t>diabetes</a:t>
            </a:r>
            <a:r>
              <a:rPr sz="2068" spc="73" dirty="0">
                <a:latin typeface="Verdana"/>
                <a:cs typeface="Verdana"/>
              </a:rPr>
              <a:t> </a:t>
            </a:r>
            <a:r>
              <a:rPr sz="2068" spc="27" dirty="0">
                <a:latin typeface="Verdana"/>
                <a:cs typeface="Verdana"/>
              </a:rPr>
              <a:t>or</a:t>
            </a:r>
            <a:r>
              <a:rPr sz="2068" spc="73" dirty="0">
                <a:latin typeface="Verdana"/>
                <a:cs typeface="Verdana"/>
              </a:rPr>
              <a:t> </a:t>
            </a:r>
            <a:r>
              <a:rPr sz="2068" spc="15" dirty="0">
                <a:latin typeface="Verdana"/>
                <a:cs typeface="Verdana"/>
              </a:rPr>
              <a:t>not</a:t>
            </a:r>
            <a:endParaRPr sz="2068">
              <a:latin typeface="Verdana"/>
              <a:cs typeface="Verdana"/>
            </a:endParaRPr>
          </a:p>
        </p:txBody>
      </p:sp>
      <p:sp>
        <p:nvSpPr>
          <p:cNvPr id="13" name="object 13"/>
          <p:cNvSpPr txBox="1">
            <a:spLocks noGrp="1"/>
          </p:cNvSpPr>
          <p:nvPr>
            <p:ph type="title"/>
          </p:nvPr>
        </p:nvSpPr>
        <p:spPr>
          <a:xfrm>
            <a:off x="5072719" y="373652"/>
            <a:ext cx="2048933" cy="516552"/>
          </a:xfrm>
          <a:prstGeom prst="rect">
            <a:avLst/>
          </a:prstGeom>
        </p:spPr>
        <p:txBody>
          <a:bodyPr vert="horz" wrap="square" lIns="0" tIns="17780" rIns="0" bIns="0" rtlCol="0" anchor="ctr">
            <a:spAutoFit/>
          </a:bodyPr>
          <a:lstStyle/>
          <a:p>
            <a:pPr marL="16933">
              <a:spcBef>
                <a:spcPts val="140"/>
              </a:spcBef>
            </a:pPr>
            <a:r>
              <a:rPr sz="3600" spc="-27" dirty="0"/>
              <a:t>Question</a:t>
            </a:r>
            <a:endParaRPr sz="3600"/>
          </a:p>
        </p:txBody>
      </p:sp>
      <p:sp>
        <p:nvSpPr>
          <p:cNvPr id="15" name="Slide Number Placeholder 14">
            <a:extLst>
              <a:ext uri="{FF2B5EF4-FFF2-40B4-BE49-F238E27FC236}">
                <a16:creationId xmlns:a16="http://schemas.microsoft.com/office/drawing/2014/main" id="{99B364B2-FDC0-0B38-30EA-2743C4A99FC6}"/>
              </a:ext>
            </a:extLst>
          </p:cNvPr>
          <p:cNvSpPr>
            <a:spLocks noGrp="1"/>
          </p:cNvSpPr>
          <p:nvPr>
            <p:ph type="sldNum" sz="quarter" idx="12"/>
          </p:nvPr>
        </p:nvSpPr>
        <p:spPr/>
        <p:txBody>
          <a:bodyPr/>
          <a:lstStyle/>
          <a:p>
            <a:fld id="{EB17D4FA-7C84-BF4C-87EB-41A15D920012}" type="slidenum">
              <a:rPr lang="en-PS" smtClean="0"/>
              <a:t>18</a:t>
            </a:fld>
            <a:endParaRPr lang="en-P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759376" y="749039"/>
            <a:ext cx="10673247" cy="1909519"/>
          </a:xfrm>
          <a:prstGeom prst="rect">
            <a:avLst/>
          </a:prstGeom>
        </p:spPr>
        <p:txBody>
          <a:bodyPr vert="horz" wrap="square" lIns="0" tIns="44027" rIns="0" bIns="0" rtlCol="0" anchor="ctr">
            <a:spAutoFit/>
          </a:bodyPr>
          <a:lstStyle/>
          <a:p>
            <a:pPr marL="5244838" marR="6773" indent="-1678010">
              <a:lnSpc>
                <a:spcPts val="7614"/>
              </a:lnSpc>
              <a:spcBef>
                <a:spcPts val="347"/>
              </a:spcBef>
            </a:pPr>
            <a:r>
              <a:rPr sz="5400" spc="7" dirty="0"/>
              <a:t>Machine</a:t>
            </a:r>
            <a:r>
              <a:rPr sz="5400" spc="-160" dirty="0"/>
              <a:t> </a:t>
            </a:r>
            <a:r>
              <a:rPr sz="5400" spc="7" dirty="0"/>
              <a:t>Learning </a:t>
            </a:r>
            <a:r>
              <a:rPr sz="5400" spc="-2233" dirty="0"/>
              <a:t> </a:t>
            </a:r>
            <a:r>
              <a:rPr sz="5400" dirty="0"/>
              <a:t>Overview</a:t>
            </a:r>
          </a:p>
        </p:txBody>
      </p:sp>
      <p:sp>
        <p:nvSpPr>
          <p:cNvPr id="3" name="object 3"/>
          <p:cNvSpPr txBox="1"/>
          <p:nvPr/>
        </p:nvSpPr>
        <p:spPr>
          <a:xfrm>
            <a:off x="4843781" y="4321300"/>
            <a:ext cx="6354233" cy="760894"/>
          </a:xfrm>
          <a:prstGeom prst="rect">
            <a:avLst/>
          </a:prstGeom>
        </p:spPr>
        <p:txBody>
          <a:bodyPr vert="horz" wrap="square" lIns="0" tIns="22015" rIns="0" bIns="0" rtlCol="0">
            <a:spAutoFit/>
          </a:bodyPr>
          <a:lstStyle/>
          <a:p>
            <a:pPr marL="16933">
              <a:spcBef>
                <a:spcPts val="175"/>
              </a:spcBef>
            </a:pPr>
            <a:r>
              <a:rPr sz="4800" spc="20" dirty="0">
                <a:latin typeface="Verdana"/>
                <a:cs typeface="Verdana"/>
              </a:rPr>
              <a:t>Jupyter</a:t>
            </a:r>
            <a:r>
              <a:rPr sz="4800" spc="-20" dirty="0">
                <a:latin typeface="Verdana"/>
                <a:cs typeface="Verdana"/>
              </a:rPr>
              <a:t> </a:t>
            </a:r>
            <a:r>
              <a:rPr sz="4800" spc="15" dirty="0">
                <a:latin typeface="Verdana"/>
                <a:cs typeface="Verdana"/>
              </a:rPr>
              <a:t>Notebooks</a:t>
            </a:r>
            <a:endParaRPr sz="4800" dirty="0">
              <a:latin typeface="Verdana"/>
              <a:cs typeface="Verdana"/>
            </a:endParaRPr>
          </a:p>
        </p:txBody>
      </p:sp>
      <p:sp>
        <p:nvSpPr>
          <p:cNvPr id="4" name="Slide Number Placeholder 3">
            <a:extLst>
              <a:ext uri="{FF2B5EF4-FFF2-40B4-BE49-F238E27FC236}">
                <a16:creationId xmlns:a16="http://schemas.microsoft.com/office/drawing/2014/main" id="{AE2B30F4-9CAC-3945-443A-EE1744A2D95A}"/>
              </a:ext>
            </a:extLst>
          </p:cNvPr>
          <p:cNvSpPr>
            <a:spLocks noGrp="1"/>
          </p:cNvSpPr>
          <p:nvPr>
            <p:ph type="sldNum" sz="quarter" idx="7"/>
          </p:nvPr>
        </p:nvSpPr>
        <p:spPr/>
        <p:txBody>
          <a:bodyPr/>
          <a:lstStyle/>
          <a:p>
            <a:fld id="{B6F15528-21DE-4FAA-801E-634DDDAF4B2B}" type="slidenum">
              <a:rPr lang="en-PS" smtClean="0"/>
              <a:t>19</a:t>
            </a:fld>
            <a:endParaRPr lang="en-P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4385-1C79-2A7E-9F30-C345E8C76016}"/>
              </a:ext>
            </a:extLst>
          </p:cNvPr>
          <p:cNvSpPr>
            <a:spLocks noGrp="1"/>
          </p:cNvSpPr>
          <p:nvPr>
            <p:ph type="title"/>
          </p:nvPr>
        </p:nvSpPr>
        <p:spPr/>
        <p:txBody>
          <a:bodyPr/>
          <a:lstStyle/>
          <a:p>
            <a:r>
              <a:rPr lang="en-US" dirty="0"/>
              <a:t>Jupyter Notebook - Your Interactive Learning Environment</a:t>
            </a:r>
            <a:endParaRPr lang="en-PS" dirty="0"/>
          </a:p>
        </p:txBody>
      </p:sp>
      <p:sp>
        <p:nvSpPr>
          <p:cNvPr id="3" name="Content Placeholder 2">
            <a:extLst>
              <a:ext uri="{FF2B5EF4-FFF2-40B4-BE49-F238E27FC236}">
                <a16:creationId xmlns:a16="http://schemas.microsoft.com/office/drawing/2014/main" id="{19C4A58B-5DEC-B041-9898-57DD228C519F}"/>
              </a:ext>
            </a:extLst>
          </p:cNvPr>
          <p:cNvSpPr>
            <a:spLocks noGrp="1"/>
          </p:cNvSpPr>
          <p:nvPr>
            <p:ph idx="1"/>
          </p:nvPr>
        </p:nvSpPr>
        <p:spPr/>
        <p:txBody>
          <a:bodyPr/>
          <a:lstStyle/>
          <a:p>
            <a:r>
              <a:rPr lang="en-US" dirty="0"/>
              <a:t>Jupyter Notebook is an essential tool for interactive learning in machine learning and data science.</a:t>
            </a:r>
          </a:p>
          <a:p>
            <a:pPr marL="0" indent="0">
              <a:buNone/>
            </a:pPr>
            <a:r>
              <a:rPr lang="en-US" dirty="0"/>
              <a:t>What is Jupyter Notebook?</a:t>
            </a:r>
          </a:p>
          <a:p>
            <a:r>
              <a:rPr lang="en-US" dirty="0"/>
              <a:t>Jupyter Notebook is an open-source web application that allows you to create and share documents that contain live code, equations, visualizations, and narrative text.</a:t>
            </a:r>
          </a:p>
          <a:p>
            <a:endParaRPr lang="en-PS" dirty="0"/>
          </a:p>
        </p:txBody>
      </p:sp>
      <p:sp>
        <p:nvSpPr>
          <p:cNvPr id="4" name="Slide Number Placeholder 3">
            <a:extLst>
              <a:ext uri="{FF2B5EF4-FFF2-40B4-BE49-F238E27FC236}">
                <a16:creationId xmlns:a16="http://schemas.microsoft.com/office/drawing/2014/main" id="{1B37E811-8F90-C58C-0C45-3013480826A7}"/>
              </a:ext>
            </a:extLst>
          </p:cNvPr>
          <p:cNvSpPr>
            <a:spLocks noGrp="1"/>
          </p:cNvSpPr>
          <p:nvPr>
            <p:ph type="sldNum" sz="quarter" idx="12"/>
          </p:nvPr>
        </p:nvSpPr>
        <p:spPr/>
        <p:txBody>
          <a:bodyPr/>
          <a:lstStyle/>
          <a:p>
            <a:fld id="{EB17D4FA-7C84-BF4C-87EB-41A15D920012}" type="slidenum">
              <a:rPr lang="en-PS" smtClean="0"/>
              <a:t>20</a:t>
            </a:fld>
            <a:endParaRPr lang="en-PS"/>
          </a:p>
        </p:txBody>
      </p:sp>
    </p:spTree>
    <p:extLst>
      <p:ext uri="{BB962C8B-B14F-4D97-AF65-F5344CB8AC3E}">
        <p14:creationId xmlns:p14="http://schemas.microsoft.com/office/powerpoint/2010/main" val="4139991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9FDC3-2F29-B489-05C7-6A56F0A0DCCC}"/>
              </a:ext>
            </a:extLst>
          </p:cNvPr>
          <p:cNvSpPr>
            <a:spLocks noGrp="1"/>
          </p:cNvSpPr>
          <p:nvPr>
            <p:ph type="title"/>
          </p:nvPr>
        </p:nvSpPr>
        <p:spPr/>
        <p:txBody>
          <a:bodyPr/>
          <a:lstStyle/>
          <a:p>
            <a:r>
              <a:rPr lang="en-US" b="1" i="0" dirty="0">
                <a:effectLst/>
                <a:latin typeface="Söhne"/>
              </a:rPr>
              <a:t>Why Use Jupyter Notebook?</a:t>
            </a:r>
            <a:endParaRPr lang="en-PS" dirty="0"/>
          </a:p>
        </p:txBody>
      </p:sp>
      <p:sp>
        <p:nvSpPr>
          <p:cNvPr id="3" name="Content Placeholder 2">
            <a:extLst>
              <a:ext uri="{FF2B5EF4-FFF2-40B4-BE49-F238E27FC236}">
                <a16:creationId xmlns:a16="http://schemas.microsoft.com/office/drawing/2014/main" id="{AD859758-1CFA-3C8E-A4A6-C81753805970}"/>
              </a:ext>
            </a:extLst>
          </p:cNvPr>
          <p:cNvSpPr>
            <a:spLocks noGrp="1"/>
          </p:cNvSpPr>
          <p:nvPr>
            <p:ph idx="1"/>
          </p:nvPr>
        </p:nvSpPr>
        <p:spPr/>
        <p:txBody>
          <a:bodyPr/>
          <a:lstStyle/>
          <a:p>
            <a:r>
              <a:rPr lang="en-US" dirty="0"/>
              <a:t>Interactive Learning: Jupyter Notebook allows you to experiment with code, explore data, and visualize results interactively.</a:t>
            </a:r>
          </a:p>
          <a:p>
            <a:r>
              <a:rPr lang="en-US" dirty="0"/>
              <a:t>Ideal for Experiments: You can run code one line at a time, making it perfect for trying out different machine learning algorithms and concepts.</a:t>
            </a:r>
          </a:p>
          <a:p>
            <a:r>
              <a:rPr lang="en-US" dirty="0"/>
              <a:t>Document Your Work: Combine code, text, and visualizations in a single document, making it easy to share and understand your work.</a:t>
            </a:r>
            <a:endParaRPr lang="en-PS" dirty="0"/>
          </a:p>
        </p:txBody>
      </p:sp>
      <p:sp>
        <p:nvSpPr>
          <p:cNvPr id="4" name="Slide Number Placeholder 3">
            <a:extLst>
              <a:ext uri="{FF2B5EF4-FFF2-40B4-BE49-F238E27FC236}">
                <a16:creationId xmlns:a16="http://schemas.microsoft.com/office/drawing/2014/main" id="{80771A9D-BE83-17B0-4177-F78ECABC1DF0}"/>
              </a:ext>
            </a:extLst>
          </p:cNvPr>
          <p:cNvSpPr>
            <a:spLocks noGrp="1"/>
          </p:cNvSpPr>
          <p:nvPr>
            <p:ph type="sldNum" sz="quarter" idx="12"/>
          </p:nvPr>
        </p:nvSpPr>
        <p:spPr/>
        <p:txBody>
          <a:bodyPr/>
          <a:lstStyle/>
          <a:p>
            <a:fld id="{EB17D4FA-7C84-BF4C-87EB-41A15D920012}" type="slidenum">
              <a:rPr lang="en-PS" smtClean="0"/>
              <a:t>21</a:t>
            </a:fld>
            <a:endParaRPr lang="en-PS"/>
          </a:p>
        </p:txBody>
      </p:sp>
    </p:spTree>
    <p:extLst>
      <p:ext uri="{BB962C8B-B14F-4D97-AF65-F5344CB8AC3E}">
        <p14:creationId xmlns:p14="http://schemas.microsoft.com/office/powerpoint/2010/main" val="1187970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1500</TotalTime>
  <Words>1917</Words>
  <Application>Microsoft Macintosh PowerPoint</Application>
  <PresentationFormat>Widescreen</PresentationFormat>
  <Paragraphs>245</Paragraphs>
  <Slides>21</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Arial MT</vt:lpstr>
      <vt:lpstr>Calibri</vt:lpstr>
      <vt:lpstr>Calibri Light</vt:lpstr>
      <vt:lpstr>Cambria Math</vt:lpstr>
      <vt:lpstr>Söhne</vt:lpstr>
      <vt:lpstr>Times New Roman</vt:lpstr>
      <vt:lpstr>Verdana</vt:lpstr>
      <vt:lpstr>Office Theme</vt:lpstr>
      <vt:lpstr>Machine Learning  Overview</vt:lpstr>
      <vt:lpstr>Supervised learning</vt:lpstr>
      <vt:lpstr>PowerPoint Presentation</vt:lpstr>
      <vt:lpstr>Two groups of supervised learning algoriths </vt:lpstr>
      <vt:lpstr>Regression: Housing price prediction</vt:lpstr>
      <vt:lpstr>Classification: Breast cancer detection</vt:lpstr>
      <vt:lpstr>Classification: Breast cancer detection</vt:lpstr>
      <vt:lpstr>Two or more inputs</vt:lpstr>
      <vt:lpstr>Regression vs. Classification</vt:lpstr>
      <vt:lpstr>Machine Learning  Overview</vt:lpstr>
      <vt:lpstr>PowerPoint Presentation</vt:lpstr>
      <vt:lpstr>PowerPoint Presentation</vt:lpstr>
      <vt:lpstr>Clustering: Google news</vt:lpstr>
      <vt:lpstr>Clustering: DNA microarray</vt:lpstr>
      <vt:lpstr>Clustering: Grouping customers</vt:lpstr>
      <vt:lpstr>Machine Learning  Overview</vt:lpstr>
      <vt:lpstr>Unsupervised learning</vt:lpstr>
      <vt:lpstr>Question</vt:lpstr>
      <vt:lpstr>Machine Learning  Overview</vt:lpstr>
      <vt:lpstr>Jupyter Notebook - Your Interactive Learning Environment</vt:lpstr>
      <vt:lpstr>Why Use Jupyter Notebook?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Khalid Rabayah</dc:creator>
  <cp:lastModifiedBy>khalid Rabayah</cp:lastModifiedBy>
  <cp:revision>18</cp:revision>
  <dcterms:created xsi:type="dcterms:W3CDTF">2023-11-04T15:39:09Z</dcterms:created>
  <dcterms:modified xsi:type="dcterms:W3CDTF">2025-11-15T08:39:24Z</dcterms:modified>
</cp:coreProperties>
</file>