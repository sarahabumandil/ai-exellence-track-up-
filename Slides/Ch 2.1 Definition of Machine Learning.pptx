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342" r:id="rId2"/>
    <p:sldId id="358" r:id="rId3"/>
    <p:sldId id="343" r:id="rId4"/>
    <p:sldId id="262" r:id="rId5"/>
    <p:sldId id="351" r:id="rId6"/>
    <p:sldId id="263" r:id="rId7"/>
    <p:sldId id="345" r:id="rId8"/>
    <p:sldId id="347" r:id="rId9"/>
    <p:sldId id="348" r:id="rId10"/>
    <p:sldId id="352" r:id="rId11"/>
    <p:sldId id="353" r:id="rId12"/>
    <p:sldId id="355" r:id="rId13"/>
    <p:sldId id="354" r:id="rId14"/>
    <p:sldId id="356" r:id="rId15"/>
    <p:sldId id="350" r:id="rId16"/>
    <p:sldId id="357" r:id="rId17"/>
  </p:sldIdLst>
  <p:sldSz cx="12192000" cy="6858000"/>
  <p:notesSz cx="6858000" cy="9144000"/>
  <p:defaultTextStyle>
    <a:defPPr>
      <a:defRPr lang="en-P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266"/>
    <p:restoredTop sz="96494"/>
  </p:normalViewPr>
  <p:slideViewPr>
    <p:cSldViewPr snapToGrid="0">
      <p:cViewPr>
        <p:scale>
          <a:sx n="130" d="100"/>
          <a:sy n="130" d="100"/>
        </p:scale>
        <p:origin x="1080" y="144"/>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AEC1A8-EE91-9241-9CB4-14980D172D68}" type="datetimeFigureOut">
              <a:rPr lang="en-PS" smtClean="0"/>
              <a:t>11/15/25</a:t>
            </a:fld>
            <a:endParaRPr lang="en-P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59EDD5-B2EB-F040-AF33-652A6A49BDB6}" type="slidenum">
              <a:rPr lang="en-PS" smtClean="0"/>
              <a:t>‹#›</a:t>
            </a:fld>
            <a:endParaRPr lang="en-PS"/>
          </a:p>
        </p:txBody>
      </p:sp>
    </p:spTree>
    <p:extLst>
      <p:ext uri="{BB962C8B-B14F-4D97-AF65-F5344CB8AC3E}">
        <p14:creationId xmlns:p14="http://schemas.microsoft.com/office/powerpoint/2010/main" val="3131716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381000"/>
            <a:ext cx="5613400" cy="3157538"/>
          </a:xfrm>
          <a:prstGeom prst="rect">
            <a:avLst/>
          </a:prstGeom>
        </p:spPr>
      </p:sp>
      <p:sp>
        <p:nvSpPr>
          <p:cNvPr id="3" name="Notes Placeholder 2"/>
          <p:cNvSpPr>
            <a:spLocks noGrp="1"/>
          </p:cNvSpPr>
          <p:nvPr>
            <p:ph type="body" idx="1"/>
          </p:nvPr>
        </p:nvSpPr>
        <p:spPr>
          <a:xfrm>
            <a:off x="171450" y="3657600"/>
            <a:ext cx="4914900" cy="5334000"/>
          </a:xfrm>
          <a:prstGeom prst="rect">
            <a:avLst/>
          </a:prstGeom>
        </p:spPr>
        <p:txBody>
          <a:bodyPr/>
          <a:lstStyle/>
          <a:p>
            <a:pPr algn="l"/>
            <a:r>
              <a:rPr lang="en-US" b="0" i="0" dirty="0">
                <a:solidFill>
                  <a:srgbClr val="000000"/>
                </a:solidFill>
                <a:effectLst/>
                <a:latin typeface="+mj-lt"/>
              </a:rPr>
              <a:t>welcome to machine learning.</a:t>
            </a:r>
          </a:p>
          <a:p>
            <a:pPr algn="l"/>
            <a:r>
              <a:rPr lang="en-US" b="0" i="0" dirty="0">
                <a:solidFill>
                  <a:srgbClr val="000000"/>
                </a:solidFill>
                <a:effectLst/>
                <a:latin typeface="+mj-lt"/>
              </a:rPr>
              <a:t>what is machine learning you probably use it many times a day without even knowing it. Anytime you want to find out something like how do I make a sushi roll, you can do a web search on Google or Bing to find out, and that works so well because they're machine learning software has figured out how to rank web pages. When you upload pictures to Instagram or Snapchat and think to yourself I want to tag my friends so they can see their pictures, well these apps can recognize your friends and your pictures and label them as well. That's also machine learning. or if you've just finished watching a Star Wars movie on a video streaming service and you think what are the similar movies could I watch, well the streaming service will likely use machine learning to recommend something that you might like. Each time you use voice to text on your phone to write a text message hey Andrew how's it going or tell your phone hey Siri play a song by Rihanna or ask your other phone okay Google show me Indian restaurants near me that's also machine learning each time you receive an email titles congratulations you've won a million dollars well Libya Rich congratulations or more likely your email service will probably fly good as spam that too is an application of machine learning Beyond consumer applications that you might use AI is also rapidly making its way into big companies and into industrial applications for example I'm deeply concerned about climate change and I'm glad to see that</a:t>
            </a:r>
          </a:p>
          <a:p>
            <a:pPr algn="l"/>
            <a:r>
              <a:rPr lang="en-US" b="0" i="0" dirty="0">
                <a:solidFill>
                  <a:srgbClr val="000000"/>
                </a:solidFill>
                <a:effectLst/>
                <a:latin typeface="+mj-lt"/>
              </a:rPr>
              <a:t>machine learning is already hoping to optimize wind turbine power generation or in healthcare is starting to make its way into hospitals to help doctors make accurate diagnoses or recently at Landing AI I've been</a:t>
            </a:r>
          </a:p>
          <a:p>
            <a:pPr algn="l"/>
            <a:r>
              <a:rPr lang="en-US" b="0" i="0" dirty="0">
                <a:solidFill>
                  <a:srgbClr val="000000"/>
                </a:solidFill>
                <a:effectLst/>
                <a:latin typeface="+mj-lt"/>
              </a:rPr>
              <a:t>doing a lot of work putting computer vision into factories to help inspect if</a:t>
            </a:r>
          </a:p>
          <a:p>
            <a:pPr algn="l"/>
            <a:r>
              <a:rPr lang="en-US" b="0" i="0" dirty="0">
                <a:solidFill>
                  <a:srgbClr val="000000"/>
                </a:solidFill>
                <a:effectLst/>
                <a:latin typeface="+mj-lt"/>
              </a:rPr>
              <a:t>something coming off the assembly line as any defects that's machine learning it's a science of getting computers to learn without being explicitly programmed in this class you learn about machine learning and get to implement machine learning in code yourself millions of others have taken the earlier version of this course which is a course that led to the founding of</a:t>
            </a:r>
          </a:p>
          <a:p>
            <a:pPr algn="l"/>
            <a:r>
              <a:rPr lang="en-US" b="0" i="0" dirty="0">
                <a:solidFill>
                  <a:srgbClr val="000000"/>
                </a:solidFill>
                <a:effectLst/>
                <a:latin typeface="+mj-lt"/>
              </a:rPr>
              <a:t>Coursera and many Learners ended up building exciting machine learning</a:t>
            </a:r>
          </a:p>
          <a:p>
            <a:pPr algn="l"/>
            <a:r>
              <a:rPr lang="en-US" b="0" i="0" dirty="0">
                <a:solidFill>
                  <a:srgbClr val="000000"/>
                </a:solidFill>
                <a:effectLst/>
                <a:latin typeface="+mj-lt"/>
              </a:rPr>
              <a:t>systems or even pursuing very successful careers in AI I'm excited that you're on this journey with me welcome and let’s </a:t>
            </a:r>
          </a:p>
          <a:p>
            <a:pPr algn="l"/>
            <a:r>
              <a:rPr lang="en-US" b="0" i="0" dirty="0">
                <a:solidFill>
                  <a:srgbClr val="000000"/>
                </a:solidFill>
                <a:effectLst/>
                <a:latin typeface="+mj-lt"/>
              </a:rPr>
              <a:t>get started</a:t>
            </a:r>
          </a:p>
          <a:p>
            <a:br>
              <a:rPr lang="en-US" b="1" dirty="0">
                <a:effectLst/>
                <a:latin typeface="+mj-lt"/>
              </a:rPr>
            </a:br>
            <a:endParaRPr lang="en-US" b="1" dirty="0">
              <a:effectLst/>
              <a:latin typeface="+mj-lt"/>
            </a:endParaRPr>
          </a:p>
          <a:p>
            <a:endParaRPr lang="en-PS" dirty="0">
              <a:latin typeface="+mj-lt"/>
            </a:endParaRPr>
          </a:p>
        </p:txBody>
      </p:sp>
      <p:sp>
        <p:nvSpPr>
          <p:cNvPr id="4" name="Slide Number Placeholder 3"/>
          <p:cNvSpPr>
            <a:spLocks noGrp="1"/>
          </p:cNvSpPr>
          <p:nvPr>
            <p:ph type="sldNum" sz="quarter" idx="5"/>
          </p:nvPr>
        </p:nvSpPr>
        <p:spPr/>
        <p:txBody>
          <a:bodyPr/>
          <a:lstStyle/>
          <a:p>
            <a:fld id="{1CF3B25D-B887-DA4F-BF83-10AF44A2CD22}" type="slidenum">
              <a:rPr lang="en-PS" smtClean="0"/>
              <a:t>1</a:t>
            </a:fld>
            <a:endParaRPr lang="en-PS"/>
          </a:p>
        </p:txBody>
      </p:sp>
    </p:spTree>
    <p:extLst>
      <p:ext uri="{BB962C8B-B14F-4D97-AF65-F5344CB8AC3E}">
        <p14:creationId xmlns:p14="http://schemas.microsoft.com/office/powerpoint/2010/main" val="3882597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2163" y="1143000"/>
            <a:ext cx="5613401" cy="3157538"/>
          </a:xfrm>
          <a:prstGeom prst="rect">
            <a:avLst/>
          </a:prstGeom>
        </p:spPr>
      </p:sp>
      <p:sp>
        <p:nvSpPr>
          <p:cNvPr id="3" name="Notes Placeholder 2"/>
          <p:cNvSpPr>
            <a:spLocks noGrp="1"/>
          </p:cNvSpPr>
          <p:nvPr>
            <p:ph type="body" idx="1"/>
          </p:nvPr>
        </p:nvSpPr>
        <p:spPr>
          <a:xfrm>
            <a:off x="1671637" y="4404393"/>
            <a:ext cx="1928813" cy="3601156"/>
          </a:xfrm>
          <a:prstGeom prst="rect">
            <a:avLst/>
          </a:prstGeom>
        </p:spPr>
        <p:txBody>
          <a:bodyPr/>
          <a:lstStyle/>
          <a:p>
            <a:endParaRPr lang="en-PS"/>
          </a:p>
        </p:txBody>
      </p:sp>
      <p:sp>
        <p:nvSpPr>
          <p:cNvPr id="4" name="Slide Number Placeholder 3"/>
          <p:cNvSpPr>
            <a:spLocks noGrp="1"/>
          </p:cNvSpPr>
          <p:nvPr>
            <p:ph type="sldNum" sz="quarter" idx="5"/>
          </p:nvPr>
        </p:nvSpPr>
        <p:spPr/>
        <p:txBody>
          <a:bodyPr/>
          <a:lstStyle/>
          <a:p>
            <a:fld id="{1CF3B25D-B887-DA4F-BF83-10AF44A2CD22}" type="slidenum">
              <a:rPr lang="en-PS" smtClean="0"/>
              <a:t>4</a:t>
            </a:fld>
            <a:endParaRPr lang="en-PS"/>
          </a:p>
        </p:txBody>
      </p:sp>
    </p:spTree>
    <p:extLst>
      <p:ext uri="{BB962C8B-B14F-4D97-AF65-F5344CB8AC3E}">
        <p14:creationId xmlns:p14="http://schemas.microsoft.com/office/powerpoint/2010/main" val="3935661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304800"/>
            <a:ext cx="5486400" cy="3087688"/>
          </a:xfrm>
        </p:spPr>
      </p:sp>
      <p:sp>
        <p:nvSpPr>
          <p:cNvPr id="3" name="Notes Placeholder 2"/>
          <p:cNvSpPr>
            <a:spLocks noGrp="1"/>
          </p:cNvSpPr>
          <p:nvPr>
            <p:ph type="body" idx="1"/>
          </p:nvPr>
        </p:nvSpPr>
        <p:spPr/>
        <p:txBody>
          <a:bodyPr/>
          <a:lstStyle/>
          <a:p>
            <a:endParaRPr lang="en-PS"/>
          </a:p>
        </p:txBody>
      </p:sp>
      <p:sp>
        <p:nvSpPr>
          <p:cNvPr id="4" name="Slide Number Placeholder 3"/>
          <p:cNvSpPr>
            <a:spLocks noGrp="1"/>
          </p:cNvSpPr>
          <p:nvPr>
            <p:ph type="sldNum" sz="quarter" idx="5"/>
          </p:nvPr>
        </p:nvSpPr>
        <p:spPr/>
        <p:txBody>
          <a:bodyPr/>
          <a:lstStyle/>
          <a:p>
            <a:fld id="{1CF3B25D-B887-DA4F-BF83-10AF44A2CD22}" type="slidenum">
              <a:rPr lang="en-PS" smtClean="0"/>
              <a:t>6</a:t>
            </a:fld>
            <a:endParaRPr lang="en-PS"/>
          </a:p>
        </p:txBody>
      </p:sp>
    </p:spTree>
    <p:extLst>
      <p:ext uri="{BB962C8B-B14F-4D97-AF65-F5344CB8AC3E}">
        <p14:creationId xmlns:p14="http://schemas.microsoft.com/office/powerpoint/2010/main" val="1523488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9540C-1151-AF6D-1FDF-69CA1711DB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S"/>
          </a:p>
        </p:txBody>
      </p:sp>
      <p:sp>
        <p:nvSpPr>
          <p:cNvPr id="3" name="Subtitle 2">
            <a:extLst>
              <a:ext uri="{FF2B5EF4-FFF2-40B4-BE49-F238E27FC236}">
                <a16:creationId xmlns:a16="http://schemas.microsoft.com/office/drawing/2014/main" id="{D5D6DEF6-7161-7577-99D1-4DF45CCC27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S"/>
          </a:p>
        </p:txBody>
      </p:sp>
      <p:sp>
        <p:nvSpPr>
          <p:cNvPr id="4" name="Date Placeholder 3">
            <a:extLst>
              <a:ext uri="{FF2B5EF4-FFF2-40B4-BE49-F238E27FC236}">
                <a16:creationId xmlns:a16="http://schemas.microsoft.com/office/drawing/2014/main" id="{52EB08FB-E235-24D7-6502-A5AEB88EE732}"/>
              </a:ext>
            </a:extLst>
          </p:cNvPr>
          <p:cNvSpPr>
            <a:spLocks noGrp="1"/>
          </p:cNvSpPr>
          <p:nvPr>
            <p:ph type="dt" sz="half" idx="10"/>
          </p:nvPr>
        </p:nvSpPr>
        <p:spPr/>
        <p:txBody>
          <a:bodyPr/>
          <a:lstStyle/>
          <a:p>
            <a:fld id="{76121C95-35C0-FC4E-8AE9-369E31CE01E1}" type="datetime1">
              <a:rPr lang="en-US" smtClean="0"/>
              <a:t>11/15/25</a:t>
            </a:fld>
            <a:endParaRPr lang="en-PS"/>
          </a:p>
        </p:txBody>
      </p:sp>
      <p:sp>
        <p:nvSpPr>
          <p:cNvPr id="5" name="Footer Placeholder 4">
            <a:extLst>
              <a:ext uri="{FF2B5EF4-FFF2-40B4-BE49-F238E27FC236}">
                <a16:creationId xmlns:a16="http://schemas.microsoft.com/office/drawing/2014/main" id="{C3891C82-C60F-8A0A-E61F-B6C9FE96D431}"/>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4FEF6299-FFC8-9D74-4523-46EF7386BDAE}"/>
              </a:ext>
            </a:extLst>
          </p:cNvPr>
          <p:cNvSpPr>
            <a:spLocks noGrp="1"/>
          </p:cNvSpPr>
          <p:nvPr>
            <p:ph type="sldNum" sz="quarter" idx="12"/>
          </p:nvPr>
        </p:nvSpPr>
        <p:spPr/>
        <p:txBody>
          <a:bodyPr/>
          <a:lstStyle/>
          <a:p>
            <a:fld id="{F3D452E6-B841-3847-A8C5-7EC0C3BB5A96}" type="slidenum">
              <a:rPr lang="en-PS" smtClean="0"/>
              <a:t>‹#›</a:t>
            </a:fld>
            <a:endParaRPr lang="en-PS"/>
          </a:p>
        </p:txBody>
      </p:sp>
    </p:spTree>
    <p:extLst>
      <p:ext uri="{BB962C8B-B14F-4D97-AF65-F5344CB8AC3E}">
        <p14:creationId xmlns:p14="http://schemas.microsoft.com/office/powerpoint/2010/main" val="2189743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6E18C-040F-8760-6F41-85D73FA19308}"/>
              </a:ext>
            </a:extLst>
          </p:cNvPr>
          <p:cNvSpPr>
            <a:spLocks noGrp="1"/>
          </p:cNvSpPr>
          <p:nvPr>
            <p:ph type="title"/>
          </p:nvPr>
        </p:nvSpPr>
        <p:spPr/>
        <p:txBody>
          <a:bodyPr/>
          <a:lstStyle/>
          <a:p>
            <a:r>
              <a:rPr lang="en-US"/>
              <a:t>Click to edit Master title style</a:t>
            </a:r>
            <a:endParaRPr lang="en-PS"/>
          </a:p>
        </p:txBody>
      </p:sp>
      <p:sp>
        <p:nvSpPr>
          <p:cNvPr id="3" name="Content Placeholder 2">
            <a:extLst>
              <a:ext uri="{FF2B5EF4-FFF2-40B4-BE49-F238E27FC236}">
                <a16:creationId xmlns:a16="http://schemas.microsoft.com/office/drawing/2014/main" id="{BDF08E01-C36D-12D1-EA44-2455FAB279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B4D96BCA-CC6D-C54E-C972-494DCC9BF4F4}"/>
              </a:ext>
            </a:extLst>
          </p:cNvPr>
          <p:cNvSpPr>
            <a:spLocks noGrp="1"/>
          </p:cNvSpPr>
          <p:nvPr>
            <p:ph type="dt" sz="half" idx="10"/>
          </p:nvPr>
        </p:nvSpPr>
        <p:spPr/>
        <p:txBody>
          <a:bodyPr/>
          <a:lstStyle/>
          <a:p>
            <a:fld id="{69907D1D-762E-DB49-90B8-50A809E4043E}" type="datetime1">
              <a:rPr lang="en-US" smtClean="0"/>
              <a:t>11/15/25</a:t>
            </a:fld>
            <a:endParaRPr lang="en-PS"/>
          </a:p>
        </p:txBody>
      </p:sp>
      <p:sp>
        <p:nvSpPr>
          <p:cNvPr id="5" name="Footer Placeholder 4">
            <a:extLst>
              <a:ext uri="{FF2B5EF4-FFF2-40B4-BE49-F238E27FC236}">
                <a16:creationId xmlns:a16="http://schemas.microsoft.com/office/drawing/2014/main" id="{BBF043F1-CAD0-9223-7AA3-F8C3554B75C0}"/>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BE57D69F-447D-C86C-6B27-642C9882ADF9}"/>
              </a:ext>
            </a:extLst>
          </p:cNvPr>
          <p:cNvSpPr>
            <a:spLocks noGrp="1"/>
          </p:cNvSpPr>
          <p:nvPr>
            <p:ph type="sldNum" sz="quarter" idx="12"/>
          </p:nvPr>
        </p:nvSpPr>
        <p:spPr/>
        <p:txBody>
          <a:bodyPr/>
          <a:lstStyle/>
          <a:p>
            <a:fld id="{F3D452E6-B841-3847-A8C5-7EC0C3BB5A96}" type="slidenum">
              <a:rPr lang="en-PS" smtClean="0"/>
              <a:t>‹#›</a:t>
            </a:fld>
            <a:endParaRPr lang="en-PS"/>
          </a:p>
        </p:txBody>
      </p:sp>
    </p:spTree>
    <p:extLst>
      <p:ext uri="{BB962C8B-B14F-4D97-AF65-F5344CB8AC3E}">
        <p14:creationId xmlns:p14="http://schemas.microsoft.com/office/powerpoint/2010/main" val="2961687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039CC-FC48-879A-10AF-6D826B303F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S"/>
          </a:p>
        </p:txBody>
      </p:sp>
      <p:sp>
        <p:nvSpPr>
          <p:cNvPr id="3" name="Text Placeholder 2">
            <a:extLst>
              <a:ext uri="{FF2B5EF4-FFF2-40B4-BE49-F238E27FC236}">
                <a16:creationId xmlns:a16="http://schemas.microsoft.com/office/drawing/2014/main" id="{AA746FF8-8299-F027-780E-1425B1FE19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F15353-704E-1601-BDD8-570005854819}"/>
              </a:ext>
            </a:extLst>
          </p:cNvPr>
          <p:cNvSpPr>
            <a:spLocks noGrp="1"/>
          </p:cNvSpPr>
          <p:nvPr>
            <p:ph type="dt" sz="half" idx="10"/>
          </p:nvPr>
        </p:nvSpPr>
        <p:spPr/>
        <p:txBody>
          <a:bodyPr/>
          <a:lstStyle/>
          <a:p>
            <a:fld id="{EEB5C1DE-A777-9142-AFC6-968DD9EC6232}" type="datetime1">
              <a:rPr lang="en-US" smtClean="0"/>
              <a:t>11/15/25</a:t>
            </a:fld>
            <a:endParaRPr lang="en-PS"/>
          </a:p>
        </p:txBody>
      </p:sp>
      <p:sp>
        <p:nvSpPr>
          <p:cNvPr id="5" name="Footer Placeholder 4">
            <a:extLst>
              <a:ext uri="{FF2B5EF4-FFF2-40B4-BE49-F238E27FC236}">
                <a16:creationId xmlns:a16="http://schemas.microsoft.com/office/drawing/2014/main" id="{5F8BFA22-E21D-EA06-70B0-E039874267C3}"/>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A666808E-719B-92F4-004F-1C333A3FE6E8}"/>
              </a:ext>
            </a:extLst>
          </p:cNvPr>
          <p:cNvSpPr>
            <a:spLocks noGrp="1"/>
          </p:cNvSpPr>
          <p:nvPr>
            <p:ph type="sldNum" sz="quarter" idx="12"/>
          </p:nvPr>
        </p:nvSpPr>
        <p:spPr/>
        <p:txBody>
          <a:bodyPr/>
          <a:lstStyle/>
          <a:p>
            <a:fld id="{F3D452E6-B841-3847-A8C5-7EC0C3BB5A96}" type="slidenum">
              <a:rPr lang="en-PS" smtClean="0"/>
              <a:t>‹#›</a:t>
            </a:fld>
            <a:endParaRPr lang="en-PS"/>
          </a:p>
        </p:txBody>
      </p:sp>
    </p:spTree>
    <p:extLst>
      <p:ext uri="{BB962C8B-B14F-4D97-AF65-F5344CB8AC3E}">
        <p14:creationId xmlns:p14="http://schemas.microsoft.com/office/powerpoint/2010/main" val="681675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78791-CD2D-7FAA-0CD7-81676EF8C893}"/>
              </a:ext>
            </a:extLst>
          </p:cNvPr>
          <p:cNvSpPr>
            <a:spLocks noGrp="1"/>
          </p:cNvSpPr>
          <p:nvPr>
            <p:ph type="title"/>
          </p:nvPr>
        </p:nvSpPr>
        <p:spPr/>
        <p:txBody>
          <a:bodyPr/>
          <a:lstStyle/>
          <a:p>
            <a:r>
              <a:rPr lang="en-US"/>
              <a:t>Click to edit Master title style</a:t>
            </a:r>
            <a:endParaRPr lang="en-PS"/>
          </a:p>
        </p:txBody>
      </p:sp>
      <p:sp>
        <p:nvSpPr>
          <p:cNvPr id="3" name="Content Placeholder 2">
            <a:extLst>
              <a:ext uri="{FF2B5EF4-FFF2-40B4-BE49-F238E27FC236}">
                <a16:creationId xmlns:a16="http://schemas.microsoft.com/office/drawing/2014/main" id="{D83EF336-BF7B-7DA3-7448-86B3B7A2A8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Content Placeholder 3">
            <a:extLst>
              <a:ext uri="{FF2B5EF4-FFF2-40B4-BE49-F238E27FC236}">
                <a16:creationId xmlns:a16="http://schemas.microsoft.com/office/drawing/2014/main" id="{1B7C1D39-429F-1241-B2AF-4DCD83A23B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5" name="Date Placeholder 4">
            <a:extLst>
              <a:ext uri="{FF2B5EF4-FFF2-40B4-BE49-F238E27FC236}">
                <a16:creationId xmlns:a16="http://schemas.microsoft.com/office/drawing/2014/main" id="{7830FA0F-0B35-1238-228A-E67CC51E1B8C}"/>
              </a:ext>
            </a:extLst>
          </p:cNvPr>
          <p:cNvSpPr>
            <a:spLocks noGrp="1"/>
          </p:cNvSpPr>
          <p:nvPr>
            <p:ph type="dt" sz="half" idx="10"/>
          </p:nvPr>
        </p:nvSpPr>
        <p:spPr/>
        <p:txBody>
          <a:bodyPr/>
          <a:lstStyle/>
          <a:p>
            <a:fld id="{B278C0B2-6B8D-4346-8A68-3363C37D30A3}" type="datetime1">
              <a:rPr lang="en-US" smtClean="0"/>
              <a:t>11/15/25</a:t>
            </a:fld>
            <a:endParaRPr lang="en-PS"/>
          </a:p>
        </p:txBody>
      </p:sp>
      <p:sp>
        <p:nvSpPr>
          <p:cNvPr id="6" name="Footer Placeholder 5">
            <a:extLst>
              <a:ext uri="{FF2B5EF4-FFF2-40B4-BE49-F238E27FC236}">
                <a16:creationId xmlns:a16="http://schemas.microsoft.com/office/drawing/2014/main" id="{25B7D4A1-CABD-FFF5-F221-12305AC88761}"/>
              </a:ext>
            </a:extLst>
          </p:cNvPr>
          <p:cNvSpPr>
            <a:spLocks noGrp="1"/>
          </p:cNvSpPr>
          <p:nvPr>
            <p:ph type="ftr" sz="quarter" idx="11"/>
          </p:nvPr>
        </p:nvSpPr>
        <p:spPr/>
        <p:txBody>
          <a:bodyPr/>
          <a:lstStyle/>
          <a:p>
            <a:endParaRPr lang="en-PS"/>
          </a:p>
        </p:txBody>
      </p:sp>
      <p:sp>
        <p:nvSpPr>
          <p:cNvPr id="7" name="Slide Number Placeholder 6">
            <a:extLst>
              <a:ext uri="{FF2B5EF4-FFF2-40B4-BE49-F238E27FC236}">
                <a16:creationId xmlns:a16="http://schemas.microsoft.com/office/drawing/2014/main" id="{F58BA225-6960-F545-DDAF-92CC3DA11B4A}"/>
              </a:ext>
            </a:extLst>
          </p:cNvPr>
          <p:cNvSpPr>
            <a:spLocks noGrp="1"/>
          </p:cNvSpPr>
          <p:nvPr>
            <p:ph type="sldNum" sz="quarter" idx="12"/>
          </p:nvPr>
        </p:nvSpPr>
        <p:spPr/>
        <p:txBody>
          <a:bodyPr/>
          <a:lstStyle/>
          <a:p>
            <a:fld id="{F3D452E6-B841-3847-A8C5-7EC0C3BB5A96}" type="slidenum">
              <a:rPr lang="en-PS" smtClean="0"/>
              <a:t>‹#›</a:t>
            </a:fld>
            <a:endParaRPr lang="en-PS"/>
          </a:p>
        </p:txBody>
      </p:sp>
    </p:spTree>
    <p:extLst>
      <p:ext uri="{BB962C8B-B14F-4D97-AF65-F5344CB8AC3E}">
        <p14:creationId xmlns:p14="http://schemas.microsoft.com/office/powerpoint/2010/main" val="3851266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8D354-36EF-C231-1F14-2BF59ADC222A}"/>
              </a:ext>
            </a:extLst>
          </p:cNvPr>
          <p:cNvSpPr>
            <a:spLocks noGrp="1"/>
          </p:cNvSpPr>
          <p:nvPr>
            <p:ph type="title"/>
          </p:nvPr>
        </p:nvSpPr>
        <p:spPr>
          <a:xfrm>
            <a:off x="839788" y="365125"/>
            <a:ext cx="10515600" cy="1325563"/>
          </a:xfrm>
        </p:spPr>
        <p:txBody>
          <a:bodyPr/>
          <a:lstStyle/>
          <a:p>
            <a:r>
              <a:rPr lang="en-US"/>
              <a:t>Click to edit Master title style</a:t>
            </a:r>
            <a:endParaRPr lang="en-PS"/>
          </a:p>
        </p:txBody>
      </p:sp>
      <p:sp>
        <p:nvSpPr>
          <p:cNvPr id="3" name="Text Placeholder 2">
            <a:extLst>
              <a:ext uri="{FF2B5EF4-FFF2-40B4-BE49-F238E27FC236}">
                <a16:creationId xmlns:a16="http://schemas.microsoft.com/office/drawing/2014/main" id="{126CCA0D-0912-74AB-FAD8-CD6108F3A8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BD9121-56A5-E3A2-703E-780E995D23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5" name="Text Placeholder 4">
            <a:extLst>
              <a:ext uri="{FF2B5EF4-FFF2-40B4-BE49-F238E27FC236}">
                <a16:creationId xmlns:a16="http://schemas.microsoft.com/office/drawing/2014/main" id="{1AAD88BC-3231-B8F2-AA85-A9AC8EAA15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10E3F1-04C7-0D61-D319-24F84CE86B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7" name="Date Placeholder 6">
            <a:extLst>
              <a:ext uri="{FF2B5EF4-FFF2-40B4-BE49-F238E27FC236}">
                <a16:creationId xmlns:a16="http://schemas.microsoft.com/office/drawing/2014/main" id="{C5D64456-0152-43AF-F67A-ECBB56D39261}"/>
              </a:ext>
            </a:extLst>
          </p:cNvPr>
          <p:cNvSpPr>
            <a:spLocks noGrp="1"/>
          </p:cNvSpPr>
          <p:nvPr>
            <p:ph type="dt" sz="half" idx="10"/>
          </p:nvPr>
        </p:nvSpPr>
        <p:spPr/>
        <p:txBody>
          <a:bodyPr/>
          <a:lstStyle/>
          <a:p>
            <a:fld id="{3350A570-CF44-364E-ABF6-C50A9DB56447}" type="datetime1">
              <a:rPr lang="en-US" smtClean="0"/>
              <a:t>11/15/25</a:t>
            </a:fld>
            <a:endParaRPr lang="en-PS"/>
          </a:p>
        </p:txBody>
      </p:sp>
      <p:sp>
        <p:nvSpPr>
          <p:cNvPr id="8" name="Footer Placeholder 7">
            <a:extLst>
              <a:ext uri="{FF2B5EF4-FFF2-40B4-BE49-F238E27FC236}">
                <a16:creationId xmlns:a16="http://schemas.microsoft.com/office/drawing/2014/main" id="{E52ED090-C1A6-8B54-A5AC-894E18CD3EB2}"/>
              </a:ext>
            </a:extLst>
          </p:cNvPr>
          <p:cNvSpPr>
            <a:spLocks noGrp="1"/>
          </p:cNvSpPr>
          <p:nvPr>
            <p:ph type="ftr" sz="quarter" idx="11"/>
          </p:nvPr>
        </p:nvSpPr>
        <p:spPr/>
        <p:txBody>
          <a:bodyPr/>
          <a:lstStyle/>
          <a:p>
            <a:endParaRPr lang="en-PS"/>
          </a:p>
        </p:txBody>
      </p:sp>
      <p:sp>
        <p:nvSpPr>
          <p:cNvPr id="9" name="Slide Number Placeholder 8">
            <a:extLst>
              <a:ext uri="{FF2B5EF4-FFF2-40B4-BE49-F238E27FC236}">
                <a16:creationId xmlns:a16="http://schemas.microsoft.com/office/drawing/2014/main" id="{ACA390EF-B2D6-53C8-EAED-44D4891539D5}"/>
              </a:ext>
            </a:extLst>
          </p:cNvPr>
          <p:cNvSpPr>
            <a:spLocks noGrp="1"/>
          </p:cNvSpPr>
          <p:nvPr>
            <p:ph type="sldNum" sz="quarter" idx="12"/>
          </p:nvPr>
        </p:nvSpPr>
        <p:spPr/>
        <p:txBody>
          <a:bodyPr/>
          <a:lstStyle/>
          <a:p>
            <a:fld id="{F3D452E6-B841-3847-A8C5-7EC0C3BB5A96}" type="slidenum">
              <a:rPr lang="en-PS" smtClean="0"/>
              <a:t>‹#›</a:t>
            </a:fld>
            <a:endParaRPr lang="en-PS"/>
          </a:p>
        </p:txBody>
      </p:sp>
    </p:spTree>
    <p:extLst>
      <p:ext uri="{BB962C8B-B14F-4D97-AF65-F5344CB8AC3E}">
        <p14:creationId xmlns:p14="http://schemas.microsoft.com/office/powerpoint/2010/main" val="1455111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44658-0450-D48C-84E5-12A7813091EE}"/>
              </a:ext>
            </a:extLst>
          </p:cNvPr>
          <p:cNvSpPr>
            <a:spLocks noGrp="1"/>
          </p:cNvSpPr>
          <p:nvPr>
            <p:ph type="title"/>
          </p:nvPr>
        </p:nvSpPr>
        <p:spPr/>
        <p:txBody>
          <a:bodyPr/>
          <a:lstStyle/>
          <a:p>
            <a:r>
              <a:rPr lang="en-US"/>
              <a:t>Click to edit Master title style</a:t>
            </a:r>
            <a:endParaRPr lang="en-PS"/>
          </a:p>
        </p:txBody>
      </p:sp>
      <p:sp>
        <p:nvSpPr>
          <p:cNvPr id="3" name="Date Placeholder 2">
            <a:extLst>
              <a:ext uri="{FF2B5EF4-FFF2-40B4-BE49-F238E27FC236}">
                <a16:creationId xmlns:a16="http://schemas.microsoft.com/office/drawing/2014/main" id="{26ED6359-052C-F318-C81F-A982B1E550DB}"/>
              </a:ext>
            </a:extLst>
          </p:cNvPr>
          <p:cNvSpPr>
            <a:spLocks noGrp="1"/>
          </p:cNvSpPr>
          <p:nvPr>
            <p:ph type="dt" sz="half" idx="10"/>
          </p:nvPr>
        </p:nvSpPr>
        <p:spPr/>
        <p:txBody>
          <a:bodyPr/>
          <a:lstStyle/>
          <a:p>
            <a:fld id="{288109AC-77F0-DE43-B3F7-ECD9BBD51185}" type="datetime1">
              <a:rPr lang="en-US" smtClean="0"/>
              <a:t>11/15/25</a:t>
            </a:fld>
            <a:endParaRPr lang="en-PS"/>
          </a:p>
        </p:txBody>
      </p:sp>
      <p:sp>
        <p:nvSpPr>
          <p:cNvPr id="4" name="Footer Placeholder 3">
            <a:extLst>
              <a:ext uri="{FF2B5EF4-FFF2-40B4-BE49-F238E27FC236}">
                <a16:creationId xmlns:a16="http://schemas.microsoft.com/office/drawing/2014/main" id="{355FC0F6-313D-4302-686A-10840A29B767}"/>
              </a:ext>
            </a:extLst>
          </p:cNvPr>
          <p:cNvSpPr>
            <a:spLocks noGrp="1"/>
          </p:cNvSpPr>
          <p:nvPr>
            <p:ph type="ftr" sz="quarter" idx="11"/>
          </p:nvPr>
        </p:nvSpPr>
        <p:spPr/>
        <p:txBody>
          <a:bodyPr/>
          <a:lstStyle/>
          <a:p>
            <a:endParaRPr lang="en-PS"/>
          </a:p>
        </p:txBody>
      </p:sp>
      <p:sp>
        <p:nvSpPr>
          <p:cNvPr id="5" name="Slide Number Placeholder 4">
            <a:extLst>
              <a:ext uri="{FF2B5EF4-FFF2-40B4-BE49-F238E27FC236}">
                <a16:creationId xmlns:a16="http://schemas.microsoft.com/office/drawing/2014/main" id="{53049FBE-897E-A9C0-934E-2144ADB3D594}"/>
              </a:ext>
            </a:extLst>
          </p:cNvPr>
          <p:cNvSpPr>
            <a:spLocks noGrp="1"/>
          </p:cNvSpPr>
          <p:nvPr>
            <p:ph type="sldNum" sz="quarter" idx="12"/>
          </p:nvPr>
        </p:nvSpPr>
        <p:spPr/>
        <p:txBody>
          <a:bodyPr/>
          <a:lstStyle/>
          <a:p>
            <a:fld id="{F3D452E6-B841-3847-A8C5-7EC0C3BB5A96}" type="slidenum">
              <a:rPr lang="en-PS" smtClean="0"/>
              <a:t>‹#›</a:t>
            </a:fld>
            <a:endParaRPr lang="en-PS"/>
          </a:p>
        </p:txBody>
      </p:sp>
    </p:spTree>
    <p:extLst>
      <p:ext uri="{BB962C8B-B14F-4D97-AF65-F5344CB8AC3E}">
        <p14:creationId xmlns:p14="http://schemas.microsoft.com/office/powerpoint/2010/main" val="530978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B3EA5E-6C82-0485-F0EE-97B949BE2D74}"/>
              </a:ext>
            </a:extLst>
          </p:cNvPr>
          <p:cNvSpPr>
            <a:spLocks noGrp="1"/>
          </p:cNvSpPr>
          <p:nvPr>
            <p:ph type="dt" sz="half" idx="10"/>
          </p:nvPr>
        </p:nvSpPr>
        <p:spPr/>
        <p:txBody>
          <a:bodyPr/>
          <a:lstStyle/>
          <a:p>
            <a:fld id="{0DBF9C49-9040-7042-8D77-044C92045AAB}" type="datetime1">
              <a:rPr lang="en-US" smtClean="0"/>
              <a:t>11/15/25</a:t>
            </a:fld>
            <a:endParaRPr lang="en-PS"/>
          </a:p>
        </p:txBody>
      </p:sp>
      <p:sp>
        <p:nvSpPr>
          <p:cNvPr id="3" name="Footer Placeholder 2">
            <a:extLst>
              <a:ext uri="{FF2B5EF4-FFF2-40B4-BE49-F238E27FC236}">
                <a16:creationId xmlns:a16="http://schemas.microsoft.com/office/drawing/2014/main" id="{A21859B7-F43E-18D7-F368-1BD35CDC16B5}"/>
              </a:ext>
            </a:extLst>
          </p:cNvPr>
          <p:cNvSpPr>
            <a:spLocks noGrp="1"/>
          </p:cNvSpPr>
          <p:nvPr>
            <p:ph type="ftr" sz="quarter" idx="11"/>
          </p:nvPr>
        </p:nvSpPr>
        <p:spPr/>
        <p:txBody>
          <a:bodyPr/>
          <a:lstStyle/>
          <a:p>
            <a:endParaRPr lang="en-PS"/>
          </a:p>
        </p:txBody>
      </p:sp>
      <p:sp>
        <p:nvSpPr>
          <p:cNvPr id="4" name="Slide Number Placeholder 3">
            <a:extLst>
              <a:ext uri="{FF2B5EF4-FFF2-40B4-BE49-F238E27FC236}">
                <a16:creationId xmlns:a16="http://schemas.microsoft.com/office/drawing/2014/main" id="{6E83B76C-05AA-8155-B8EB-559EF997DDB8}"/>
              </a:ext>
            </a:extLst>
          </p:cNvPr>
          <p:cNvSpPr>
            <a:spLocks noGrp="1"/>
          </p:cNvSpPr>
          <p:nvPr>
            <p:ph type="sldNum" sz="quarter" idx="12"/>
          </p:nvPr>
        </p:nvSpPr>
        <p:spPr/>
        <p:txBody>
          <a:bodyPr/>
          <a:lstStyle/>
          <a:p>
            <a:fld id="{F3D452E6-B841-3847-A8C5-7EC0C3BB5A96}" type="slidenum">
              <a:rPr lang="en-PS" smtClean="0"/>
              <a:t>‹#›</a:t>
            </a:fld>
            <a:endParaRPr lang="en-PS"/>
          </a:p>
        </p:txBody>
      </p:sp>
    </p:spTree>
    <p:extLst>
      <p:ext uri="{BB962C8B-B14F-4D97-AF65-F5344CB8AC3E}">
        <p14:creationId xmlns:p14="http://schemas.microsoft.com/office/powerpoint/2010/main" val="4079110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B95C3-AF75-3A9E-E711-F1A50D3019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S"/>
          </a:p>
        </p:txBody>
      </p:sp>
      <p:sp>
        <p:nvSpPr>
          <p:cNvPr id="3" name="Content Placeholder 2">
            <a:extLst>
              <a:ext uri="{FF2B5EF4-FFF2-40B4-BE49-F238E27FC236}">
                <a16:creationId xmlns:a16="http://schemas.microsoft.com/office/drawing/2014/main" id="{878EB720-EC09-92CB-F161-7B34BACA99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Text Placeholder 3">
            <a:extLst>
              <a:ext uri="{FF2B5EF4-FFF2-40B4-BE49-F238E27FC236}">
                <a16:creationId xmlns:a16="http://schemas.microsoft.com/office/drawing/2014/main" id="{217771CC-721B-5B7B-5A6D-649DB2E165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661D31-75A2-F3FF-49C2-3A2EA4F48CBD}"/>
              </a:ext>
            </a:extLst>
          </p:cNvPr>
          <p:cNvSpPr>
            <a:spLocks noGrp="1"/>
          </p:cNvSpPr>
          <p:nvPr>
            <p:ph type="dt" sz="half" idx="10"/>
          </p:nvPr>
        </p:nvSpPr>
        <p:spPr/>
        <p:txBody>
          <a:bodyPr/>
          <a:lstStyle/>
          <a:p>
            <a:fld id="{667AB187-432B-4B49-BAC5-94EF856A17F3}" type="datetime1">
              <a:rPr lang="en-US" smtClean="0"/>
              <a:t>11/15/25</a:t>
            </a:fld>
            <a:endParaRPr lang="en-PS"/>
          </a:p>
        </p:txBody>
      </p:sp>
      <p:sp>
        <p:nvSpPr>
          <p:cNvPr id="6" name="Footer Placeholder 5">
            <a:extLst>
              <a:ext uri="{FF2B5EF4-FFF2-40B4-BE49-F238E27FC236}">
                <a16:creationId xmlns:a16="http://schemas.microsoft.com/office/drawing/2014/main" id="{DB175DE1-4864-D7D0-8822-361A721DFF0D}"/>
              </a:ext>
            </a:extLst>
          </p:cNvPr>
          <p:cNvSpPr>
            <a:spLocks noGrp="1"/>
          </p:cNvSpPr>
          <p:nvPr>
            <p:ph type="ftr" sz="quarter" idx="11"/>
          </p:nvPr>
        </p:nvSpPr>
        <p:spPr/>
        <p:txBody>
          <a:bodyPr/>
          <a:lstStyle/>
          <a:p>
            <a:endParaRPr lang="en-PS"/>
          </a:p>
        </p:txBody>
      </p:sp>
      <p:sp>
        <p:nvSpPr>
          <p:cNvPr id="7" name="Slide Number Placeholder 6">
            <a:extLst>
              <a:ext uri="{FF2B5EF4-FFF2-40B4-BE49-F238E27FC236}">
                <a16:creationId xmlns:a16="http://schemas.microsoft.com/office/drawing/2014/main" id="{6900A236-18C9-64A8-F0D8-88FD1F5FAB60}"/>
              </a:ext>
            </a:extLst>
          </p:cNvPr>
          <p:cNvSpPr>
            <a:spLocks noGrp="1"/>
          </p:cNvSpPr>
          <p:nvPr>
            <p:ph type="sldNum" sz="quarter" idx="12"/>
          </p:nvPr>
        </p:nvSpPr>
        <p:spPr/>
        <p:txBody>
          <a:bodyPr/>
          <a:lstStyle/>
          <a:p>
            <a:fld id="{F3D452E6-B841-3847-A8C5-7EC0C3BB5A96}" type="slidenum">
              <a:rPr lang="en-PS" smtClean="0"/>
              <a:t>‹#›</a:t>
            </a:fld>
            <a:endParaRPr lang="en-PS"/>
          </a:p>
        </p:txBody>
      </p:sp>
    </p:spTree>
    <p:extLst>
      <p:ext uri="{BB962C8B-B14F-4D97-AF65-F5344CB8AC3E}">
        <p14:creationId xmlns:p14="http://schemas.microsoft.com/office/powerpoint/2010/main" val="1889262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2A9DA-8A57-4E0C-92F4-65E8FAA728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S"/>
          </a:p>
        </p:txBody>
      </p:sp>
      <p:sp>
        <p:nvSpPr>
          <p:cNvPr id="3" name="Picture Placeholder 2">
            <a:extLst>
              <a:ext uri="{FF2B5EF4-FFF2-40B4-BE49-F238E27FC236}">
                <a16:creationId xmlns:a16="http://schemas.microsoft.com/office/drawing/2014/main" id="{08DC5179-C0CC-74B8-D922-544B2479A6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S"/>
          </a:p>
        </p:txBody>
      </p:sp>
      <p:sp>
        <p:nvSpPr>
          <p:cNvPr id="4" name="Text Placeholder 3">
            <a:extLst>
              <a:ext uri="{FF2B5EF4-FFF2-40B4-BE49-F238E27FC236}">
                <a16:creationId xmlns:a16="http://schemas.microsoft.com/office/drawing/2014/main" id="{97162E8C-5E4E-C250-4EBD-1056B6870C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792696-B2BC-1DFB-0FC0-A549ABB524C5}"/>
              </a:ext>
            </a:extLst>
          </p:cNvPr>
          <p:cNvSpPr>
            <a:spLocks noGrp="1"/>
          </p:cNvSpPr>
          <p:nvPr>
            <p:ph type="dt" sz="half" idx="10"/>
          </p:nvPr>
        </p:nvSpPr>
        <p:spPr/>
        <p:txBody>
          <a:bodyPr/>
          <a:lstStyle/>
          <a:p>
            <a:fld id="{42D9ACA6-165B-1B40-BA27-23859847C3A4}" type="datetime1">
              <a:rPr lang="en-US" smtClean="0"/>
              <a:t>11/15/25</a:t>
            </a:fld>
            <a:endParaRPr lang="en-PS"/>
          </a:p>
        </p:txBody>
      </p:sp>
      <p:sp>
        <p:nvSpPr>
          <p:cNvPr id="6" name="Footer Placeholder 5">
            <a:extLst>
              <a:ext uri="{FF2B5EF4-FFF2-40B4-BE49-F238E27FC236}">
                <a16:creationId xmlns:a16="http://schemas.microsoft.com/office/drawing/2014/main" id="{CCCF5361-775B-5E84-ECB2-4000B013C57B}"/>
              </a:ext>
            </a:extLst>
          </p:cNvPr>
          <p:cNvSpPr>
            <a:spLocks noGrp="1"/>
          </p:cNvSpPr>
          <p:nvPr>
            <p:ph type="ftr" sz="quarter" idx="11"/>
          </p:nvPr>
        </p:nvSpPr>
        <p:spPr/>
        <p:txBody>
          <a:bodyPr/>
          <a:lstStyle/>
          <a:p>
            <a:endParaRPr lang="en-PS"/>
          </a:p>
        </p:txBody>
      </p:sp>
      <p:sp>
        <p:nvSpPr>
          <p:cNvPr id="7" name="Slide Number Placeholder 6">
            <a:extLst>
              <a:ext uri="{FF2B5EF4-FFF2-40B4-BE49-F238E27FC236}">
                <a16:creationId xmlns:a16="http://schemas.microsoft.com/office/drawing/2014/main" id="{07580C54-BAFB-28EC-02C3-53EBBCF5BED3}"/>
              </a:ext>
            </a:extLst>
          </p:cNvPr>
          <p:cNvSpPr>
            <a:spLocks noGrp="1"/>
          </p:cNvSpPr>
          <p:nvPr>
            <p:ph type="sldNum" sz="quarter" idx="12"/>
          </p:nvPr>
        </p:nvSpPr>
        <p:spPr/>
        <p:txBody>
          <a:bodyPr/>
          <a:lstStyle/>
          <a:p>
            <a:fld id="{F3D452E6-B841-3847-A8C5-7EC0C3BB5A96}" type="slidenum">
              <a:rPr lang="en-PS" smtClean="0"/>
              <a:t>‹#›</a:t>
            </a:fld>
            <a:endParaRPr lang="en-PS"/>
          </a:p>
        </p:txBody>
      </p:sp>
    </p:spTree>
    <p:extLst>
      <p:ext uri="{BB962C8B-B14F-4D97-AF65-F5344CB8AC3E}">
        <p14:creationId xmlns:p14="http://schemas.microsoft.com/office/powerpoint/2010/main" val="372382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E6D19-55A1-1056-478B-16FC31473CE9}"/>
              </a:ext>
            </a:extLst>
          </p:cNvPr>
          <p:cNvSpPr>
            <a:spLocks noGrp="1"/>
          </p:cNvSpPr>
          <p:nvPr>
            <p:ph type="title"/>
          </p:nvPr>
        </p:nvSpPr>
        <p:spPr/>
        <p:txBody>
          <a:bodyPr/>
          <a:lstStyle/>
          <a:p>
            <a:r>
              <a:rPr lang="en-US"/>
              <a:t>Click to edit Master title style</a:t>
            </a:r>
            <a:endParaRPr lang="en-PS"/>
          </a:p>
        </p:txBody>
      </p:sp>
      <p:sp>
        <p:nvSpPr>
          <p:cNvPr id="3" name="Vertical Text Placeholder 2">
            <a:extLst>
              <a:ext uri="{FF2B5EF4-FFF2-40B4-BE49-F238E27FC236}">
                <a16:creationId xmlns:a16="http://schemas.microsoft.com/office/drawing/2014/main" id="{773C9CA3-3F7D-F01F-7A98-7D71AD9E94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0E0B53E3-A665-52F8-AB2E-F2548C098731}"/>
              </a:ext>
            </a:extLst>
          </p:cNvPr>
          <p:cNvSpPr>
            <a:spLocks noGrp="1"/>
          </p:cNvSpPr>
          <p:nvPr>
            <p:ph type="dt" sz="half" idx="10"/>
          </p:nvPr>
        </p:nvSpPr>
        <p:spPr/>
        <p:txBody>
          <a:bodyPr/>
          <a:lstStyle/>
          <a:p>
            <a:fld id="{0DD0AEEC-6213-464F-9A4D-2C35E1785831}" type="datetime1">
              <a:rPr lang="en-US" smtClean="0"/>
              <a:t>11/15/25</a:t>
            </a:fld>
            <a:endParaRPr lang="en-PS"/>
          </a:p>
        </p:txBody>
      </p:sp>
      <p:sp>
        <p:nvSpPr>
          <p:cNvPr id="5" name="Footer Placeholder 4">
            <a:extLst>
              <a:ext uri="{FF2B5EF4-FFF2-40B4-BE49-F238E27FC236}">
                <a16:creationId xmlns:a16="http://schemas.microsoft.com/office/drawing/2014/main" id="{1048A015-712A-9A8C-5FB5-E43E1B47D3CB}"/>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7E487C36-D085-FEBB-7250-2E451C47E475}"/>
              </a:ext>
            </a:extLst>
          </p:cNvPr>
          <p:cNvSpPr>
            <a:spLocks noGrp="1"/>
          </p:cNvSpPr>
          <p:nvPr>
            <p:ph type="sldNum" sz="quarter" idx="12"/>
          </p:nvPr>
        </p:nvSpPr>
        <p:spPr/>
        <p:txBody>
          <a:bodyPr/>
          <a:lstStyle/>
          <a:p>
            <a:fld id="{F3D452E6-B841-3847-A8C5-7EC0C3BB5A96}" type="slidenum">
              <a:rPr lang="en-PS" smtClean="0"/>
              <a:t>‹#›</a:t>
            </a:fld>
            <a:endParaRPr lang="en-PS"/>
          </a:p>
        </p:txBody>
      </p:sp>
    </p:spTree>
    <p:extLst>
      <p:ext uri="{BB962C8B-B14F-4D97-AF65-F5344CB8AC3E}">
        <p14:creationId xmlns:p14="http://schemas.microsoft.com/office/powerpoint/2010/main" val="3012426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4C2BFF-D31F-36F9-593A-3FE861839C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S"/>
          </a:p>
        </p:txBody>
      </p:sp>
      <p:sp>
        <p:nvSpPr>
          <p:cNvPr id="3" name="Vertical Text Placeholder 2">
            <a:extLst>
              <a:ext uri="{FF2B5EF4-FFF2-40B4-BE49-F238E27FC236}">
                <a16:creationId xmlns:a16="http://schemas.microsoft.com/office/drawing/2014/main" id="{BA41F23E-E7BC-DF34-BB3B-CFDB63E1D1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CA1997B4-D2F8-9E45-D197-384C7F15510A}"/>
              </a:ext>
            </a:extLst>
          </p:cNvPr>
          <p:cNvSpPr>
            <a:spLocks noGrp="1"/>
          </p:cNvSpPr>
          <p:nvPr>
            <p:ph type="dt" sz="half" idx="10"/>
          </p:nvPr>
        </p:nvSpPr>
        <p:spPr/>
        <p:txBody>
          <a:bodyPr/>
          <a:lstStyle/>
          <a:p>
            <a:fld id="{61ED85BC-B591-BC40-AB13-A19785D051D0}" type="datetime1">
              <a:rPr lang="en-US" smtClean="0"/>
              <a:t>11/15/25</a:t>
            </a:fld>
            <a:endParaRPr lang="en-PS"/>
          </a:p>
        </p:txBody>
      </p:sp>
      <p:sp>
        <p:nvSpPr>
          <p:cNvPr id="5" name="Footer Placeholder 4">
            <a:extLst>
              <a:ext uri="{FF2B5EF4-FFF2-40B4-BE49-F238E27FC236}">
                <a16:creationId xmlns:a16="http://schemas.microsoft.com/office/drawing/2014/main" id="{42A71504-7DA1-C87A-7188-86D2AF81542B}"/>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72FFBBC1-5A0B-7BFE-E4EB-CED6941EB84E}"/>
              </a:ext>
            </a:extLst>
          </p:cNvPr>
          <p:cNvSpPr>
            <a:spLocks noGrp="1"/>
          </p:cNvSpPr>
          <p:nvPr>
            <p:ph type="sldNum" sz="quarter" idx="12"/>
          </p:nvPr>
        </p:nvSpPr>
        <p:spPr/>
        <p:txBody>
          <a:bodyPr/>
          <a:lstStyle/>
          <a:p>
            <a:fld id="{F3D452E6-B841-3847-A8C5-7EC0C3BB5A96}" type="slidenum">
              <a:rPr lang="en-PS" smtClean="0"/>
              <a:t>‹#›</a:t>
            </a:fld>
            <a:endParaRPr lang="en-PS"/>
          </a:p>
        </p:txBody>
      </p:sp>
    </p:spTree>
    <p:extLst>
      <p:ext uri="{BB962C8B-B14F-4D97-AF65-F5344CB8AC3E}">
        <p14:creationId xmlns:p14="http://schemas.microsoft.com/office/powerpoint/2010/main" val="1795247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 y="0"/>
            <a:ext cx="3594100" cy="6857997"/>
          </a:xfrm>
          <a:prstGeom prst="rect">
            <a:avLst/>
          </a:prstGeom>
        </p:spPr>
      </p:pic>
      <p:pic>
        <p:nvPicPr>
          <p:cNvPr id="17" name="bg object 17"/>
          <p:cNvPicPr/>
          <p:nvPr/>
        </p:nvPicPr>
        <p:blipFill>
          <a:blip r:embed="rId3" cstate="print"/>
          <a:stretch>
            <a:fillRect/>
          </a:stretch>
        </p:blipFill>
        <p:spPr>
          <a:xfrm>
            <a:off x="1676401" y="1460500"/>
            <a:ext cx="1638300" cy="711200"/>
          </a:xfrm>
          <a:prstGeom prst="rect">
            <a:avLst/>
          </a:prstGeom>
        </p:spPr>
      </p:pic>
      <p:pic>
        <p:nvPicPr>
          <p:cNvPr id="18" name="bg object 18"/>
          <p:cNvPicPr/>
          <p:nvPr/>
        </p:nvPicPr>
        <p:blipFill>
          <a:blip r:embed="rId4" cstate="print"/>
          <a:stretch>
            <a:fillRect/>
          </a:stretch>
        </p:blipFill>
        <p:spPr>
          <a:xfrm>
            <a:off x="774699" y="2603500"/>
            <a:ext cx="2540000" cy="457200"/>
          </a:xfrm>
          <a:prstGeom prst="rect">
            <a:avLst/>
          </a:prstGeom>
        </p:spPr>
      </p:pic>
      <p:pic>
        <p:nvPicPr>
          <p:cNvPr id="19" name="bg object 19"/>
          <p:cNvPicPr/>
          <p:nvPr/>
        </p:nvPicPr>
        <p:blipFill>
          <a:blip r:embed="rId5" cstate="print"/>
          <a:stretch>
            <a:fillRect/>
          </a:stretch>
        </p:blipFill>
        <p:spPr>
          <a:xfrm>
            <a:off x="520701" y="2908300"/>
            <a:ext cx="3238500" cy="3949699"/>
          </a:xfrm>
          <a:prstGeom prst="rect">
            <a:avLst/>
          </a:prstGeom>
        </p:spPr>
      </p:pic>
      <p:sp>
        <p:nvSpPr>
          <p:cNvPr id="20" name="bg object 20"/>
          <p:cNvSpPr/>
          <p:nvPr/>
        </p:nvSpPr>
        <p:spPr>
          <a:xfrm>
            <a:off x="4038602" y="3403600"/>
            <a:ext cx="7607300" cy="50800"/>
          </a:xfrm>
          <a:custGeom>
            <a:avLst/>
            <a:gdLst/>
            <a:ahLst/>
            <a:cxnLst/>
            <a:rect l="l" t="t" r="r" b="b"/>
            <a:pathLst>
              <a:path w="5705475" h="38100">
                <a:moveTo>
                  <a:pt x="5705475" y="0"/>
                </a:moveTo>
                <a:lnTo>
                  <a:pt x="0" y="0"/>
                </a:lnTo>
                <a:lnTo>
                  <a:pt x="0" y="38100"/>
                </a:lnTo>
                <a:lnTo>
                  <a:pt x="5705475" y="38100"/>
                </a:lnTo>
                <a:lnTo>
                  <a:pt x="5705475" y="0"/>
                </a:lnTo>
                <a:close/>
              </a:path>
            </a:pathLst>
          </a:custGeom>
          <a:solidFill>
            <a:srgbClr val="0070EA"/>
          </a:solidFill>
        </p:spPr>
        <p:txBody>
          <a:bodyPr wrap="square" lIns="0" tIns="0" rIns="0" bIns="0" rtlCol="0"/>
          <a:lstStyle/>
          <a:p>
            <a:endParaRPr sz="2400"/>
          </a:p>
        </p:txBody>
      </p:sp>
      <p:sp>
        <p:nvSpPr>
          <p:cNvPr id="2" name="Holder 2"/>
          <p:cNvSpPr>
            <a:spLocks noGrp="1"/>
          </p:cNvSpPr>
          <p:nvPr>
            <p:ph type="ctrTitle"/>
          </p:nvPr>
        </p:nvSpPr>
        <p:spPr>
          <a:xfrm>
            <a:off x="699689" y="716840"/>
            <a:ext cx="10792628" cy="886397"/>
          </a:xfrm>
          <a:prstGeom prst="rect">
            <a:avLst/>
          </a:prstGeom>
        </p:spPr>
        <p:txBody>
          <a:bodyPr wrap="square" lIns="0" tIns="0" rIns="0" bIns="0">
            <a:spAutoFit/>
          </a:bodyPr>
          <a:lstStyle>
            <a:lvl1pPr>
              <a:defRPr sz="6400" b="0" i="0">
                <a:solidFill>
                  <a:srgbClr val="0070EA"/>
                </a:solidFill>
                <a:latin typeface="Verdana"/>
                <a:cs typeface="Verdana"/>
              </a:defRPr>
            </a:lvl1pPr>
          </a:lstStyle>
          <a:p>
            <a:endParaRPr/>
          </a:p>
        </p:txBody>
      </p:sp>
      <p:sp>
        <p:nvSpPr>
          <p:cNvPr id="3" name="Holder 3"/>
          <p:cNvSpPr>
            <a:spLocks noGrp="1"/>
          </p:cNvSpPr>
          <p:nvPr>
            <p:ph type="subTitle" idx="4"/>
          </p:nvPr>
        </p:nvSpPr>
        <p:spPr>
          <a:xfrm>
            <a:off x="270934" y="4188040"/>
            <a:ext cx="11650133" cy="729623"/>
          </a:xfrm>
          <a:prstGeom prst="rect">
            <a:avLst/>
          </a:prstGeom>
        </p:spPr>
        <p:txBody>
          <a:bodyPr wrap="square" lIns="0" tIns="0" rIns="0" bIns="0">
            <a:spAutoFit/>
          </a:bodyPr>
          <a:lstStyle>
            <a:lvl1pPr>
              <a:defRPr sz="5268"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867" b="0" i="0">
                <a:solidFill>
                  <a:schemeClr val="bg1"/>
                </a:solidFill>
                <a:latin typeface="Verdana"/>
                <a:cs typeface="Verdana"/>
              </a:defRPr>
            </a:lvl1pPr>
          </a:lstStyle>
          <a:p>
            <a:pPr marL="16933">
              <a:spcBef>
                <a:spcPts val="180"/>
              </a:spcBef>
            </a:pPr>
            <a:endParaRPr lang="en-US" spc="2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79E9F622-BF75-2249-B78E-17E4E4187E0E}" type="datetime1">
              <a:rPr lang="en-US" smtClean="0"/>
              <a:t>11/15/25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542054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FD5EE3-DF9B-85B4-0841-8DB648D489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S"/>
          </a:p>
        </p:txBody>
      </p:sp>
      <p:sp>
        <p:nvSpPr>
          <p:cNvPr id="3" name="Text Placeholder 2">
            <a:extLst>
              <a:ext uri="{FF2B5EF4-FFF2-40B4-BE49-F238E27FC236}">
                <a16:creationId xmlns:a16="http://schemas.microsoft.com/office/drawing/2014/main" id="{10090A2E-5746-5DD7-E8C8-D0D07B05D8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34A395C0-AD58-F376-4CDB-8C2DA0E1A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E159A2-9C3B-2A45-908C-8FA21337C458}" type="datetime1">
              <a:rPr lang="en-US" smtClean="0"/>
              <a:t>11/15/25</a:t>
            </a:fld>
            <a:endParaRPr lang="en-PS"/>
          </a:p>
        </p:txBody>
      </p:sp>
      <p:sp>
        <p:nvSpPr>
          <p:cNvPr id="5" name="Footer Placeholder 4">
            <a:extLst>
              <a:ext uri="{FF2B5EF4-FFF2-40B4-BE49-F238E27FC236}">
                <a16:creationId xmlns:a16="http://schemas.microsoft.com/office/drawing/2014/main" id="{4A549845-BDBE-F76F-9562-4A3AECC389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S"/>
          </a:p>
        </p:txBody>
      </p:sp>
      <p:sp>
        <p:nvSpPr>
          <p:cNvPr id="6" name="Slide Number Placeholder 5">
            <a:extLst>
              <a:ext uri="{FF2B5EF4-FFF2-40B4-BE49-F238E27FC236}">
                <a16:creationId xmlns:a16="http://schemas.microsoft.com/office/drawing/2014/main" id="{AFC8358A-F94E-600C-D24E-547156058A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D452E6-B841-3847-A8C5-7EC0C3BB5A96}" type="slidenum">
              <a:rPr lang="en-PS" smtClean="0"/>
              <a:t>‹#›</a:t>
            </a:fld>
            <a:endParaRPr lang="en-PS"/>
          </a:p>
        </p:txBody>
      </p:sp>
    </p:spTree>
    <p:extLst>
      <p:ext uri="{BB962C8B-B14F-4D97-AF65-F5344CB8AC3E}">
        <p14:creationId xmlns:p14="http://schemas.microsoft.com/office/powerpoint/2010/main" val="13451802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E8FF0-2452-A620-5B2B-3E8C2BF47ACC}"/>
              </a:ext>
            </a:extLst>
          </p:cNvPr>
          <p:cNvSpPr>
            <a:spLocks noGrp="1"/>
          </p:cNvSpPr>
          <p:nvPr>
            <p:ph type="ctrTitle"/>
          </p:nvPr>
        </p:nvSpPr>
        <p:spPr>
          <a:xfrm>
            <a:off x="1407525" y="1366659"/>
            <a:ext cx="1915778" cy="599793"/>
          </a:xfrm>
        </p:spPr>
        <p:txBody>
          <a:bodyPr anchor="ctr">
            <a:normAutofit/>
          </a:bodyPr>
          <a:lstStyle/>
          <a:p>
            <a:pPr rtl="0"/>
            <a:r>
              <a:rPr lang="en-PS" sz="3200" dirty="0">
                <a:solidFill>
                  <a:srgbClr val="C00000"/>
                </a:solidFill>
              </a:rPr>
              <a:t>Ch 2.1 </a:t>
            </a:r>
          </a:p>
        </p:txBody>
      </p:sp>
      <p:sp>
        <p:nvSpPr>
          <p:cNvPr id="3" name="Subtitle 2">
            <a:extLst>
              <a:ext uri="{FF2B5EF4-FFF2-40B4-BE49-F238E27FC236}">
                <a16:creationId xmlns:a16="http://schemas.microsoft.com/office/drawing/2014/main" id="{4CA3081F-6208-9195-0958-C351BAF61CA8}"/>
              </a:ext>
            </a:extLst>
          </p:cNvPr>
          <p:cNvSpPr>
            <a:spLocks noGrp="1"/>
          </p:cNvSpPr>
          <p:nvPr>
            <p:ph type="subTitle" idx="1"/>
          </p:nvPr>
        </p:nvSpPr>
        <p:spPr>
          <a:xfrm>
            <a:off x="1289538" y="2816592"/>
            <a:ext cx="9144000" cy="1655762"/>
          </a:xfrm>
        </p:spPr>
        <p:txBody>
          <a:bodyPr anchor="ctr">
            <a:normAutofit/>
          </a:bodyPr>
          <a:lstStyle/>
          <a:p>
            <a:pPr marL="0" indent="0" algn="ctr" rtl="0">
              <a:buNone/>
            </a:pPr>
            <a:r>
              <a:rPr lang="en-PS" sz="5400" dirty="0">
                <a:solidFill>
                  <a:schemeClr val="accent1"/>
                </a:solidFill>
              </a:rPr>
              <a:t>Machine Learning: Definition and Applications</a:t>
            </a:r>
          </a:p>
        </p:txBody>
      </p:sp>
      <p:sp>
        <p:nvSpPr>
          <p:cNvPr id="4" name="Slide Number Placeholder 3">
            <a:extLst>
              <a:ext uri="{FF2B5EF4-FFF2-40B4-BE49-F238E27FC236}">
                <a16:creationId xmlns:a16="http://schemas.microsoft.com/office/drawing/2014/main" id="{48AA823B-25DC-5FD9-C515-319963C3CCE4}"/>
              </a:ext>
            </a:extLst>
          </p:cNvPr>
          <p:cNvSpPr>
            <a:spLocks noGrp="1"/>
          </p:cNvSpPr>
          <p:nvPr>
            <p:ph type="sldNum" sz="quarter" idx="12"/>
          </p:nvPr>
        </p:nvSpPr>
        <p:spPr/>
        <p:txBody>
          <a:bodyPr/>
          <a:lstStyle/>
          <a:p>
            <a:fld id="{F3D452E6-B841-3847-A8C5-7EC0C3BB5A96}" type="slidenum">
              <a:rPr lang="en-PS" smtClean="0"/>
              <a:t>1</a:t>
            </a:fld>
            <a:endParaRPr lang="en-PS"/>
          </a:p>
        </p:txBody>
      </p:sp>
    </p:spTree>
    <p:extLst>
      <p:ext uri="{BB962C8B-B14F-4D97-AF65-F5344CB8AC3E}">
        <p14:creationId xmlns:p14="http://schemas.microsoft.com/office/powerpoint/2010/main" val="2517724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7D01B-59F1-1445-9846-3C3386326640}"/>
              </a:ext>
            </a:extLst>
          </p:cNvPr>
          <p:cNvSpPr>
            <a:spLocks noGrp="1"/>
          </p:cNvSpPr>
          <p:nvPr>
            <p:ph type="title"/>
          </p:nvPr>
        </p:nvSpPr>
        <p:spPr/>
        <p:txBody>
          <a:bodyPr/>
          <a:lstStyle/>
          <a:p>
            <a:r>
              <a:rPr lang="en-IL" dirty="0"/>
              <a:t>Content </a:t>
            </a:r>
          </a:p>
        </p:txBody>
      </p:sp>
      <p:sp>
        <p:nvSpPr>
          <p:cNvPr id="3" name="Content Placeholder 2">
            <a:extLst>
              <a:ext uri="{FF2B5EF4-FFF2-40B4-BE49-F238E27FC236}">
                <a16:creationId xmlns:a16="http://schemas.microsoft.com/office/drawing/2014/main" id="{EA40C2D4-0AB2-FC4D-AF14-34179FAC7430}"/>
              </a:ext>
            </a:extLst>
          </p:cNvPr>
          <p:cNvSpPr>
            <a:spLocks noGrp="1"/>
          </p:cNvSpPr>
          <p:nvPr>
            <p:ph idx="1"/>
          </p:nvPr>
        </p:nvSpPr>
        <p:spPr/>
        <p:txBody>
          <a:bodyPr/>
          <a:lstStyle/>
          <a:p>
            <a:r>
              <a:rPr lang="en-US" dirty="0"/>
              <a:t>What machine learning means</a:t>
            </a:r>
          </a:p>
          <a:p>
            <a:r>
              <a:rPr lang="en-US" dirty="0"/>
              <a:t>How machines learn from data</a:t>
            </a:r>
          </a:p>
          <a:p>
            <a:r>
              <a:rPr lang="en-US" dirty="0"/>
              <a:t>Why machine learning is important</a:t>
            </a:r>
          </a:p>
          <a:p>
            <a:r>
              <a:rPr lang="en-US" dirty="0"/>
              <a:t>Types of machine learning</a:t>
            </a:r>
          </a:p>
          <a:p>
            <a:r>
              <a:rPr lang="en-US" dirty="0"/>
              <a:t>Common applications of machine learning</a:t>
            </a:r>
          </a:p>
          <a:p>
            <a:r>
              <a:rPr lang="en-US" dirty="0"/>
              <a:t>The impact of machine learning on different fields</a:t>
            </a:r>
          </a:p>
          <a:p>
            <a:r>
              <a:rPr lang="en-US" dirty="0"/>
              <a:t>Key ideas and conclusion</a:t>
            </a:r>
          </a:p>
          <a:p>
            <a:endParaRPr lang="en-IL" dirty="0"/>
          </a:p>
        </p:txBody>
      </p:sp>
      <p:sp>
        <p:nvSpPr>
          <p:cNvPr id="4" name="Slide Number Placeholder 3">
            <a:extLst>
              <a:ext uri="{FF2B5EF4-FFF2-40B4-BE49-F238E27FC236}">
                <a16:creationId xmlns:a16="http://schemas.microsoft.com/office/drawing/2014/main" id="{70C6D3E4-6000-A541-AB42-8F4C8126AABA}"/>
              </a:ext>
            </a:extLst>
          </p:cNvPr>
          <p:cNvSpPr>
            <a:spLocks noGrp="1"/>
          </p:cNvSpPr>
          <p:nvPr>
            <p:ph type="sldNum" sz="quarter" idx="12"/>
          </p:nvPr>
        </p:nvSpPr>
        <p:spPr/>
        <p:txBody>
          <a:bodyPr/>
          <a:lstStyle/>
          <a:p>
            <a:fld id="{F3D452E6-B841-3847-A8C5-7EC0C3BB5A96}" type="slidenum">
              <a:rPr lang="en-PS" smtClean="0"/>
              <a:t>2</a:t>
            </a:fld>
            <a:endParaRPr lang="en-PS"/>
          </a:p>
        </p:txBody>
      </p:sp>
    </p:spTree>
    <p:extLst>
      <p:ext uri="{BB962C8B-B14F-4D97-AF65-F5344CB8AC3E}">
        <p14:creationId xmlns:p14="http://schemas.microsoft.com/office/powerpoint/2010/main" val="4019090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FC06E-299E-BAA2-42F1-C3F6DC7E0576}"/>
              </a:ext>
            </a:extLst>
          </p:cNvPr>
          <p:cNvSpPr>
            <a:spLocks noGrp="1"/>
          </p:cNvSpPr>
          <p:nvPr>
            <p:ph type="title"/>
          </p:nvPr>
        </p:nvSpPr>
        <p:spPr>
          <a:xfrm>
            <a:off x="448235" y="174811"/>
            <a:ext cx="10591799" cy="981635"/>
          </a:xfrm>
        </p:spPr>
        <p:txBody>
          <a:bodyPr>
            <a:normAutofit/>
          </a:bodyPr>
          <a:lstStyle/>
          <a:p>
            <a:r>
              <a:rPr lang="en-PS" dirty="0">
                <a:solidFill>
                  <a:srgbClr val="0432FF"/>
                </a:solidFill>
              </a:rPr>
              <a:t>Unvelling the Magic of ML</a:t>
            </a:r>
          </a:p>
        </p:txBody>
      </p:sp>
      <p:sp>
        <p:nvSpPr>
          <p:cNvPr id="4" name="Slide Number Placeholder 3">
            <a:extLst>
              <a:ext uri="{FF2B5EF4-FFF2-40B4-BE49-F238E27FC236}">
                <a16:creationId xmlns:a16="http://schemas.microsoft.com/office/drawing/2014/main" id="{9F0B7823-96B1-DE15-9E66-E868D213FAFF}"/>
              </a:ext>
            </a:extLst>
          </p:cNvPr>
          <p:cNvSpPr>
            <a:spLocks noGrp="1"/>
          </p:cNvSpPr>
          <p:nvPr>
            <p:ph type="sldNum" sz="quarter" idx="12"/>
          </p:nvPr>
        </p:nvSpPr>
        <p:spPr/>
        <p:txBody>
          <a:bodyPr/>
          <a:lstStyle/>
          <a:p>
            <a:fld id="{F3D452E6-B841-3847-A8C5-7EC0C3BB5A96}" type="slidenum">
              <a:rPr lang="en-PS" smtClean="0"/>
              <a:t>3</a:t>
            </a:fld>
            <a:endParaRPr lang="en-PS"/>
          </a:p>
        </p:txBody>
      </p:sp>
      <p:pic>
        <p:nvPicPr>
          <p:cNvPr id="7" name="Picture 6">
            <a:extLst>
              <a:ext uri="{FF2B5EF4-FFF2-40B4-BE49-F238E27FC236}">
                <a16:creationId xmlns:a16="http://schemas.microsoft.com/office/drawing/2014/main" id="{BC1E1D1B-1B00-1F45-B33F-01474E973114}"/>
              </a:ext>
            </a:extLst>
          </p:cNvPr>
          <p:cNvPicPr>
            <a:picLocks noChangeAspect="1"/>
          </p:cNvPicPr>
          <p:nvPr/>
        </p:nvPicPr>
        <p:blipFill>
          <a:blip r:embed="rId2"/>
          <a:stretch>
            <a:fillRect/>
          </a:stretch>
        </p:blipFill>
        <p:spPr>
          <a:xfrm>
            <a:off x="645459" y="1055034"/>
            <a:ext cx="9153121" cy="5666441"/>
          </a:xfrm>
          <a:prstGeom prst="rect">
            <a:avLst/>
          </a:prstGeom>
        </p:spPr>
      </p:pic>
    </p:spTree>
    <p:extLst>
      <p:ext uri="{BB962C8B-B14F-4D97-AF65-F5344CB8AC3E}">
        <p14:creationId xmlns:p14="http://schemas.microsoft.com/office/powerpoint/2010/main" val="804906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0577" y="597918"/>
            <a:ext cx="6106624" cy="516552"/>
          </a:xfrm>
          <a:prstGeom prst="rect">
            <a:avLst/>
          </a:prstGeom>
        </p:spPr>
        <p:txBody>
          <a:bodyPr vert="horz" wrap="square" lIns="0" tIns="17780" rIns="0" bIns="0" rtlCol="0" anchor="ctr">
            <a:spAutoFit/>
          </a:bodyPr>
          <a:lstStyle/>
          <a:p>
            <a:pPr marL="16933">
              <a:spcBef>
                <a:spcPts val="140"/>
              </a:spcBef>
            </a:pPr>
            <a:r>
              <a:rPr lang="en-GB" sz="3600" spc="-7" dirty="0">
                <a:solidFill>
                  <a:srgbClr val="0432FF"/>
                </a:solidFill>
              </a:rPr>
              <a:t>Definition of </a:t>
            </a:r>
            <a:r>
              <a:rPr sz="3600" spc="-7" dirty="0">
                <a:solidFill>
                  <a:srgbClr val="0432FF"/>
                </a:solidFill>
              </a:rPr>
              <a:t>Machine</a:t>
            </a:r>
            <a:r>
              <a:rPr sz="3600" spc="7" dirty="0">
                <a:solidFill>
                  <a:srgbClr val="0432FF"/>
                </a:solidFill>
              </a:rPr>
              <a:t> </a:t>
            </a:r>
            <a:r>
              <a:rPr sz="3600" spc="-7" dirty="0">
                <a:solidFill>
                  <a:srgbClr val="0432FF"/>
                </a:solidFill>
              </a:rPr>
              <a:t>learning</a:t>
            </a:r>
            <a:endParaRPr sz="3600" dirty="0">
              <a:solidFill>
                <a:srgbClr val="0432FF"/>
              </a:solidFill>
            </a:endParaRPr>
          </a:p>
        </p:txBody>
      </p:sp>
      <p:sp>
        <p:nvSpPr>
          <p:cNvPr id="3" name="object 3"/>
          <p:cNvSpPr txBox="1"/>
          <p:nvPr/>
        </p:nvSpPr>
        <p:spPr>
          <a:xfrm>
            <a:off x="1187875" y="2450677"/>
            <a:ext cx="4568613" cy="2347053"/>
          </a:xfrm>
          <a:prstGeom prst="rect">
            <a:avLst/>
          </a:prstGeom>
        </p:spPr>
        <p:txBody>
          <a:bodyPr vert="horz" wrap="square" lIns="0" tIns="17780" rIns="0" bIns="0" rtlCol="0">
            <a:spAutoFit/>
          </a:bodyPr>
          <a:lstStyle/>
          <a:p>
            <a:pPr marL="16933" marR="6773" indent="1695" algn="ctr">
              <a:lnSpc>
                <a:spcPct val="99700"/>
              </a:lnSpc>
              <a:spcBef>
                <a:spcPts val="140"/>
              </a:spcBef>
            </a:pPr>
            <a:r>
              <a:rPr sz="2400" spc="-27" dirty="0">
                <a:latin typeface="Verdana"/>
                <a:cs typeface="Verdana"/>
              </a:rPr>
              <a:t>“Field</a:t>
            </a:r>
            <a:r>
              <a:rPr sz="2400" spc="153" dirty="0">
                <a:latin typeface="Verdana"/>
                <a:cs typeface="Verdana"/>
              </a:rPr>
              <a:t> </a:t>
            </a:r>
            <a:r>
              <a:rPr sz="2400" spc="20" dirty="0">
                <a:latin typeface="Verdana"/>
                <a:cs typeface="Verdana"/>
              </a:rPr>
              <a:t>of</a:t>
            </a:r>
            <a:r>
              <a:rPr sz="2400" spc="-95" dirty="0">
                <a:latin typeface="Verdana"/>
                <a:cs typeface="Verdana"/>
              </a:rPr>
              <a:t> </a:t>
            </a:r>
            <a:r>
              <a:rPr sz="2400" spc="-7" dirty="0">
                <a:latin typeface="Verdana"/>
                <a:cs typeface="Verdana"/>
              </a:rPr>
              <a:t>study</a:t>
            </a:r>
            <a:r>
              <a:rPr sz="2400" spc="33" dirty="0">
                <a:latin typeface="Verdana"/>
                <a:cs typeface="Verdana"/>
              </a:rPr>
              <a:t> </a:t>
            </a:r>
            <a:r>
              <a:rPr sz="2400" spc="-27" dirty="0">
                <a:latin typeface="Verdana"/>
                <a:cs typeface="Verdana"/>
              </a:rPr>
              <a:t>that</a:t>
            </a:r>
            <a:r>
              <a:rPr sz="2400" spc="107" dirty="0">
                <a:latin typeface="Verdana"/>
                <a:cs typeface="Verdana"/>
              </a:rPr>
              <a:t> </a:t>
            </a:r>
            <a:r>
              <a:rPr sz="2400" spc="-27" dirty="0">
                <a:latin typeface="Verdana"/>
                <a:cs typeface="Verdana"/>
              </a:rPr>
              <a:t>gives </a:t>
            </a:r>
            <a:r>
              <a:rPr sz="2400" spc="-20" dirty="0">
                <a:latin typeface="Verdana"/>
                <a:cs typeface="Verdana"/>
              </a:rPr>
              <a:t> </a:t>
            </a:r>
            <a:r>
              <a:rPr sz="2400" spc="-15" dirty="0">
                <a:latin typeface="Verdana"/>
                <a:cs typeface="Verdana"/>
              </a:rPr>
              <a:t>computers</a:t>
            </a:r>
            <a:r>
              <a:rPr sz="2400" dirty="0">
                <a:latin typeface="Verdana"/>
                <a:cs typeface="Verdana"/>
              </a:rPr>
              <a:t> </a:t>
            </a:r>
            <a:r>
              <a:rPr sz="2400" spc="-27" dirty="0">
                <a:latin typeface="Verdana"/>
                <a:cs typeface="Verdana"/>
              </a:rPr>
              <a:t>the</a:t>
            </a:r>
            <a:r>
              <a:rPr sz="2400" spc="127" dirty="0">
                <a:latin typeface="Verdana"/>
                <a:cs typeface="Verdana"/>
              </a:rPr>
              <a:t> </a:t>
            </a:r>
            <a:r>
              <a:rPr sz="2400" spc="-41" dirty="0">
                <a:solidFill>
                  <a:srgbClr val="0432FF"/>
                </a:solidFill>
                <a:latin typeface="Verdana"/>
                <a:cs typeface="Verdana"/>
              </a:rPr>
              <a:t>ability</a:t>
            </a:r>
            <a:r>
              <a:rPr sz="2400" spc="233" dirty="0">
                <a:latin typeface="Verdana"/>
                <a:cs typeface="Verdana"/>
              </a:rPr>
              <a:t> </a:t>
            </a:r>
            <a:r>
              <a:rPr sz="2400" spc="-27" dirty="0">
                <a:latin typeface="Verdana"/>
                <a:cs typeface="Verdana"/>
              </a:rPr>
              <a:t>to</a:t>
            </a:r>
            <a:r>
              <a:rPr sz="2400" spc="95" dirty="0">
                <a:latin typeface="Verdana"/>
                <a:cs typeface="Verdana"/>
              </a:rPr>
              <a:t> </a:t>
            </a:r>
            <a:r>
              <a:rPr sz="2400" spc="-33" dirty="0">
                <a:latin typeface="Verdana"/>
                <a:cs typeface="Verdana"/>
              </a:rPr>
              <a:t>learn </a:t>
            </a:r>
            <a:r>
              <a:rPr sz="2400" spc="-820" dirty="0">
                <a:latin typeface="Verdana"/>
                <a:cs typeface="Verdana"/>
              </a:rPr>
              <a:t> </a:t>
            </a:r>
            <a:r>
              <a:rPr sz="2400" spc="-20" dirty="0">
                <a:latin typeface="Verdana"/>
                <a:cs typeface="Verdana"/>
              </a:rPr>
              <a:t>without</a:t>
            </a:r>
            <a:r>
              <a:rPr sz="2400" spc="95" dirty="0">
                <a:latin typeface="Verdana"/>
                <a:cs typeface="Verdana"/>
              </a:rPr>
              <a:t> </a:t>
            </a:r>
            <a:r>
              <a:rPr sz="2400" spc="-27" dirty="0">
                <a:latin typeface="Verdana"/>
                <a:cs typeface="Verdana"/>
              </a:rPr>
              <a:t>being</a:t>
            </a:r>
            <a:r>
              <a:rPr sz="2400" spc="47" dirty="0">
                <a:latin typeface="Verdana"/>
                <a:cs typeface="Verdana"/>
              </a:rPr>
              <a:t> </a:t>
            </a:r>
            <a:r>
              <a:rPr sz="2400" spc="-33" dirty="0">
                <a:latin typeface="Verdana"/>
                <a:cs typeface="Verdana"/>
              </a:rPr>
              <a:t>explicitly </a:t>
            </a:r>
            <a:r>
              <a:rPr sz="2400" spc="-27" dirty="0">
                <a:latin typeface="Verdana"/>
                <a:cs typeface="Verdana"/>
              </a:rPr>
              <a:t> </a:t>
            </a:r>
            <a:r>
              <a:rPr sz="2400" spc="-15" dirty="0">
                <a:latin typeface="Verdana"/>
                <a:cs typeface="Verdana"/>
              </a:rPr>
              <a:t>programmed.”</a:t>
            </a:r>
            <a:endParaRPr sz="2400" dirty="0">
              <a:latin typeface="Verdana"/>
              <a:cs typeface="Verdana"/>
            </a:endParaRPr>
          </a:p>
          <a:p>
            <a:pPr>
              <a:spcBef>
                <a:spcPts val="27"/>
              </a:spcBef>
            </a:pPr>
            <a:endParaRPr sz="3135" dirty="0">
              <a:latin typeface="Verdana"/>
              <a:cs typeface="Verdana"/>
            </a:endParaRPr>
          </a:p>
          <a:p>
            <a:pPr marR="1695" algn="ctr"/>
            <a:r>
              <a:rPr sz="2400" spc="-33" dirty="0">
                <a:latin typeface="Verdana"/>
                <a:cs typeface="Verdana"/>
              </a:rPr>
              <a:t>Arthur</a:t>
            </a:r>
            <a:r>
              <a:rPr sz="2400" spc="95" dirty="0">
                <a:latin typeface="Verdana"/>
                <a:cs typeface="Verdana"/>
              </a:rPr>
              <a:t> </a:t>
            </a:r>
            <a:r>
              <a:rPr sz="2400" spc="-33" dirty="0">
                <a:latin typeface="Verdana"/>
                <a:cs typeface="Verdana"/>
              </a:rPr>
              <a:t>Samuel</a:t>
            </a:r>
            <a:r>
              <a:rPr sz="2400" spc="167" dirty="0">
                <a:latin typeface="Verdana"/>
                <a:cs typeface="Verdana"/>
              </a:rPr>
              <a:t> </a:t>
            </a:r>
            <a:r>
              <a:rPr sz="2400" spc="-20" dirty="0">
                <a:latin typeface="Verdana"/>
                <a:cs typeface="Verdana"/>
              </a:rPr>
              <a:t>(1959)</a:t>
            </a:r>
            <a:endParaRPr sz="2400" dirty="0">
              <a:latin typeface="Verdana"/>
              <a:cs typeface="Verdana"/>
            </a:endParaRPr>
          </a:p>
        </p:txBody>
      </p:sp>
      <p:grpSp>
        <p:nvGrpSpPr>
          <p:cNvPr id="4" name="object 4"/>
          <p:cNvGrpSpPr/>
          <p:nvPr/>
        </p:nvGrpSpPr>
        <p:grpSpPr>
          <a:xfrm>
            <a:off x="6769185" y="1358985"/>
            <a:ext cx="3568700" cy="3568700"/>
            <a:chOff x="5076888" y="1019238"/>
            <a:chExt cx="2676525" cy="2676525"/>
          </a:xfrm>
        </p:grpSpPr>
        <p:sp>
          <p:nvSpPr>
            <p:cNvPr id="5" name="object 5"/>
            <p:cNvSpPr/>
            <p:nvPr/>
          </p:nvSpPr>
          <p:spPr>
            <a:xfrm>
              <a:off x="5424551" y="102400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6" name="object 6"/>
            <p:cNvSpPr/>
            <p:nvPr/>
          </p:nvSpPr>
          <p:spPr>
            <a:xfrm>
              <a:off x="5424551" y="135737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7" name="object 7"/>
            <p:cNvSpPr/>
            <p:nvPr/>
          </p:nvSpPr>
          <p:spPr>
            <a:xfrm>
              <a:off x="5424551" y="135737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8" name="object 8"/>
            <p:cNvSpPr/>
            <p:nvPr/>
          </p:nvSpPr>
          <p:spPr>
            <a:xfrm>
              <a:off x="5424551" y="169075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9" name="object 9"/>
            <p:cNvSpPr/>
            <p:nvPr/>
          </p:nvSpPr>
          <p:spPr>
            <a:xfrm>
              <a:off x="5424551" y="169075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0" name="object 10"/>
            <p:cNvSpPr/>
            <p:nvPr/>
          </p:nvSpPr>
          <p:spPr>
            <a:xfrm>
              <a:off x="5424551" y="202412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11" name="object 11"/>
            <p:cNvSpPr/>
            <p:nvPr/>
          </p:nvSpPr>
          <p:spPr>
            <a:xfrm>
              <a:off x="5424551" y="202412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2" name="object 12"/>
            <p:cNvSpPr/>
            <p:nvPr/>
          </p:nvSpPr>
          <p:spPr>
            <a:xfrm>
              <a:off x="5424551" y="235750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3" name="object 13"/>
            <p:cNvSpPr/>
            <p:nvPr/>
          </p:nvSpPr>
          <p:spPr>
            <a:xfrm>
              <a:off x="5424551" y="235750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4" name="object 14"/>
            <p:cNvSpPr/>
            <p:nvPr/>
          </p:nvSpPr>
          <p:spPr>
            <a:xfrm>
              <a:off x="5424551" y="269087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15" name="object 15"/>
            <p:cNvSpPr/>
            <p:nvPr/>
          </p:nvSpPr>
          <p:spPr>
            <a:xfrm>
              <a:off x="5424551" y="2690875"/>
              <a:ext cx="333375" cy="666750"/>
            </a:xfrm>
            <a:custGeom>
              <a:avLst/>
              <a:gdLst/>
              <a:ahLst/>
              <a:cxnLst/>
              <a:rect l="l" t="t" r="r" b="b"/>
              <a:pathLst>
                <a:path w="333375" h="666750">
                  <a:moveTo>
                    <a:pt x="0" y="333375"/>
                  </a:moveTo>
                  <a:lnTo>
                    <a:pt x="333375" y="333375"/>
                  </a:lnTo>
                  <a:lnTo>
                    <a:pt x="333375" y="0"/>
                  </a:lnTo>
                  <a:lnTo>
                    <a:pt x="0" y="0"/>
                  </a:lnTo>
                  <a:lnTo>
                    <a:pt x="0" y="333375"/>
                  </a:lnTo>
                  <a:close/>
                </a:path>
                <a:path w="333375" h="666750">
                  <a:moveTo>
                    <a:pt x="0" y="666750"/>
                  </a:moveTo>
                  <a:lnTo>
                    <a:pt x="333375" y="666750"/>
                  </a:lnTo>
                  <a:lnTo>
                    <a:pt x="333375" y="333375"/>
                  </a:lnTo>
                  <a:lnTo>
                    <a:pt x="0" y="333375"/>
                  </a:lnTo>
                  <a:lnTo>
                    <a:pt x="0" y="666750"/>
                  </a:lnTo>
                  <a:close/>
                </a:path>
              </a:pathLst>
            </a:custGeom>
            <a:ln w="9525">
              <a:solidFill>
                <a:srgbClr val="000000"/>
              </a:solidFill>
            </a:ln>
          </p:spPr>
          <p:txBody>
            <a:bodyPr wrap="square" lIns="0" tIns="0" rIns="0" bIns="0" rtlCol="0"/>
            <a:lstStyle/>
            <a:p>
              <a:endParaRPr sz="2400"/>
            </a:p>
          </p:txBody>
        </p:sp>
        <p:sp>
          <p:nvSpPr>
            <p:cNvPr id="16" name="object 16"/>
            <p:cNvSpPr/>
            <p:nvPr/>
          </p:nvSpPr>
          <p:spPr>
            <a:xfrm>
              <a:off x="5424551" y="335762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17" name="object 17"/>
            <p:cNvSpPr/>
            <p:nvPr/>
          </p:nvSpPr>
          <p:spPr>
            <a:xfrm>
              <a:off x="5424551" y="3357625"/>
              <a:ext cx="657225" cy="333375"/>
            </a:xfrm>
            <a:custGeom>
              <a:avLst/>
              <a:gdLst/>
              <a:ahLst/>
              <a:cxnLst/>
              <a:rect l="l" t="t" r="r" b="b"/>
              <a:pathLst>
                <a:path w="657225" h="333375">
                  <a:moveTo>
                    <a:pt x="0" y="333375"/>
                  </a:moveTo>
                  <a:lnTo>
                    <a:pt x="333375" y="333375"/>
                  </a:lnTo>
                  <a:lnTo>
                    <a:pt x="333375" y="0"/>
                  </a:lnTo>
                  <a:lnTo>
                    <a:pt x="0" y="0"/>
                  </a:lnTo>
                  <a:lnTo>
                    <a:pt x="0" y="333375"/>
                  </a:lnTo>
                  <a:close/>
                </a:path>
                <a:path w="657225" h="333375">
                  <a:moveTo>
                    <a:pt x="333375" y="333375"/>
                  </a:moveTo>
                  <a:lnTo>
                    <a:pt x="657225" y="333375"/>
                  </a:lnTo>
                  <a:lnTo>
                    <a:pt x="657225" y="0"/>
                  </a:lnTo>
                  <a:lnTo>
                    <a:pt x="333375" y="0"/>
                  </a:lnTo>
                  <a:lnTo>
                    <a:pt x="333375" y="333375"/>
                  </a:lnTo>
                  <a:close/>
                </a:path>
              </a:pathLst>
            </a:custGeom>
            <a:ln w="9525">
              <a:solidFill>
                <a:srgbClr val="000000"/>
              </a:solidFill>
            </a:ln>
          </p:spPr>
          <p:txBody>
            <a:bodyPr wrap="square" lIns="0" tIns="0" rIns="0" bIns="0" rtlCol="0"/>
            <a:lstStyle/>
            <a:p>
              <a:endParaRPr sz="2400"/>
            </a:p>
          </p:txBody>
        </p:sp>
        <p:sp>
          <p:nvSpPr>
            <p:cNvPr id="18" name="object 18"/>
            <p:cNvSpPr/>
            <p:nvPr/>
          </p:nvSpPr>
          <p:spPr>
            <a:xfrm>
              <a:off x="5757926" y="3024250"/>
              <a:ext cx="323850" cy="333375"/>
            </a:xfrm>
            <a:custGeom>
              <a:avLst/>
              <a:gdLst/>
              <a:ahLst/>
              <a:cxnLst/>
              <a:rect l="l" t="t" r="r" b="b"/>
              <a:pathLst>
                <a:path w="323850" h="333375">
                  <a:moveTo>
                    <a:pt x="323850" y="0"/>
                  </a:moveTo>
                  <a:lnTo>
                    <a:pt x="0" y="0"/>
                  </a:lnTo>
                  <a:lnTo>
                    <a:pt x="0" y="333375"/>
                  </a:lnTo>
                  <a:lnTo>
                    <a:pt x="323850" y="333375"/>
                  </a:lnTo>
                  <a:lnTo>
                    <a:pt x="323850" y="0"/>
                  </a:lnTo>
                  <a:close/>
                </a:path>
              </a:pathLst>
            </a:custGeom>
            <a:solidFill>
              <a:srgbClr val="D9D9D9"/>
            </a:solidFill>
          </p:spPr>
          <p:txBody>
            <a:bodyPr wrap="square" lIns="0" tIns="0" rIns="0" bIns="0" rtlCol="0"/>
            <a:lstStyle/>
            <a:p>
              <a:endParaRPr sz="2400"/>
            </a:p>
          </p:txBody>
        </p:sp>
        <p:sp>
          <p:nvSpPr>
            <p:cNvPr id="19" name="object 19"/>
            <p:cNvSpPr/>
            <p:nvPr/>
          </p:nvSpPr>
          <p:spPr>
            <a:xfrm>
              <a:off x="5757926" y="2690875"/>
              <a:ext cx="323850" cy="666750"/>
            </a:xfrm>
            <a:custGeom>
              <a:avLst/>
              <a:gdLst/>
              <a:ahLst/>
              <a:cxnLst/>
              <a:rect l="l" t="t" r="r" b="b"/>
              <a:pathLst>
                <a:path w="323850" h="666750">
                  <a:moveTo>
                    <a:pt x="0" y="666750"/>
                  </a:moveTo>
                  <a:lnTo>
                    <a:pt x="323850" y="666750"/>
                  </a:lnTo>
                  <a:lnTo>
                    <a:pt x="323850" y="333375"/>
                  </a:lnTo>
                  <a:lnTo>
                    <a:pt x="0" y="333375"/>
                  </a:lnTo>
                  <a:lnTo>
                    <a:pt x="0" y="666750"/>
                  </a:lnTo>
                  <a:close/>
                </a:path>
                <a:path w="323850" h="666750">
                  <a:moveTo>
                    <a:pt x="0" y="333375"/>
                  </a:moveTo>
                  <a:lnTo>
                    <a:pt x="323850" y="333375"/>
                  </a:lnTo>
                  <a:lnTo>
                    <a:pt x="323850" y="0"/>
                  </a:lnTo>
                  <a:lnTo>
                    <a:pt x="0" y="0"/>
                  </a:lnTo>
                  <a:lnTo>
                    <a:pt x="0" y="333375"/>
                  </a:lnTo>
                  <a:close/>
                </a:path>
              </a:pathLst>
            </a:custGeom>
            <a:ln w="9525">
              <a:solidFill>
                <a:srgbClr val="000000"/>
              </a:solidFill>
            </a:ln>
          </p:spPr>
          <p:txBody>
            <a:bodyPr wrap="square" lIns="0" tIns="0" rIns="0" bIns="0" rtlCol="0"/>
            <a:lstStyle/>
            <a:p>
              <a:endParaRPr sz="2400"/>
            </a:p>
          </p:txBody>
        </p:sp>
        <p:sp>
          <p:nvSpPr>
            <p:cNvPr id="20" name="object 20"/>
            <p:cNvSpPr/>
            <p:nvPr/>
          </p:nvSpPr>
          <p:spPr>
            <a:xfrm>
              <a:off x="5757926" y="2357500"/>
              <a:ext cx="323850" cy="333375"/>
            </a:xfrm>
            <a:custGeom>
              <a:avLst/>
              <a:gdLst/>
              <a:ahLst/>
              <a:cxnLst/>
              <a:rect l="l" t="t" r="r" b="b"/>
              <a:pathLst>
                <a:path w="323850" h="333375">
                  <a:moveTo>
                    <a:pt x="323850" y="0"/>
                  </a:moveTo>
                  <a:lnTo>
                    <a:pt x="0" y="0"/>
                  </a:lnTo>
                  <a:lnTo>
                    <a:pt x="0" y="333375"/>
                  </a:lnTo>
                  <a:lnTo>
                    <a:pt x="323850" y="333375"/>
                  </a:lnTo>
                  <a:lnTo>
                    <a:pt x="323850" y="0"/>
                  </a:lnTo>
                  <a:close/>
                </a:path>
              </a:pathLst>
            </a:custGeom>
            <a:solidFill>
              <a:srgbClr val="D9D9D9"/>
            </a:solidFill>
          </p:spPr>
          <p:txBody>
            <a:bodyPr wrap="square" lIns="0" tIns="0" rIns="0" bIns="0" rtlCol="0"/>
            <a:lstStyle/>
            <a:p>
              <a:endParaRPr sz="2400"/>
            </a:p>
          </p:txBody>
        </p:sp>
        <p:sp>
          <p:nvSpPr>
            <p:cNvPr id="21" name="object 21"/>
            <p:cNvSpPr/>
            <p:nvPr/>
          </p:nvSpPr>
          <p:spPr>
            <a:xfrm>
              <a:off x="5757926" y="2357500"/>
              <a:ext cx="323850" cy="333375"/>
            </a:xfrm>
            <a:custGeom>
              <a:avLst/>
              <a:gdLst/>
              <a:ahLst/>
              <a:cxnLst/>
              <a:rect l="l" t="t" r="r" b="b"/>
              <a:pathLst>
                <a:path w="323850" h="333375">
                  <a:moveTo>
                    <a:pt x="0" y="333375"/>
                  </a:moveTo>
                  <a:lnTo>
                    <a:pt x="323850" y="333375"/>
                  </a:lnTo>
                  <a:lnTo>
                    <a:pt x="323850" y="0"/>
                  </a:lnTo>
                  <a:lnTo>
                    <a:pt x="0" y="0"/>
                  </a:lnTo>
                  <a:lnTo>
                    <a:pt x="0" y="333375"/>
                  </a:lnTo>
                  <a:close/>
                </a:path>
              </a:pathLst>
            </a:custGeom>
            <a:ln w="9525">
              <a:solidFill>
                <a:srgbClr val="000000"/>
              </a:solidFill>
            </a:ln>
          </p:spPr>
          <p:txBody>
            <a:bodyPr wrap="square" lIns="0" tIns="0" rIns="0" bIns="0" rtlCol="0"/>
            <a:lstStyle/>
            <a:p>
              <a:endParaRPr sz="2400"/>
            </a:p>
          </p:txBody>
        </p:sp>
        <p:sp>
          <p:nvSpPr>
            <p:cNvPr id="22" name="object 22"/>
            <p:cNvSpPr/>
            <p:nvPr/>
          </p:nvSpPr>
          <p:spPr>
            <a:xfrm>
              <a:off x="5757926" y="2024125"/>
              <a:ext cx="323850" cy="333375"/>
            </a:xfrm>
            <a:custGeom>
              <a:avLst/>
              <a:gdLst/>
              <a:ahLst/>
              <a:cxnLst/>
              <a:rect l="l" t="t" r="r" b="b"/>
              <a:pathLst>
                <a:path w="323850" h="333375">
                  <a:moveTo>
                    <a:pt x="323850" y="0"/>
                  </a:moveTo>
                  <a:lnTo>
                    <a:pt x="0" y="0"/>
                  </a:lnTo>
                  <a:lnTo>
                    <a:pt x="0" y="333375"/>
                  </a:lnTo>
                  <a:lnTo>
                    <a:pt x="323850" y="333375"/>
                  </a:lnTo>
                  <a:lnTo>
                    <a:pt x="323850" y="0"/>
                  </a:lnTo>
                  <a:close/>
                </a:path>
              </a:pathLst>
            </a:custGeom>
            <a:solidFill>
              <a:srgbClr val="003300"/>
            </a:solidFill>
          </p:spPr>
          <p:txBody>
            <a:bodyPr wrap="square" lIns="0" tIns="0" rIns="0" bIns="0" rtlCol="0"/>
            <a:lstStyle/>
            <a:p>
              <a:endParaRPr sz="2400"/>
            </a:p>
          </p:txBody>
        </p:sp>
        <p:sp>
          <p:nvSpPr>
            <p:cNvPr id="23" name="object 23"/>
            <p:cNvSpPr/>
            <p:nvPr/>
          </p:nvSpPr>
          <p:spPr>
            <a:xfrm>
              <a:off x="5757926" y="2024125"/>
              <a:ext cx="323850" cy="333375"/>
            </a:xfrm>
            <a:custGeom>
              <a:avLst/>
              <a:gdLst/>
              <a:ahLst/>
              <a:cxnLst/>
              <a:rect l="l" t="t" r="r" b="b"/>
              <a:pathLst>
                <a:path w="323850" h="333375">
                  <a:moveTo>
                    <a:pt x="0" y="333375"/>
                  </a:moveTo>
                  <a:lnTo>
                    <a:pt x="323850" y="333375"/>
                  </a:lnTo>
                  <a:lnTo>
                    <a:pt x="323850" y="0"/>
                  </a:lnTo>
                  <a:lnTo>
                    <a:pt x="0" y="0"/>
                  </a:lnTo>
                  <a:lnTo>
                    <a:pt x="0" y="333375"/>
                  </a:lnTo>
                  <a:close/>
                </a:path>
              </a:pathLst>
            </a:custGeom>
            <a:ln w="9525">
              <a:solidFill>
                <a:srgbClr val="000000"/>
              </a:solidFill>
            </a:ln>
          </p:spPr>
          <p:txBody>
            <a:bodyPr wrap="square" lIns="0" tIns="0" rIns="0" bIns="0" rtlCol="0"/>
            <a:lstStyle/>
            <a:p>
              <a:endParaRPr sz="2400"/>
            </a:p>
          </p:txBody>
        </p:sp>
        <p:sp>
          <p:nvSpPr>
            <p:cNvPr id="24" name="object 24"/>
            <p:cNvSpPr/>
            <p:nvPr/>
          </p:nvSpPr>
          <p:spPr>
            <a:xfrm>
              <a:off x="5757926" y="1690750"/>
              <a:ext cx="323850" cy="333375"/>
            </a:xfrm>
            <a:custGeom>
              <a:avLst/>
              <a:gdLst/>
              <a:ahLst/>
              <a:cxnLst/>
              <a:rect l="l" t="t" r="r" b="b"/>
              <a:pathLst>
                <a:path w="323850" h="333375">
                  <a:moveTo>
                    <a:pt x="323850" y="0"/>
                  </a:moveTo>
                  <a:lnTo>
                    <a:pt x="0" y="0"/>
                  </a:lnTo>
                  <a:lnTo>
                    <a:pt x="0" y="333375"/>
                  </a:lnTo>
                  <a:lnTo>
                    <a:pt x="323850" y="333375"/>
                  </a:lnTo>
                  <a:lnTo>
                    <a:pt x="323850" y="0"/>
                  </a:lnTo>
                  <a:close/>
                </a:path>
              </a:pathLst>
            </a:custGeom>
            <a:solidFill>
              <a:srgbClr val="D9D9D9"/>
            </a:solidFill>
          </p:spPr>
          <p:txBody>
            <a:bodyPr wrap="square" lIns="0" tIns="0" rIns="0" bIns="0" rtlCol="0"/>
            <a:lstStyle/>
            <a:p>
              <a:endParaRPr sz="2400"/>
            </a:p>
          </p:txBody>
        </p:sp>
        <p:sp>
          <p:nvSpPr>
            <p:cNvPr id="25" name="object 25"/>
            <p:cNvSpPr/>
            <p:nvPr/>
          </p:nvSpPr>
          <p:spPr>
            <a:xfrm>
              <a:off x="5757926" y="1357375"/>
              <a:ext cx="323850" cy="666750"/>
            </a:xfrm>
            <a:custGeom>
              <a:avLst/>
              <a:gdLst/>
              <a:ahLst/>
              <a:cxnLst/>
              <a:rect l="l" t="t" r="r" b="b"/>
              <a:pathLst>
                <a:path w="323850" h="666750">
                  <a:moveTo>
                    <a:pt x="0" y="666750"/>
                  </a:moveTo>
                  <a:lnTo>
                    <a:pt x="323850" y="666750"/>
                  </a:lnTo>
                  <a:lnTo>
                    <a:pt x="323850" y="333375"/>
                  </a:lnTo>
                  <a:lnTo>
                    <a:pt x="0" y="333375"/>
                  </a:lnTo>
                  <a:lnTo>
                    <a:pt x="0" y="666750"/>
                  </a:lnTo>
                  <a:close/>
                </a:path>
                <a:path w="323850" h="666750">
                  <a:moveTo>
                    <a:pt x="0" y="333375"/>
                  </a:moveTo>
                  <a:lnTo>
                    <a:pt x="323850" y="333375"/>
                  </a:lnTo>
                  <a:lnTo>
                    <a:pt x="323850" y="0"/>
                  </a:lnTo>
                  <a:lnTo>
                    <a:pt x="0" y="0"/>
                  </a:lnTo>
                  <a:lnTo>
                    <a:pt x="0" y="333375"/>
                  </a:lnTo>
                  <a:close/>
                </a:path>
              </a:pathLst>
            </a:custGeom>
            <a:ln w="9525">
              <a:solidFill>
                <a:srgbClr val="000000"/>
              </a:solidFill>
            </a:ln>
          </p:spPr>
          <p:txBody>
            <a:bodyPr wrap="square" lIns="0" tIns="0" rIns="0" bIns="0" rtlCol="0"/>
            <a:lstStyle/>
            <a:p>
              <a:endParaRPr sz="2400"/>
            </a:p>
          </p:txBody>
        </p:sp>
        <p:sp>
          <p:nvSpPr>
            <p:cNvPr id="26" name="object 26"/>
            <p:cNvSpPr/>
            <p:nvPr/>
          </p:nvSpPr>
          <p:spPr>
            <a:xfrm>
              <a:off x="5757926" y="1024000"/>
              <a:ext cx="323850" cy="333375"/>
            </a:xfrm>
            <a:custGeom>
              <a:avLst/>
              <a:gdLst/>
              <a:ahLst/>
              <a:cxnLst/>
              <a:rect l="l" t="t" r="r" b="b"/>
              <a:pathLst>
                <a:path w="323850" h="333375">
                  <a:moveTo>
                    <a:pt x="323850" y="0"/>
                  </a:moveTo>
                  <a:lnTo>
                    <a:pt x="0" y="0"/>
                  </a:lnTo>
                  <a:lnTo>
                    <a:pt x="0" y="333375"/>
                  </a:lnTo>
                  <a:lnTo>
                    <a:pt x="323850" y="333375"/>
                  </a:lnTo>
                  <a:lnTo>
                    <a:pt x="323850" y="0"/>
                  </a:lnTo>
                  <a:close/>
                </a:path>
              </a:pathLst>
            </a:custGeom>
            <a:solidFill>
              <a:srgbClr val="D9D9D9"/>
            </a:solidFill>
          </p:spPr>
          <p:txBody>
            <a:bodyPr wrap="square" lIns="0" tIns="0" rIns="0" bIns="0" rtlCol="0"/>
            <a:lstStyle/>
            <a:p>
              <a:endParaRPr sz="2400"/>
            </a:p>
          </p:txBody>
        </p:sp>
        <p:sp>
          <p:nvSpPr>
            <p:cNvPr id="27" name="object 27"/>
            <p:cNvSpPr/>
            <p:nvPr/>
          </p:nvSpPr>
          <p:spPr>
            <a:xfrm>
              <a:off x="5757926" y="1024000"/>
              <a:ext cx="657225" cy="333375"/>
            </a:xfrm>
            <a:custGeom>
              <a:avLst/>
              <a:gdLst/>
              <a:ahLst/>
              <a:cxnLst/>
              <a:rect l="l" t="t" r="r" b="b"/>
              <a:pathLst>
                <a:path w="657225" h="333375">
                  <a:moveTo>
                    <a:pt x="0" y="333375"/>
                  </a:moveTo>
                  <a:lnTo>
                    <a:pt x="323850" y="333375"/>
                  </a:lnTo>
                  <a:lnTo>
                    <a:pt x="323850" y="0"/>
                  </a:lnTo>
                  <a:lnTo>
                    <a:pt x="0" y="0"/>
                  </a:lnTo>
                  <a:lnTo>
                    <a:pt x="0" y="333375"/>
                  </a:lnTo>
                  <a:close/>
                </a:path>
                <a:path w="657225" h="333375">
                  <a:moveTo>
                    <a:pt x="323850" y="333375"/>
                  </a:moveTo>
                  <a:lnTo>
                    <a:pt x="657225" y="333375"/>
                  </a:lnTo>
                  <a:lnTo>
                    <a:pt x="657225" y="0"/>
                  </a:lnTo>
                  <a:lnTo>
                    <a:pt x="323850" y="0"/>
                  </a:lnTo>
                  <a:lnTo>
                    <a:pt x="323850" y="333375"/>
                  </a:lnTo>
                  <a:close/>
                </a:path>
              </a:pathLst>
            </a:custGeom>
            <a:ln w="9525">
              <a:solidFill>
                <a:srgbClr val="000000"/>
              </a:solidFill>
            </a:ln>
          </p:spPr>
          <p:txBody>
            <a:bodyPr wrap="square" lIns="0" tIns="0" rIns="0" bIns="0" rtlCol="0"/>
            <a:lstStyle/>
            <a:p>
              <a:endParaRPr sz="2400"/>
            </a:p>
          </p:txBody>
        </p:sp>
        <p:sp>
          <p:nvSpPr>
            <p:cNvPr id="28" name="object 28"/>
            <p:cNvSpPr/>
            <p:nvPr/>
          </p:nvSpPr>
          <p:spPr>
            <a:xfrm>
              <a:off x="6081776" y="135737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29" name="object 29"/>
            <p:cNvSpPr/>
            <p:nvPr/>
          </p:nvSpPr>
          <p:spPr>
            <a:xfrm>
              <a:off x="6081776" y="1357375"/>
              <a:ext cx="333375" cy="666750"/>
            </a:xfrm>
            <a:custGeom>
              <a:avLst/>
              <a:gdLst/>
              <a:ahLst/>
              <a:cxnLst/>
              <a:rect l="l" t="t" r="r" b="b"/>
              <a:pathLst>
                <a:path w="333375" h="666750">
                  <a:moveTo>
                    <a:pt x="0" y="333375"/>
                  </a:moveTo>
                  <a:lnTo>
                    <a:pt x="333375" y="333375"/>
                  </a:lnTo>
                  <a:lnTo>
                    <a:pt x="333375" y="0"/>
                  </a:lnTo>
                  <a:lnTo>
                    <a:pt x="0" y="0"/>
                  </a:lnTo>
                  <a:lnTo>
                    <a:pt x="0" y="333375"/>
                  </a:lnTo>
                  <a:close/>
                </a:path>
                <a:path w="333375" h="666750">
                  <a:moveTo>
                    <a:pt x="0" y="666750"/>
                  </a:moveTo>
                  <a:lnTo>
                    <a:pt x="333375" y="666750"/>
                  </a:lnTo>
                  <a:lnTo>
                    <a:pt x="333375" y="333375"/>
                  </a:lnTo>
                  <a:lnTo>
                    <a:pt x="0" y="333375"/>
                  </a:lnTo>
                  <a:lnTo>
                    <a:pt x="0" y="666750"/>
                  </a:lnTo>
                  <a:close/>
                </a:path>
              </a:pathLst>
            </a:custGeom>
            <a:ln w="9525">
              <a:solidFill>
                <a:srgbClr val="000000"/>
              </a:solidFill>
            </a:ln>
          </p:spPr>
          <p:txBody>
            <a:bodyPr wrap="square" lIns="0" tIns="0" rIns="0" bIns="0" rtlCol="0"/>
            <a:lstStyle/>
            <a:p>
              <a:endParaRPr sz="2400"/>
            </a:p>
          </p:txBody>
        </p:sp>
        <p:sp>
          <p:nvSpPr>
            <p:cNvPr id="30" name="object 30"/>
            <p:cNvSpPr/>
            <p:nvPr/>
          </p:nvSpPr>
          <p:spPr>
            <a:xfrm>
              <a:off x="6081776" y="202412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31" name="object 31"/>
            <p:cNvSpPr/>
            <p:nvPr/>
          </p:nvSpPr>
          <p:spPr>
            <a:xfrm>
              <a:off x="6081776" y="202412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32" name="object 32"/>
            <p:cNvSpPr/>
            <p:nvPr/>
          </p:nvSpPr>
          <p:spPr>
            <a:xfrm>
              <a:off x="6081776" y="235750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33" name="object 33"/>
            <p:cNvSpPr/>
            <p:nvPr/>
          </p:nvSpPr>
          <p:spPr>
            <a:xfrm>
              <a:off x="6081776" y="235750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34" name="object 34"/>
            <p:cNvSpPr/>
            <p:nvPr/>
          </p:nvSpPr>
          <p:spPr>
            <a:xfrm>
              <a:off x="6081776" y="269087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35" name="object 35"/>
            <p:cNvSpPr/>
            <p:nvPr/>
          </p:nvSpPr>
          <p:spPr>
            <a:xfrm>
              <a:off x="6081776" y="2690875"/>
              <a:ext cx="333375" cy="666750"/>
            </a:xfrm>
            <a:custGeom>
              <a:avLst/>
              <a:gdLst/>
              <a:ahLst/>
              <a:cxnLst/>
              <a:rect l="l" t="t" r="r" b="b"/>
              <a:pathLst>
                <a:path w="333375" h="666750">
                  <a:moveTo>
                    <a:pt x="0" y="333375"/>
                  </a:moveTo>
                  <a:lnTo>
                    <a:pt x="333375" y="333375"/>
                  </a:lnTo>
                  <a:lnTo>
                    <a:pt x="333375" y="0"/>
                  </a:lnTo>
                  <a:lnTo>
                    <a:pt x="0" y="0"/>
                  </a:lnTo>
                  <a:lnTo>
                    <a:pt x="0" y="333375"/>
                  </a:lnTo>
                  <a:close/>
                </a:path>
                <a:path w="333375" h="666750">
                  <a:moveTo>
                    <a:pt x="0" y="666750"/>
                  </a:moveTo>
                  <a:lnTo>
                    <a:pt x="333375" y="666750"/>
                  </a:lnTo>
                  <a:lnTo>
                    <a:pt x="333375" y="333375"/>
                  </a:lnTo>
                  <a:lnTo>
                    <a:pt x="0" y="333375"/>
                  </a:lnTo>
                  <a:lnTo>
                    <a:pt x="0" y="666750"/>
                  </a:lnTo>
                  <a:close/>
                </a:path>
              </a:pathLst>
            </a:custGeom>
            <a:ln w="9525">
              <a:solidFill>
                <a:srgbClr val="000000"/>
              </a:solidFill>
            </a:ln>
          </p:spPr>
          <p:txBody>
            <a:bodyPr wrap="square" lIns="0" tIns="0" rIns="0" bIns="0" rtlCol="0"/>
            <a:lstStyle/>
            <a:p>
              <a:endParaRPr sz="2400"/>
            </a:p>
          </p:txBody>
        </p:sp>
        <p:sp>
          <p:nvSpPr>
            <p:cNvPr id="36" name="object 36"/>
            <p:cNvSpPr/>
            <p:nvPr/>
          </p:nvSpPr>
          <p:spPr>
            <a:xfrm>
              <a:off x="6081776" y="335762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37" name="object 37"/>
            <p:cNvSpPr/>
            <p:nvPr/>
          </p:nvSpPr>
          <p:spPr>
            <a:xfrm>
              <a:off x="6081776" y="3357625"/>
              <a:ext cx="666750" cy="333375"/>
            </a:xfrm>
            <a:custGeom>
              <a:avLst/>
              <a:gdLst/>
              <a:ahLst/>
              <a:cxnLst/>
              <a:rect l="l" t="t" r="r" b="b"/>
              <a:pathLst>
                <a:path w="666750" h="333375">
                  <a:moveTo>
                    <a:pt x="0" y="333375"/>
                  </a:moveTo>
                  <a:lnTo>
                    <a:pt x="333375" y="333375"/>
                  </a:lnTo>
                  <a:lnTo>
                    <a:pt x="333375" y="0"/>
                  </a:lnTo>
                  <a:lnTo>
                    <a:pt x="0" y="0"/>
                  </a:lnTo>
                  <a:lnTo>
                    <a:pt x="0" y="333375"/>
                  </a:lnTo>
                  <a:close/>
                </a:path>
                <a:path w="666750" h="333375">
                  <a:moveTo>
                    <a:pt x="333375" y="333375"/>
                  </a:moveTo>
                  <a:lnTo>
                    <a:pt x="666750" y="333375"/>
                  </a:lnTo>
                  <a:lnTo>
                    <a:pt x="666750" y="0"/>
                  </a:lnTo>
                  <a:lnTo>
                    <a:pt x="333375" y="0"/>
                  </a:lnTo>
                  <a:lnTo>
                    <a:pt x="333375" y="333375"/>
                  </a:lnTo>
                  <a:close/>
                </a:path>
              </a:pathLst>
            </a:custGeom>
            <a:ln w="9525">
              <a:solidFill>
                <a:srgbClr val="000000"/>
              </a:solidFill>
            </a:ln>
          </p:spPr>
          <p:txBody>
            <a:bodyPr wrap="square" lIns="0" tIns="0" rIns="0" bIns="0" rtlCol="0"/>
            <a:lstStyle/>
            <a:p>
              <a:endParaRPr sz="2400"/>
            </a:p>
          </p:txBody>
        </p:sp>
        <p:sp>
          <p:nvSpPr>
            <p:cNvPr id="38" name="object 38"/>
            <p:cNvSpPr/>
            <p:nvPr/>
          </p:nvSpPr>
          <p:spPr>
            <a:xfrm>
              <a:off x="6415151" y="302425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39" name="object 39"/>
            <p:cNvSpPr/>
            <p:nvPr/>
          </p:nvSpPr>
          <p:spPr>
            <a:xfrm>
              <a:off x="6415151" y="2690875"/>
              <a:ext cx="333375" cy="666750"/>
            </a:xfrm>
            <a:custGeom>
              <a:avLst/>
              <a:gdLst/>
              <a:ahLst/>
              <a:cxnLst/>
              <a:rect l="l" t="t" r="r" b="b"/>
              <a:pathLst>
                <a:path w="333375" h="666750">
                  <a:moveTo>
                    <a:pt x="0" y="666750"/>
                  </a:moveTo>
                  <a:lnTo>
                    <a:pt x="333375" y="666750"/>
                  </a:lnTo>
                  <a:lnTo>
                    <a:pt x="333375" y="333375"/>
                  </a:lnTo>
                  <a:lnTo>
                    <a:pt x="0" y="333375"/>
                  </a:lnTo>
                  <a:lnTo>
                    <a:pt x="0" y="666750"/>
                  </a:lnTo>
                  <a:close/>
                </a:path>
                <a:path w="333375" h="666750">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40" name="object 40"/>
            <p:cNvSpPr/>
            <p:nvPr/>
          </p:nvSpPr>
          <p:spPr>
            <a:xfrm>
              <a:off x="6415151" y="235750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41" name="object 41"/>
            <p:cNvSpPr/>
            <p:nvPr/>
          </p:nvSpPr>
          <p:spPr>
            <a:xfrm>
              <a:off x="6415151" y="235750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42" name="object 42"/>
            <p:cNvSpPr/>
            <p:nvPr/>
          </p:nvSpPr>
          <p:spPr>
            <a:xfrm>
              <a:off x="6415151" y="202412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43" name="object 43"/>
            <p:cNvSpPr/>
            <p:nvPr/>
          </p:nvSpPr>
          <p:spPr>
            <a:xfrm>
              <a:off x="6415151" y="202412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44" name="object 44"/>
            <p:cNvSpPr/>
            <p:nvPr/>
          </p:nvSpPr>
          <p:spPr>
            <a:xfrm>
              <a:off x="6415151" y="169075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45" name="object 45"/>
            <p:cNvSpPr/>
            <p:nvPr/>
          </p:nvSpPr>
          <p:spPr>
            <a:xfrm>
              <a:off x="6415151" y="1357375"/>
              <a:ext cx="333375" cy="666750"/>
            </a:xfrm>
            <a:custGeom>
              <a:avLst/>
              <a:gdLst/>
              <a:ahLst/>
              <a:cxnLst/>
              <a:rect l="l" t="t" r="r" b="b"/>
              <a:pathLst>
                <a:path w="333375" h="666750">
                  <a:moveTo>
                    <a:pt x="0" y="666750"/>
                  </a:moveTo>
                  <a:lnTo>
                    <a:pt x="333375" y="666750"/>
                  </a:lnTo>
                  <a:lnTo>
                    <a:pt x="333375" y="333375"/>
                  </a:lnTo>
                  <a:lnTo>
                    <a:pt x="0" y="333375"/>
                  </a:lnTo>
                  <a:lnTo>
                    <a:pt x="0" y="666750"/>
                  </a:lnTo>
                  <a:close/>
                </a:path>
                <a:path w="333375" h="666750">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46" name="object 46"/>
            <p:cNvSpPr/>
            <p:nvPr/>
          </p:nvSpPr>
          <p:spPr>
            <a:xfrm>
              <a:off x="6415151" y="102400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47" name="object 47"/>
            <p:cNvSpPr/>
            <p:nvPr/>
          </p:nvSpPr>
          <p:spPr>
            <a:xfrm>
              <a:off x="6415151" y="1024000"/>
              <a:ext cx="666750" cy="333375"/>
            </a:xfrm>
            <a:custGeom>
              <a:avLst/>
              <a:gdLst/>
              <a:ahLst/>
              <a:cxnLst/>
              <a:rect l="l" t="t" r="r" b="b"/>
              <a:pathLst>
                <a:path w="666750" h="333375">
                  <a:moveTo>
                    <a:pt x="0" y="333375"/>
                  </a:moveTo>
                  <a:lnTo>
                    <a:pt x="333375" y="333375"/>
                  </a:lnTo>
                  <a:lnTo>
                    <a:pt x="333375" y="0"/>
                  </a:lnTo>
                  <a:lnTo>
                    <a:pt x="0" y="0"/>
                  </a:lnTo>
                  <a:lnTo>
                    <a:pt x="0" y="333375"/>
                  </a:lnTo>
                  <a:close/>
                </a:path>
                <a:path w="666750" h="333375">
                  <a:moveTo>
                    <a:pt x="333375" y="333375"/>
                  </a:moveTo>
                  <a:lnTo>
                    <a:pt x="666750" y="333375"/>
                  </a:lnTo>
                  <a:lnTo>
                    <a:pt x="666750" y="0"/>
                  </a:lnTo>
                  <a:lnTo>
                    <a:pt x="333375" y="0"/>
                  </a:lnTo>
                  <a:lnTo>
                    <a:pt x="333375" y="333375"/>
                  </a:lnTo>
                  <a:close/>
                </a:path>
              </a:pathLst>
            </a:custGeom>
            <a:ln w="9525">
              <a:solidFill>
                <a:srgbClr val="000000"/>
              </a:solidFill>
            </a:ln>
          </p:spPr>
          <p:txBody>
            <a:bodyPr wrap="square" lIns="0" tIns="0" rIns="0" bIns="0" rtlCol="0"/>
            <a:lstStyle/>
            <a:p>
              <a:endParaRPr sz="2400"/>
            </a:p>
          </p:txBody>
        </p:sp>
        <p:sp>
          <p:nvSpPr>
            <p:cNvPr id="48" name="object 48"/>
            <p:cNvSpPr/>
            <p:nvPr/>
          </p:nvSpPr>
          <p:spPr>
            <a:xfrm>
              <a:off x="6748526" y="135737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49" name="object 49"/>
            <p:cNvSpPr/>
            <p:nvPr/>
          </p:nvSpPr>
          <p:spPr>
            <a:xfrm>
              <a:off x="6748526" y="1357375"/>
              <a:ext cx="333375" cy="666750"/>
            </a:xfrm>
            <a:custGeom>
              <a:avLst/>
              <a:gdLst/>
              <a:ahLst/>
              <a:cxnLst/>
              <a:rect l="l" t="t" r="r" b="b"/>
              <a:pathLst>
                <a:path w="333375" h="666750">
                  <a:moveTo>
                    <a:pt x="0" y="333375"/>
                  </a:moveTo>
                  <a:lnTo>
                    <a:pt x="333375" y="333375"/>
                  </a:lnTo>
                  <a:lnTo>
                    <a:pt x="333375" y="0"/>
                  </a:lnTo>
                  <a:lnTo>
                    <a:pt x="0" y="0"/>
                  </a:lnTo>
                  <a:lnTo>
                    <a:pt x="0" y="333375"/>
                  </a:lnTo>
                  <a:close/>
                </a:path>
                <a:path w="333375" h="666750">
                  <a:moveTo>
                    <a:pt x="0" y="666750"/>
                  </a:moveTo>
                  <a:lnTo>
                    <a:pt x="333375" y="666750"/>
                  </a:lnTo>
                  <a:lnTo>
                    <a:pt x="333375" y="333375"/>
                  </a:lnTo>
                  <a:lnTo>
                    <a:pt x="0" y="333375"/>
                  </a:lnTo>
                  <a:lnTo>
                    <a:pt x="0" y="666750"/>
                  </a:lnTo>
                  <a:close/>
                </a:path>
              </a:pathLst>
            </a:custGeom>
            <a:ln w="9525">
              <a:solidFill>
                <a:srgbClr val="000000"/>
              </a:solidFill>
            </a:ln>
          </p:spPr>
          <p:txBody>
            <a:bodyPr wrap="square" lIns="0" tIns="0" rIns="0" bIns="0" rtlCol="0"/>
            <a:lstStyle/>
            <a:p>
              <a:endParaRPr sz="2400"/>
            </a:p>
          </p:txBody>
        </p:sp>
        <p:sp>
          <p:nvSpPr>
            <p:cNvPr id="50" name="object 50"/>
            <p:cNvSpPr/>
            <p:nvPr/>
          </p:nvSpPr>
          <p:spPr>
            <a:xfrm>
              <a:off x="6748526" y="202412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51" name="object 51"/>
            <p:cNvSpPr/>
            <p:nvPr/>
          </p:nvSpPr>
          <p:spPr>
            <a:xfrm>
              <a:off x="6748526" y="202412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52" name="object 52"/>
            <p:cNvSpPr/>
            <p:nvPr/>
          </p:nvSpPr>
          <p:spPr>
            <a:xfrm>
              <a:off x="6748526" y="235750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53" name="object 53"/>
            <p:cNvSpPr/>
            <p:nvPr/>
          </p:nvSpPr>
          <p:spPr>
            <a:xfrm>
              <a:off x="6748526" y="235750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54" name="object 54"/>
            <p:cNvSpPr/>
            <p:nvPr/>
          </p:nvSpPr>
          <p:spPr>
            <a:xfrm>
              <a:off x="6748526" y="269087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55" name="object 55"/>
            <p:cNvSpPr/>
            <p:nvPr/>
          </p:nvSpPr>
          <p:spPr>
            <a:xfrm>
              <a:off x="6748526" y="2690875"/>
              <a:ext cx="333375" cy="666750"/>
            </a:xfrm>
            <a:custGeom>
              <a:avLst/>
              <a:gdLst/>
              <a:ahLst/>
              <a:cxnLst/>
              <a:rect l="l" t="t" r="r" b="b"/>
              <a:pathLst>
                <a:path w="333375" h="666750">
                  <a:moveTo>
                    <a:pt x="0" y="333375"/>
                  </a:moveTo>
                  <a:lnTo>
                    <a:pt x="333375" y="333375"/>
                  </a:lnTo>
                  <a:lnTo>
                    <a:pt x="333375" y="0"/>
                  </a:lnTo>
                  <a:lnTo>
                    <a:pt x="0" y="0"/>
                  </a:lnTo>
                  <a:lnTo>
                    <a:pt x="0" y="333375"/>
                  </a:lnTo>
                  <a:close/>
                </a:path>
                <a:path w="333375" h="666750">
                  <a:moveTo>
                    <a:pt x="0" y="666750"/>
                  </a:moveTo>
                  <a:lnTo>
                    <a:pt x="333375" y="666750"/>
                  </a:lnTo>
                  <a:lnTo>
                    <a:pt x="333375" y="333375"/>
                  </a:lnTo>
                  <a:lnTo>
                    <a:pt x="0" y="333375"/>
                  </a:lnTo>
                  <a:lnTo>
                    <a:pt x="0" y="666750"/>
                  </a:lnTo>
                  <a:close/>
                </a:path>
              </a:pathLst>
            </a:custGeom>
            <a:ln w="9525">
              <a:solidFill>
                <a:srgbClr val="000000"/>
              </a:solidFill>
            </a:ln>
          </p:spPr>
          <p:txBody>
            <a:bodyPr wrap="square" lIns="0" tIns="0" rIns="0" bIns="0" rtlCol="0"/>
            <a:lstStyle/>
            <a:p>
              <a:endParaRPr sz="2400"/>
            </a:p>
          </p:txBody>
        </p:sp>
        <p:sp>
          <p:nvSpPr>
            <p:cNvPr id="56" name="object 56"/>
            <p:cNvSpPr/>
            <p:nvPr/>
          </p:nvSpPr>
          <p:spPr>
            <a:xfrm>
              <a:off x="6748526" y="335762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57" name="object 57"/>
            <p:cNvSpPr/>
            <p:nvPr/>
          </p:nvSpPr>
          <p:spPr>
            <a:xfrm>
              <a:off x="6748526" y="3357625"/>
              <a:ext cx="666750" cy="333375"/>
            </a:xfrm>
            <a:custGeom>
              <a:avLst/>
              <a:gdLst/>
              <a:ahLst/>
              <a:cxnLst/>
              <a:rect l="l" t="t" r="r" b="b"/>
              <a:pathLst>
                <a:path w="666750" h="333375">
                  <a:moveTo>
                    <a:pt x="0" y="333375"/>
                  </a:moveTo>
                  <a:lnTo>
                    <a:pt x="333375" y="333375"/>
                  </a:lnTo>
                  <a:lnTo>
                    <a:pt x="333375" y="0"/>
                  </a:lnTo>
                  <a:lnTo>
                    <a:pt x="0" y="0"/>
                  </a:lnTo>
                  <a:lnTo>
                    <a:pt x="0" y="333375"/>
                  </a:lnTo>
                  <a:close/>
                </a:path>
                <a:path w="666750" h="333375">
                  <a:moveTo>
                    <a:pt x="333375" y="333375"/>
                  </a:moveTo>
                  <a:lnTo>
                    <a:pt x="666750" y="333375"/>
                  </a:lnTo>
                  <a:lnTo>
                    <a:pt x="666750" y="0"/>
                  </a:lnTo>
                  <a:lnTo>
                    <a:pt x="333375" y="0"/>
                  </a:lnTo>
                  <a:lnTo>
                    <a:pt x="333375" y="333375"/>
                  </a:lnTo>
                  <a:close/>
                </a:path>
              </a:pathLst>
            </a:custGeom>
            <a:ln w="9525">
              <a:solidFill>
                <a:srgbClr val="000000"/>
              </a:solidFill>
            </a:ln>
          </p:spPr>
          <p:txBody>
            <a:bodyPr wrap="square" lIns="0" tIns="0" rIns="0" bIns="0" rtlCol="0"/>
            <a:lstStyle/>
            <a:p>
              <a:endParaRPr sz="2400"/>
            </a:p>
          </p:txBody>
        </p:sp>
        <p:sp>
          <p:nvSpPr>
            <p:cNvPr id="58" name="object 58"/>
            <p:cNvSpPr/>
            <p:nvPr/>
          </p:nvSpPr>
          <p:spPr>
            <a:xfrm>
              <a:off x="7081901" y="302425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59" name="object 59"/>
            <p:cNvSpPr/>
            <p:nvPr/>
          </p:nvSpPr>
          <p:spPr>
            <a:xfrm>
              <a:off x="7081901" y="2690875"/>
              <a:ext cx="333375" cy="666750"/>
            </a:xfrm>
            <a:custGeom>
              <a:avLst/>
              <a:gdLst/>
              <a:ahLst/>
              <a:cxnLst/>
              <a:rect l="l" t="t" r="r" b="b"/>
              <a:pathLst>
                <a:path w="333375" h="666750">
                  <a:moveTo>
                    <a:pt x="0" y="666750"/>
                  </a:moveTo>
                  <a:lnTo>
                    <a:pt x="333375" y="666750"/>
                  </a:lnTo>
                  <a:lnTo>
                    <a:pt x="333375" y="333375"/>
                  </a:lnTo>
                  <a:lnTo>
                    <a:pt x="0" y="333375"/>
                  </a:lnTo>
                  <a:lnTo>
                    <a:pt x="0" y="666750"/>
                  </a:lnTo>
                  <a:close/>
                </a:path>
                <a:path w="333375" h="666750">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60" name="object 60"/>
            <p:cNvSpPr/>
            <p:nvPr/>
          </p:nvSpPr>
          <p:spPr>
            <a:xfrm>
              <a:off x="7081901" y="235750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61" name="object 61"/>
            <p:cNvSpPr/>
            <p:nvPr/>
          </p:nvSpPr>
          <p:spPr>
            <a:xfrm>
              <a:off x="7081901" y="235750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62" name="object 62"/>
            <p:cNvSpPr/>
            <p:nvPr/>
          </p:nvSpPr>
          <p:spPr>
            <a:xfrm>
              <a:off x="7081901" y="202412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63" name="object 63"/>
            <p:cNvSpPr/>
            <p:nvPr/>
          </p:nvSpPr>
          <p:spPr>
            <a:xfrm>
              <a:off x="7081901" y="202412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64" name="object 64"/>
            <p:cNvSpPr/>
            <p:nvPr/>
          </p:nvSpPr>
          <p:spPr>
            <a:xfrm>
              <a:off x="7081901" y="169075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65" name="object 65"/>
            <p:cNvSpPr/>
            <p:nvPr/>
          </p:nvSpPr>
          <p:spPr>
            <a:xfrm>
              <a:off x="7081901" y="1357375"/>
              <a:ext cx="333375" cy="666750"/>
            </a:xfrm>
            <a:custGeom>
              <a:avLst/>
              <a:gdLst/>
              <a:ahLst/>
              <a:cxnLst/>
              <a:rect l="l" t="t" r="r" b="b"/>
              <a:pathLst>
                <a:path w="333375" h="666750">
                  <a:moveTo>
                    <a:pt x="0" y="666750"/>
                  </a:moveTo>
                  <a:lnTo>
                    <a:pt x="333375" y="666750"/>
                  </a:lnTo>
                  <a:lnTo>
                    <a:pt x="333375" y="333375"/>
                  </a:lnTo>
                  <a:lnTo>
                    <a:pt x="0" y="333375"/>
                  </a:lnTo>
                  <a:lnTo>
                    <a:pt x="0" y="666750"/>
                  </a:lnTo>
                  <a:close/>
                </a:path>
                <a:path w="333375" h="666750">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66" name="object 66"/>
            <p:cNvSpPr/>
            <p:nvPr/>
          </p:nvSpPr>
          <p:spPr>
            <a:xfrm>
              <a:off x="7081901" y="102400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67" name="object 67"/>
            <p:cNvSpPr/>
            <p:nvPr/>
          </p:nvSpPr>
          <p:spPr>
            <a:xfrm>
              <a:off x="7081901" y="1024000"/>
              <a:ext cx="666750" cy="333375"/>
            </a:xfrm>
            <a:custGeom>
              <a:avLst/>
              <a:gdLst/>
              <a:ahLst/>
              <a:cxnLst/>
              <a:rect l="l" t="t" r="r" b="b"/>
              <a:pathLst>
                <a:path w="666750" h="333375">
                  <a:moveTo>
                    <a:pt x="0" y="333375"/>
                  </a:moveTo>
                  <a:lnTo>
                    <a:pt x="333375" y="333375"/>
                  </a:lnTo>
                  <a:lnTo>
                    <a:pt x="333375" y="0"/>
                  </a:lnTo>
                  <a:lnTo>
                    <a:pt x="0" y="0"/>
                  </a:lnTo>
                  <a:lnTo>
                    <a:pt x="0" y="333375"/>
                  </a:lnTo>
                  <a:close/>
                </a:path>
                <a:path w="666750" h="333375">
                  <a:moveTo>
                    <a:pt x="333375" y="333375"/>
                  </a:moveTo>
                  <a:lnTo>
                    <a:pt x="666750" y="333375"/>
                  </a:lnTo>
                  <a:lnTo>
                    <a:pt x="666750" y="0"/>
                  </a:lnTo>
                  <a:lnTo>
                    <a:pt x="333375" y="0"/>
                  </a:lnTo>
                  <a:lnTo>
                    <a:pt x="333375" y="333375"/>
                  </a:lnTo>
                  <a:close/>
                </a:path>
              </a:pathLst>
            </a:custGeom>
            <a:ln w="9525">
              <a:solidFill>
                <a:srgbClr val="000000"/>
              </a:solidFill>
            </a:ln>
          </p:spPr>
          <p:txBody>
            <a:bodyPr wrap="square" lIns="0" tIns="0" rIns="0" bIns="0" rtlCol="0"/>
            <a:lstStyle/>
            <a:p>
              <a:endParaRPr sz="2400"/>
            </a:p>
          </p:txBody>
        </p:sp>
        <p:sp>
          <p:nvSpPr>
            <p:cNvPr id="68" name="object 68"/>
            <p:cNvSpPr/>
            <p:nvPr/>
          </p:nvSpPr>
          <p:spPr>
            <a:xfrm>
              <a:off x="7415276" y="135737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69" name="object 69"/>
            <p:cNvSpPr/>
            <p:nvPr/>
          </p:nvSpPr>
          <p:spPr>
            <a:xfrm>
              <a:off x="7415276" y="1357375"/>
              <a:ext cx="333375" cy="666750"/>
            </a:xfrm>
            <a:custGeom>
              <a:avLst/>
              <a:gdLst/>
              <a:ahLst/>
              <a:cxnLst/>
              <a:rect l="l" t="t" r="r" b="b"/>
              <a:pathLst>
                <a:path w="333375" h="666750">
                  <a:moveTo>
                    <a:pt x="0" y="333375"/>
                  </a:moveTo>
                  <a:lnTo>
                    <a:pt x="333375" y="333375"/>
                  </a:lnTo>
                  <a:lnTo>
                    <a:pt x="333375" y="0"/>
                  </a:lnTo>
                  <a:lnTo>
                    <a:pt x="0" y="0"/>
                  </a:lnTo>
                  <a:lnTo>
                    <a:pt x="0" y="333375"/>
                  </a:lnTo>
                  <a:close/>
                </a:path>
                <a:path w="333375" h="666750">
                  <a:moveTo>
                    <a:pt x="0" y="666750"/>
                  </a:moveTo>
                  <a:lnTo>
                    <a:pt x="333375" y="666750"/>
                  </a:lnTo>
                  <a:lnTo>
                    <a:pt x="333375" y="333375"/>
                  </a:lnTo>
                  <a:lnTo>
                    <a:pt x="0" y="333375"/>
                  </a:lnTo>
                  <a:lnTo>
                    <a:pt x="0" y="666750"/>
                  </a:lnTo>
                  <a:close/>
                </a:path>
              </a:pathLst>
            </a:custGeom>
            <a:ln w="9525">
              <a:solidFill>
                <a:srgbClr val="000000"/>
              </a:solidFill>
            </a:ln>
          </p:spPr>
          <p:txBody>
            <a:bodyPr wrap="square" lIns="0" tIns="0" rIns="0" bIns="0" rtlCol="0"/>
            <a:lstStyle/>
            <a:p>
              <a:endParaRPr sz="2400"/>
            </a:p>
          </p:txBody>
        </p:sp>
        <p:sp>
          <p:nvSpPr>
            <p:cNvPr id="70" name="object 70"/>
            <p:cNvSpPr/>
            <p:nvPr/>
          </p:nvSpPr>
          <p:spPr>
            <a:xfrm>
              <a:off x="7415276" y="202412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71" name="object 71"/>
            <p:cNvSpPr/>
            <p:nvPr/>
          </p:nvSpPr>
          <p:spPr>
            <a:xfrm>
              <a:off x="7415276" y="202412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72" name="object 72"/>
            <p:cNvSpPr/>
            <p:nvPr/>
          </p:nvSpPr>
          <p:spPr>
            <a:xfrm>
              <a:off x="7415276" y="235750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73" name="object 73"/>
            <p:cNvSpPr/>
            <p:nvPr/>
          </p:nvSpPr>
          <p:spPr>
            <a:xfrm>
              <a:off x="7415276" y="235750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74" name="object 74"/>
            <p:cNvSpPr/>
            <p:nvPr/>
          </p:nvSpPr>
          <p:spPr>
            <a:xfrm>
              <a:off x="7415276" y="269087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75" name="object 75"/>
            <p:cNvSpPr/>
            <p:nvPr/>
          </p:nvSpPr>
          <p:spPr>
            <a:xfrm>
              <a:off x="7415276" y="2690875"/>
              <a:ext cx="333375" cy="666750"/>
            </a:xfrm>
            <a:custGeom>
              <a:avLst/>
              <a:gdLst/>
              <a:ahLst/>
              <a:cxnLst/>
              <a:rect l="l" t="t" r="r" b="b"/>
              <a:pathLst>
                <a:path w="333375" h="666750">
                  <a:moveTo>
                    <a:pt x="0" y="333375"/>
                  </a:moveTo>
                  <a:lnTo>
                    <a:pt x="333375" y="333375"/>
                  </a:lnTo>
                  <a:lnTo>
                    <a:pt x="333375" y="0"/>
                  </a:lnTo>
                  <a:lnTo>
                    <a:pt x="0" y="0"/>
                  </a:lnTo>
                  <a:lnTo>
                    <a:pt x="0" y="333375"/>
                  </a:lnTo>
                  <a:close/>
                </a:path>
                <a:path w="333375" h="666750">
                  <a:moveTo>
                    <a:pt x="0" y="666750"/>
                  </a:moveTo>
                  <a:lnTo>
                    <a:pt x="333375" y="666750"/>
                  </a:lnTo>
                  <a:lnTo>
                    <a:pt x="333375" y="333375"/>
                  </a:lnTo>
                  <a:lnTo>
                    <a:pt x="0" y="333375"/>
                  </a:lnTo>
                  <a:lnTo>
                    <a:pt x="0" y="666750"/>
                  </a:lnTo>
                  <a:close/>
                </a:path>
              </a:pathLst>
            </a:custGeom>
            <a:ln w="9525">
              <a:solidFill>
                <a:srgbClr val="000000"/>
              </a:solidFill>
            </a:ln>
          </p:spPr>
          <p:txBody>
            <a:bodyPr wrap="square" lIns="0" tIns="0" rIns="0" bIns="0" rtlCol="0"/>
            <a:lstStyle/>
            <a:p>
              <a:endParaRPr sz="2400"/>
            </a:p>
          </p:txBody>
        </p:sp>
        <p:sp>
          <p:nvSpPr>
            <p:cNvPr id="76" name="object 76"/>
            <p:cNvSpPr/>
            <p:nvPr/>
          </p:nvSpPr>
          <p:spPr>
            <a:xfrm>
              <a:off x="7415276" y="335762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77" name="object 77"/>
            <p:cNvSpPr/>
            <p:nvPr/>
          </p:nvSpPr>
          <p:spPr>
            <a:xfrm>
              <a:off x="5081651" y="3357625"/>
              <a:ext cx="2667000" cy="333375"/>
            </a:xfrm>
            <a:custGeom>
              <a:avLst/>
              <a:gdLst/>
              <a:ahLst/>
              <a:cxnLst/>
              <a:rect l="l" t="t" r="r" b="b"/>
              <a:pathLst>
                <a:path w="2667000" h="333375">
                  <a:moveTo>
                    <a:pt x="2333625" y="333375"/>
                  </a:moveTo>
                  <a:lnTo>
                    <a:pt x="2667000" y="333375"/>
                  </a:lnTo>
                  <a:lnTo>
                    <a:pt x="2667000" y="0"/>
                  </a:lnTo>
                  <a:lnTo>
                    <a:pt x="2333625" y="0"/>
                  </a:lnTo>
                  <a:lnTo>
                    <a:pt x="2333625" y="333375"/>
                  </a:lnTo>
                  <a:close/>
                </a:path>
                <a:path w="2667000"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78" name="object 78"/>
            <p:cNvSpPr/>
            <p:nvPr/>
          </p:nvSpPr>
          <p:spPr>
            <a:xfrm>
              <a:off x="5081651" y="302425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79" name="object 79"/>
            <p:cNvSpPr/>
            <p:nvPr/>
          </p:nvSpPr>
          <p:spPr>
            <a:xfrm>
              <a:off x="5081651" y="2690875"/>
              <a:ext cx="333375" cy="666750"/>
            </a:xfrm>
            <a:custGeom>
              <a:avLst/>
              <a:gdLst/>
              <a:ahLst/>
              <a:cxnLst/>
              <a:rect l="l" t="t" r="r" b="b"/>
              <a:pathLst>
                <a:path w="333375" h="666750">
                  <a:moveTo>
                    <a:pt x="0" y="666750"/>
                  </a:moveTo>
                  <a:lnTo>
                    <a:pt x="333375" y="666750"/>
                  </a:lnTo>
                  <a:lnTo>
                    <a:pt x="333375" y="333375"/>
                  </a:lnTo>
                  <a:lnTo>
                    <a:pt x="0" y="333375"/>
                  </a:lnTo>
                  <a:lnTo>
                    <a:pt x="0" y="666750"/>
                  </a:lnTo>
                  <a:close/>
                </a:path>
                <a:path w="333375" h="666750">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80" name="object 80"/>
            <p:cNvSpPr/>
            <p:nvPr/>
          </p:nvSpPr>
          <p:spPr>
            <a:xfrm>
              <a:off x="5081651" y="235750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81" name="object 81"/>
            <p:cNvSpPr/>
            <p:nvPr/>
          </p:nvSpPr>
          <p:spPr>
            <a:xfrm>
              <a:off x="5081651" y="235750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82" name="object 82"/>
            <p:cNvSpPr/>
            <p:nvPr/>
          </p:nvSpPr>
          <p:spPr>
            <a:xfrm>
              <a:off x="5081651" y="202412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83" name="object 83"/>
            <p:cNvSpPr/>
            <p:nvPr/>
          </p:nvSpPr>
          <p:spPr>
            <a:xfrm>
              <a:off x="5081651" y="202412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84" name="object 84"/>
            <p:cNvSpPr/>
            <p:nvPr/>
          </p:nvSpPr>
          <p:spPr>
            <a:xfrm>
              <a:off x="5081651" y="169075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85" name="object 85"/>
            <p:cNvSpPr/>
            <p:nvPr/>
          </p:nvSpPr>
          <p:spPr>
            <a:xfrm>
              <a:off x="5081651" y="1357375"/>
              <a:ext cx="333375" cy="666750"/>
            </a:xfrm>
            <a:custGeom>
              <a:avLst/>
              <a:gdLst/>
              <a:ahLst/>
              <a:cxnLst/>
              <a:rect l="l" t="t" r="r" b="b"/>
              <a:pathLst>
                <a:path w="333375" h="666750">
                  <a:moveTo>
                    <a:pt x="0" y="666750"/>
                  </a:moveTo>
                  <a:lnTo>
                    <a:pt x="333375" y="666750"/>
                  </a:lnTo>
                  <a:lnTo>
                    <a:pt x="333375" y="333375"/>
                  </a:lnTo>
                  <a:lnTo>
                    <a:pt x="0" y="333375"/>
                  </a:lnTo>
                  <a:lnTo>
                    <a:pt x="0" y="666750"/>
                  </a:lnTo>
                  <a:close/>
                </a:path>
                <a:path w="333375" h="666750">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86" name="object 86"/>
            <p:cNvSpPr/>
            <p:nvPr/>
          </p:nvSpPr>
          <p:spPr>
            <a:xfrm>
              <a:off x="5081651" y="102400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D9D9D9"/>
            </a:solidFill>
          </p:spPr>
          <p:txBody>
            <a:bodyPr wrap="square" lIns="0" tIns="0" rIns="0" bIns="0" rtlCol="0"/>
            <a:lstStyle/>
            <a:p>
              <a:endParaRPr sz="2400"/>
            </a:p>
          </p:txBody>
        </p:sp>
        <p:sp>
          <p:nvSpPr>
            <p:cNvPr id="87" name="object 87"/>
            <p:cNvSpPr/>
            <p:nvPr/>
          </p:nvSpPr>
          <p:spPr>
            <a:xfrm>
              <a:off x="5081651" y="102400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88" name="object 88"/>
            <p:cNvSpPr/>
            <p:nvPr/>
          </p:nvSpPr>
          <p:spPr>
            <a:xfrm>
              <a:off x="5424551" y="102400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89" name="object 89"/>
            <p:cNvSpPr/>
            <p:nvPr/>
          </p:nvSpPr>
          <p:spPr>
            <a:xfrm>
              <a:off x="5424551" y="102400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90" name="object 90"/>
            <p:cNvSpPr/>
            <p:nvPr/>
          </p:nvSpPr>
          <p:spPr>
            <a:xfrm>
              <a:off x="5438775" y="1057274"/>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FFFF"/>
            </a:solidFill>
          </p:spPr>
          <p:txBody>
            <a:bodyPr wrap="square" lIns="0" tIns="0" rIns="0" bIns="0" rtlCol="0"/>
            <a:lstStyle/>
            <a:p>
              <a:endParaRPr sz="2400"/>
            </a:p>
          </p:txBody>
        </p:sp>
        <p:sp>
          <p:nvSpPr>
            <p:cNvPr id="91" name="object 91"/>
            <p:cNvSpPr/>
            <p:nvPr/>
          </p:nvSpPr>
          <p:spPr>
            <a:xfrm>
              <a:off x="6081776" y="102400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92" name="object 92"/>
            <p:cNvSpPr/>
            <p:nvPr/>
          </p:nvSpPr>
          <p:spPr>
            <a:xfrm>
              <a:off x="6081776" y="102400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93" name="object 93"/>
            <p:cNvSpPr/>
            <p:nvPr/>
          </p:nvSpPr>
          <p:spPr>
            <a:xfrm>
              <a:off x="6105525" y="1057274"/>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FFFF"/>
            </a:solidFill>
          </p:spPr>
          <p:txBody>
            <a:bodyPr wrap="square" lIns="0" tIns="0" rIns="0" bIns="0" rtlCol="0"/>
            <a:lstStyle/>
            <a:p>
              <a:endParaRPr sz="2400"/>
            </a:p>
          </p:txBody>
        </p:sp>
        <p:sp>
          <p:nvSpPr>
            <p:cNvPr id="94" name="object 94"/>
            <p:cNvSpPr/>
            <p:nvPr/>
          </p:nvSpPr>
          <p:spPr>
            <a:xfrm>
              <a:off x="7081901" y="135737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95" name="object 95"/>
            <p:cNvSpPr/>
            <p:nvPr/>
          </p:nvSpPr>
          <p:spPr>
            <a:xfrm>
              <a:off x="7081901" y="135737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96" name="object 96"/>
            <p:cNvSpPr/>
            <p:nvPr/>
          </p:nvSpPr>
          <p:spPr>
            <a:xfrm>
              <a:off x="7105650" y="1390649"/>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FFFF"/>
            </a:solidFill>
          </p:spPr>
          <p:txBody>
            <a:bodyPr wrap="square" lIns="0" tIns="0" rIns="0" bIns="0" rtlCol="0"/>
            <a:lstStyle/>
            <a:p>
              <a:endParaRPr sz="2400"/>
            </a:p>
          </p:txBody>
        </p:sp>
        <p:sp>
          <p:nvSpPr>
            <p:cNvPr id="97" name="object 97"/>
            <p:cNvSpPr/>
            <p:nvPr/>
          </p:nvSpPr>
          <p:spPr>
            <a:xfrm>
              <a:off x="6415151" y="135737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98" name="object 98"/>
            <p:cNvSpPr/>
            <p:nvPr/>
          </p:nvSpPr>
          <p:spPr>
            <a:xfrm>
              <a:off x="6415151" y="135737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99" name="object 99"/>
            <p:cNvSpPr/>
            <p:nvPr/>
          </p:nvSpPr>
          <p:spPr>
            <a:xfrm>
              <a:off x="6438900" y="1390649"/>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FFFF"/>
            </a:solidFill>
          </p:spPr>
          <p:txBody>
            <a:bodyPr wrap="square" lIns="0" tIns="0" rIns="0" bIns="0" rtlCol="0"/>
            <a:lstStyle/>
            <a:p>
              <a:endParaRPr sz="2400"/>
            </a:p>
          </p:txBody>
        </p:sp>
        <p:sp>
          <p:nvSpPr>
            <p:cNvPr id="100" name="object 100"/>
            <p:cNvSpPr/>
            <p:nvPr/>
          </p:nvSpPr>
          <p:spPr>
            <a:xfrm>
              <a:off x="5757926" y="1357375"/>
              <a:ext cx="323850" cy="333375"/>
            </a:xfrm>
            <a:custGeom>
              <a:avLst/>
              <a:gdLst/>
              <a:ahLst/>
              <a:cxnLst/>
              <a:rect l="l" t="t" r="r" b="b"/>
              <a:pathLst>
                <a:path w="323850" h="333375">
                  <a:moveTo>
                    <a:pt x="323850" y="0"/>
                  </a:moveTo>
                  <a:lnTo>
                    <a:pt x="0" y="0"/>
                  </a:lnTo>
                  <a:lnTo>
                    <a:pt x="0" y="333375"/>
                  </a:lnTo>
                  <a:lnTo>
                    <a:pt x="323850" y="333375"/>
                  </a:lnTo>
                  <a:lnTo>
                    <a:pt x="323850" y="0"/>
                  </a:lnTo>
                  <a:close/>
                </a:path>
              </a:pathLst>
            </a:custGeom>
            <a:solidFill>
              <a:srgbClr val="003300"/>
            </a:solidFill>
          </p:spPr>
          <p:txBody>
            <a:bodyPr wrap="square" lIns="0" tIns="0" rIns="0" bIns="0" rtlCol="0"/>
            <a:lstStyle/>
            <a:p>
              <a:endParaRPr sz="2400"/>
            </a:p>
          </p:txBody>
        </p:sp>
        <p:sp>
          <p:nvSpPr>
            <p:cNvPr id="101" name="object 101"/>
            <p:cNvSpPr/>
            <p:nvPr/>
          </p:nvSpPr>
          <p:spPr>
            <a:xfrm>
              <a:off x="5757926" y="1357375"/>
              <a:ext cx="323850" cy="333375"/>
            </a:xfrm>
            <a:custGeom>
              <a:avLst/>
              <a:gdLst/>
              <a:ahLst/>
              <a:cxnLst/>
              <a:rect l="l" t="t" r="r" b="b"/>
              <a:pathLst>
                <a:path w="323850" h="333375">
                  <a:moveTo>
                    <a:pt x="0" y="333375"/>
                  </a:moveTo>
                  <a:lnTo>
                    <a:pt x="323850" y="333375"/>
                  </a:lnTo>
                  <a:lnTo>
                    <a:pt x="323850"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02" name="object 102"/>
            <p:cNvSpPr/>
            <p:nvPr/>
          </p:nvSpPr>
          <p:spPr>
            <a:xfrm>
              <a:off x="5772150" y="1390649"/>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FFFF"/>
            </a:solidFill>
          </p:spPr>
          <p:txBody>
            <a:bodyPr wrap="square" lIns="0" tIns="0" rIns="0" bIns="0" rtlCol="0"/>
            <a:lstStyle/>
            <a:p>
              <a:endParaRPr sz="2400"/>
            </a:p>
          </p:txBody>
        </p:sp>
        <p:sp>
          <p:nvSpPr>
            <p:cNvPr id="103" name="object 103"/>
            <p:cNvSpPr/>
            <p:nvPr/>
          </p:nvSpPr>
          <p:spPr>
            <a:xfrm>
              <a:off x="7415276" y="102400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04" name="object 104"/>
            <p:cNvSpPr/>
            <p:nvPr/>
          </p:nvSpPr>
          <p:spPr>
            <a:xfrm>
              <a:off x="7415276" y="102400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05" name="object 105"/>
            <p:cNvSpPr/>
            <p:nvPr/>
          </p:nvSpPr>
          <p:spPr>
            <a:xfrm>
              <a:off x="7439025" y="1057274"/>
              <a:ext cx="257175" cy="266700"/>
            </a:xfrm>
            <a:custGeom>
              <a:avLst/>
              <a:gdLst/>
              <a:ahLst/>
              <a:cxnLst/>
              <a:rect l="l" t="t" r="r" b="b"/>
              <a:pathLst>
                <a:path w="257175" h="266700">
                  <a:moveTo>
                    <a:pt x="128650" y="0"/>
                  </a:moveTo>
                  <a:lnTo>
                    <a:pt x="78545" y="10477"/>
                  </a:lnTo>
                  <a:lnTo>
                    <a:pt x="37655" y="39052"/>
                  </a:lnTo>
                  <a:lnTo>
                    <a:pt x="10100" y="81438"/>
                  </a:lnTo>
                  <a:lnTo>
                    <a:pt x="0" y="133350"/>
                  </a:lnTo>
                  <a:lnTo>
                    <a:pt x="10100" y="185261"/>
                  </a:lnTo>
                  <a:lnTo>
                    <a:pt x="37655" y="227647"/>
                  </a:lnTo>
                  <a:lnTo>
                    <a:pt x="78545" y="256222"/>
                  </a:lnTo>
                  <a:lnTo>
                    <a:pt x="128650" y="266700"/>
                  </a:lnTo>
                  <a:lnTo>
                    <a:pt x="178683" y="256222"/>
                  </a:lnTo>
                  <a:lnTo>
                    <a:pt x="219535" y="227647"/>
                  </a:lnTo>
                  <a:lnTo>
                    <a:pt x="247076" y="185261"/>
                  </a:lnTo>
                  <a:lnTo>
                    <a:pt x="257175" y="133350"/>
                  </a:lnTo>
                  <a:lnTo>
                    <a:pt x="247076" y="81438"/>
                  </a:lnTo>
                  <a:lnTo>
                    <a:pt x="219535" y="39052"/>
                  </a:lnTo>
                  <a:lnTo>
                    <a:pt x="178683" y="10477"/>
                  </a:lnTo>
                  <a:lnTo>
                    <a:pt x="128650" y="0"/>
                  </a:lnTo>
                  <a:close/>
                </a:path>
              </a:pathLst>
            </a:custGeom>
            <a:solidFill>
              <a:srgbClr val="FFFFFF"/>
            </a:solidFill>
          </p:spPr>
          <p:txBody>
            <a:bodyPr wrap="square" lIns="0" tIns="0" rIns="0" bIns="0" rtlCol="0"/>
            <a:lstStyle/>
            <a:p>
              <a:endParaRPr sz="2400"/>
            </a:p>
          </p:txBody>
        </p:sp>
        <p:sp>
          <p:nvSpPr>
            <p:cNvPr id="106" name="object 106"/>
            <p:cNvSpPr/>
            <p:nvPr/>
          </p:nvSpPr>
          <p:spPr>
            <a:xfrm>
              <a:off x="6748526" y="102400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07" name="object 107"/>
            <p:cNvSpPr/>
            <p:nvPr/>
          </p:nvSpPr>
          <p:spPr>
            <a:xfrm>
              <a:off x="6748526" y="102400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08" name="object 108"/>
            <p:cNvSpPr/>
            <p:nvPr/>
          </p:nvSpPr>
          <p:spPr>
            <a:xfrm>
              <a:off x="6772275" y="1057274"/>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FFFF"/>
            </a:solidFill>
          </p:spPr>
          <p:txBody>
            <a:bodyPr wrap="square" lIns="0" tIns="0" rIns="0" bIns="0" rtlCol="0"/>
            <a:lstStyle/>
            <a:p>
              <a:endParaRPr sz="2400"/>
            </a:p>
          </p:txBody>
        </p:sp>
        <p:sp>
          <p:nvSpPr>
            <p:cNvPr id="109" name="object 109"/>
            <p:cNvSpPr/>
            <p:nvPr/>
          </p:nvSpPr>
          <p:spPr>
            <a:xfrm>
              <a:off x="5081651" y="135737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10" name="object 110"/>
            <p:cNvSpPr/>
            <p:nvPr/>
          </p:nvSpPr>
          <p:spPr>
            <a:xfrm>
              <a:off x="5081651" y="135737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11" name="object 111"/>
            <p:cNvSpPr/>
            <p:nvPr/>
          </p:nvSpPr>
          <p:spPr>
            <a:xfrm>
              <a:off x="5105400" y="1390649"/>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FFFF"/>
            </a:solidFill>
          </p:spPr>
          <p:txBody>
            <a:bodyPr wrap="square" lIns="0" tIns="0" rIns="0" bIns="0" rtlCol="0"/>
            <a:lstStyle/>
            <a:p>
              <a:endParaRPr sz="2400"/>
            </a:p>
          </p:txBody>
        </p:sp>
        <p:sp>
          <p:nvSpPr>
            <p:cNvPr id="112" name="object 112"/>
            <p:cNvSpPr/>
            <p:nvPr/>
          </p:nvSpPr>
          <p:spPr>
            <a:xfrm>
              <a:off x="7415276" y="169075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13" name="object 113"/>
            <p:cNvSpPr/>
            <p:nvPr/>
          </p:nvSpPr>
          <p:spPr>
            <a:xfrm>
              <a:off x="7415276" y="169075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14" name="object 114"/>
            <p:cNvSpPr/>
            <p:nvPr/>
          </p:nvSpPr>
          <p:spPr>
            <a:xfrm>
              <a:off x="7439025" y="1724024"/>
              <a:ext cx="257175" cy="266700"/>
            </a:xfrm>
            <a:custGeom>
              <a:avLst/>
              <a:gdLst/>
              <a:ahLst/>
              <a:cxnLst/>
              <a:rect l="l" t="t" r="r" b="b"/>
              <a:pathLst>
                <a:path w="257175" h="266700">
                  <a:moveTo>
                    <a:pt x="128650" y="0"/>
                  </a:moveTo>
                  <a:lnTo>
                    <a:pt x="78545" y="10477"/>
                  </a:lnTo>
                  <a:lnTo>
                    <a:pt x="37655" y="39052"/>
                  </a:lnTo>
                  <a:lnTo>
                    <a:pt x="10100" y="81438"/>
                  </a:lnTo>
                  <a:lnTo>
                    <a:pt x="0" y="133350"/>
                  </a:lnTo>
                  <a:lnTo>
                    <a:pt x="10100" y="185261"/>
                  </a:lnTo>
                  <a:lnTo>
                    <a:pt x="37655" y="227647"/>
                  </a:lnTo>
                  <a:lnTo>
                    <a:pt x="78545" y="256222"/>
                  </a:lnTo>
                  <a:lnTo>
                    <a:pt x="128650" y="266700"/>
                  </a:lnTo>
                  <a:lnTo>
                    <a:pt x="178683" y="256222"/>
                  </a:lnTo>
                  <a:lnTo>
                    <a:pt x="219535" y="227647"/>
                  </a:lnTo>
                  <a:lnTo>
                    <a:pt x="247076" y="185261"/>
                  </a:lnTo>
                  <a:lnTo>
                    <a:pt x="257175" y="133350"/>
                  </a:lnTo>
                  <a:lnTo>
                    <a:pt x="247076" y="81438"/>
                  </a:lnTo>
                  <a:lnTo>
                    <a:pt x="219535" y="39052"/>
                  </a:lnTo>
                  <a:lnTo>
                    <a:pt x="178683" y="10477"/>
                  </a:lnTo>
                  <a:lnTo>
                    <a:pt x="128650" y="0"/>
                  </a:lnTo>
                  <a:close/>
                </a:path>
              </a:pathLst>
            </a:custGeom>
            <a:solidFill>
              <a:srgbClr val="FFFFFF"/>
            </a:solidFill>
          </p:spPr>
          <p:txBody>
            <a:bodyPr wrap="square" lIns="0" tIns="0" rIns="0" bIns="0" rtlCol="0"/>
            <a:lstStyle/>
            <a:p>
              <a:endParaRPr sz="2400"/>
            </a:p>
          </p:txBody>
        </p:sp>
        <p:sp>
          <p:nvSpPr>
            <p:cNvPr id="115" name="object 115"/>
            <p:cNvSpPr/>
            <p:nvPr/>
          </p:nvSpPr>
          <p:spPr>
            <a:xfrm>
              <a:off x="6748526" y="169075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16" name="object 116"/>
            <p:cNvSpPr/>
            <p:nvPr/>
          </p:nvSpPr>
          <p:spPr>
            <a:xfrm>
              <a:off x="6748526" y="169075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17" name="object 117"/>
            <p:cNvSpPr/>
            <p:nvPr/>
          </p:nvSpPr>
          <p:spPr>
            <a:xfrm>
              <a:off x="6772275" y="1724024"/>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FFFF"/>
            </a:solidFill>
          </p:spPr>
          <p:txBody>
            <a:bodyPr wrap="square" lIns="0" tIns="0" rIns="0" bIns="0" rtlCol="0"/>
            <a:lstStyle/>
            <a:p>
              <a:endParaRPr sz="2400"/>
            </a:p>
          </p:txBody>
        </p:sp>
        <p:sp>
          <p:nvSpPr>
            <p:cNvPr id="118" name="object 118"/>
            <p:cNvSpPr/>
            <p:nvPr/>
          </p:nvSpPr>
          <p:spPr>
            <a:xfrm>
              <a:off x="6081776" y="169075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19" name="object 119"/>
            <p:cNvSpPr/>
            <p:nvPr/>
          </p:nvSpPr>
          <p:spPr>
            <a:xfrm>
              <a:off x="6081776" y="169075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20" name="object 120"/>
            <p:cNvSpPr/>
            <p:nvPr/>
          </p:nvSpPr>
          <p:spPr>
            <a:xfrm>
              <a:off x="6105525" y="1724024"/>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FFFF"/>
            </a:solidFill>
          </p:spPr>
          <p:txBody>
            <a:bodyPr wrap="square" lIns="0" tIns="0" rIns="0" bIns="0" rtlCol="0"/>
            <a:lstStyle/>
            <a:p>
              <a:endParaRPr sz="2400"/>
            </a:p>
          </p:txBody>
        </p:sp>
        <p:sp>
          <p:nvSpPr>
            <p:cNvPr id="121" name="object 121"/>
            <p:cNvSpPr/>
            <p:nvPr/>
          </p:nvSpPr>
          <p:spPr>
            <a:xfrm>
              <a:off x="5415026" y="169075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22" name="object 122"/>
            <p:cNvSpPr/>
            <p:nvPr/>
          </p:nvSpPr>
          <p:spPr>
            <a:xfrm>
              <a:off x="5415026" y="169075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23" name="object 123"/>
            <p:cNvSpPr/>
            <p:nvPr/>
          </p:nvSpPr>
          <p:spPr>
            <a:xfrm>
              <a:off x="5438775" y="1724024"/>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FFFF"/>
            </a:solidFill>
          </p:spPr>
          <p:txBody>
            <a:bodyPr wrap="square" lIns="0" tIns="0" rIns="0" bIns="0" rtlCol="0"/>
            <a:lstStyle/>
            <a:p>
              <a:endParaRPr sz="2400"/>
            </a:p>
          </p:txBody>
        </p:sp>
        <p:sp>
          <p:nvSpPr>
            <p:cNvPr id="124" name="object 124"/>
            <p:cNvSpPr/>
            <p:nvPr/>
          </p:nvSpPr>
          <p:spPr>
            <a:xfrm>
              <a:off x="5757926" y="2690875"/>
              <a:ext cx="323850" cy="333375"/>
            </a:xfrm>
            <a:custGeom>
              <a:avLst/>
              <a:gdLst/>
              <a:ahLst/>
              <a:cxnLst/>
              <a:rect l="l" t="t" r="r" b="b"/>
              <a:pathLst>
                <a:path w="323850" h="333375">
                  <a:moveTo>
                    <a:pt x="323850" y="0"/>
                  </a:moveTo>
                  <a:lnTo>
                    <a:pt x="0" y="0"/>
                  </a:lnTo>
                  <a:lnTo>
                    <a:pt x="0" y="333375"/>
                  </a:lnTo>
                  <a:lnTo>
                    <a:pt x="323850" y="333375"/>
                  </a:lnTo>
                  <a:lnTo>
                    <a:pt x="323850" y="0"/>
                  </a:lnTo>
                  <a:close/>
                </a:path>
              </a:pathLst>
            </a:custGeom>
            <a:solidFill>
              <a:srgbClr val="003300"/>
            </a:solidFill>
          </p:spPr>
          <p:txBody>
            <a:bodyPr wrap="square" lIns="0" tIns="0" rIns="0" bIns="0" rtlCol="0"/>
            <a:lstStyle/>
            <a:p>
              <a:endParaRPr sz="2400"/>
            </a:p>
          </p:txBody>
        </p:sp>
        <p:sp>
          <p:nvSpPr>
            <p:cNvPr id="125" name="object 125"/>
            <p:cNvSpPr/>
            <p:nvPr/>
          </p:nvSpPr>
          <p:spPr>
            <a:xfrm>
              <a:off x="5757926" y="2690875"/>
              <a:ext cx="323850" cy="333375"/>
            </a:xfrm>
            <a:custGeom>
              <a:avLst/>
              <a:gdLst/>
              <a:ahLst/>
              <a:cxnLst/>
              <a:rect l="l" t="t" r="r" b="b"/>
              <a:pathLst>
                <a:path w="323850" h="333375">
                  <a:moveTo>
                    <a:pt x="0" y="333375"/>
                  </a:moveTo>
                  <a:lnTo>
                    <a:pt x="323850" y="333375"/>
                  </a:lnTo>
                  <a:lnTo>
                    <a:pt x="323850"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26" name="object 126"/>
            <p:cNvSpPr/>
            <p:nvPr/>
          </p:nvSpPr>
          <p:spPr>
            <a:xfrm>
              <a:off x="5772150" y="2724149"/>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0000"/>
            </a:solidFill>
          </p:spPr>
          <p:txBody>
            <a:bodyPr wrap="square" lIns="0" tIns="0" rIns="0" bIns="0" rtlCol="0"/>
            <a:lstStyle/>
            <a:p>
              <a:endParaRPr sz="2400"/>
            </a:p>
          </p:txBody>
        </p:sp>
        <p:sp>
          <p:nvSpPr>
            <p:cNvPr id="127" name="object 127"/>
            <p:cNvSpPr/>
            <p:nvPr/>
          </p:nvSpPr>
          <p:spPr>
            <a:xfrm>
              <a:off x="6081776" y="302425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28" name="object 128"/>
            <p:cNvSpPr/>
            <p:nvPr/>
          </p:nvSpPr>
          <p:spPr>
            <a:xfrm>
              <a:off x="6081776" y="302425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29" name="object 129"/>
            <p:cNvSpPr/>
            <p:nvPr/>
          </p:nvSpPr>
          <p:spPr>
            <a:xfrm>
              <a:off x="6105525" y="3057524"/>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0000"/>
            </a:solidFill>
          </p:spPr>
          <p:txBody>
            <a:bodyPr wrap="square" lIns="0" tIns="0" rIns="0" bIns="0" rtlCol="0"/>
            <a:lstStyle/>
            <a:p>
              <a:endParaRPr sz="2400"/>
            </a:p>
          </p:txBody>
        </p:sp>
        <p:sp>
          <p:nvSpPr>
            <p:cNvPr id="130" name="object 130"/>
            <p:cNvSpPr/>
            <p:nvPr/>
          </p:nvSpPr>
          <p:spPr>
            <a:xfrm>
              <a:off x="5424551" y="302425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31" name="object 131"/>
            <p:cNvSpPr/>
            <p:nvPr/>
          </p:nvSpPr>
          <p:spPr>
            <a:xfrm>
              <a:off x="5424551" y="302425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32" name="object 132"/>
            <p:cNvSpPr/>
            <p:nvPr/>
          </p:nvSpPr>
          <p:spPr>
            <a:xfrm>
              <a:off x="5438775" y="3057524"/>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0000"/>
            </a:solidFill>
          </p:spPr>
          <p:txBody>
            <a:bodyPr wrap="square" lIns="0" tIns="0" rIns="0" bIns="0" rtlCol="0"/>
            <a:lstStyle/>
            <a:p>
              <a:endParaRPr sz="2400"/>
            </a:p>
          </p:txBody>
        </p:sp>
        <p:sp>
          <p:nvSpPr>
            <p:cNvPr id="133" name="object 133"/>
            <p:cNvSpPr/>
            <p:nvPr/>
          </p:nvSpPr>
          <p:spPr>
            <a:xfrm>
              <a:off x="5757926" y="3357625"/>
              <a:ext cx="323850" cy="333375"/>
            </a:xfrm>
            <a:custGeom>
              <a:avLst/>
              <a:gdLst/>
              <a:ahLst/>
              <a:cxnLst/>
              <a:rect l="l" t="t" r="r" b="b"/>
              <a:pathLst>
                <a:path w="323850" h="333375">
                  <a:moveTo>
                    <a:pt x="323850" y="0"/>
                  </a:moveTo>
                  <a:lnTo>
                    <a:pt x="0" y="0"/>
                  </a:lnTo>
                  <a:lnTo>
                    <a:pt x="0" y="333375"/>
                  </a:lnTo>
                  <a:lnTo>
                    <a:pt x="323850" y="333375"/>
                  </a:lnTo>
                  <a:lnTo>
                    <a:pt x="323850" y="0"/>
                  </a:lnTo>
                  <a:close/>
                </a:path>
              </a:pathLst>
            </a:custGeom>
            <a:solidFill>
              <a:srgbClr val="003300"/>
            </a:solidFill>
          </p:spPr>
          <p:txBody>
            <a:bodyPr wrap="square" lIns="0" tIns="0" rIns="0" bIns="0" rtlCol="0"/>
            <a:lstStyle/>
            <a:p>
              <a:endParaRPr sz="2400"/>
            </a:p>
          </p:txBody>
        </p:sp>
        <p:sp>
          <p:nvSpPr>
            <p:cNvPr id="134" name="object 134"/>
            <p:cNvSpPr/>
            <p:nvPr/>
          </p:nvSpPr>
          <p:spPr>
            <a:xfrm>
              <a:off x="5757926" y="3357625"/>
              <a:ext cx="323850" cy="333375"/>
            </a:xfrm>
            <a:custGeom>
              <a:avLst/>
              <a:gdLst/>
              <a:ahLst/>
              <a:cxnLst/>
              <a:rect l="l" t="t" r="r" b="b"/>
              <a:pathLst>
                <a:path w="323850" h="333375">
                  <a:moveTo>
                    <a:pt x="0" y="333375"/>
                  </a:moveTo>
                  <a:lnTo>
                    <a:pt x="323850" y="333375"/>
                  </a:lnTo>
                  <a:lnTo>
                    <a:pt x="323850"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35" name="object 135"/>
            <p:cNvSpPr/>
            <p:nvPr/>
          </p:nvSpPr>
          <p:spPr>
            <a:xfrm>
              <a:off x="5772150" y="3390899"/>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0000"/>
            </a:solidFill>
          </p:spPr>
          <p:txBody>
            <a:bodyPr wrap="square" lIns="0" tIns="0" rIns="0" bIns="0" rtlCol="0"/>
            <a:lstStyle/>
            <a:p>
              <a:endParaRPr sz="2400"/>
            </a:p>
          </p:txBody>
        </p:sp>
        <p:sp>
          <p:nvSpPr>
            <p:cNvPr id="136" name="object 136"/>
            <p:cNvSpPr/>
            <p:nvPr/>
          </p:nvSpPr>
          <p:spPr>
            <a:xfrm>
              <a:off x="6415151" y="335762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37" name="object 137"/>
            <p:cNvSpPr/>
            <p:nvPr/>
          </p:nvSpPr>
          <p:spPr>
            <a:xfrm>
              <a:off x="6415151" y="335762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38" name="object 138"/>
            <p:cNvSpPr/>
            <p:nvPr/>
          </p:nvSpPr>
          <p:spPr>
            <a:xfrm>
              <a:off x="6438900" y="3390899"/>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0000"/>
            </a:solidFill>
          </p:spPr>
          <p:txBody>
            <a:bodyPr wrap="square" lIns="0" tIns="0" rIns="0" bIns="0" rtlCol="0"/>
            <a:lstStyle/>
            <a:p>
              <a:endParaRPr sz="2400"/>
            </a:p>
          </p:txBody>
        </p:sp>
        <p:sp>
          <p:nvSpPr>
            <p:cNvPr id="139" name="object 139"/>
            <p:cNvSpPr/>
            <p:nvPr/>
          </p:nvSpPr>
          <p:spPr>
            <a:xfrm>
              <a:off x="6748526" y="302425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40" name="object 140"/>
            <p:cNvSpPr/>
            <p:nvPr/>
          </p:nvSpPr>
          <p:spPr>
            <a:xfrm>
              <a:off x="6748526" y="302425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41" name="object 141"/>
            <p:cNvSpPr/>
            <p:nvPr/>
          </p:nvSpPr>
          <p:spPr>
            <a:xfrm>
              <a:off x="6772275" y="3057524"/>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0000"/>
            </a:solidFill>
          </p:spPr>
          <p:txBody>
            <a:bodyPr wrap="square" lIns="0" tIns="0" rIns="0" bIns="0" rtlCol="0"/>
            <a:lstStyle/>
            <a:p>
              <a:endParaRPr sz="2400"/>
            </a:p>
          </p:txBody>
        </p:sp>
        <p:sp>
          <p:nvSpPr>
            <p:cNvPr id="142" name="object 142"/>
            <p:cNvSpPr/>
            <p:nvPr/>
          </p:nvSpPr>
          <p:spPr>
            <a:xfrm>
              <a:off x="5081651" y="335762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43" name="object 143"/>
            <p:cNvSpPr/>
            <p:nvPr/>
          </p:nvSpPr>
          <p:spPr>
            <a:xfrm>
              <a:off x="5081651" y="335762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44" name="object 144"/>
            <p:cNvSpPr/>
            <p:nvPr/>
          </p:nvSpPr>
          <p:spPr>
            <a:xfrm>
              <a:off x="5105400" y="3390899"/>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0000"/>
            </a:solidFill>
          </p:spPr>
          <p:txBody>
            <a:bodyPr wrap="square" lIns="0" tIns="0" rIns="0" bIns="0" rtlCol="0"/>
            <a:lstStyle/>
            <a:p>
              <a:endParaRPr sz="2400"/>
            </a:p>
          </p:txBody>
        </p:sp>
        <p:sp>
          <p:nvSpPr>
            <p:cNvPr id="145" name="object 145"/>
            <p:cNvSpPr/>
            <p:nvPr/>
          </p:nvSpPr>
          <p:spPr>
            <a:xfrm>
              <a:off x="7081901" y="335762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46" name="object 146"/>
            <p:cNvSpPr/>
            <p:nvPr/>
          </p:nvSpPr>
          <p:spPr>
            <a:xfrm>
              <a:off x="7081901" y="335762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47" name="object 147"/>
            <p:cNvSpPr/>
            <p:nvPr/>
          </p:nvSpPr>
          <p:spPr>
            <a:xfrm>
              <a:off x="7105650" y="3390899"/>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0000"/>
            </a:solidFill>
          </p:spPr>
          <p:txBody>
            <a:bodyPr wrap="square" lIns="0" tIns="0" rIns="0" bIns="0" rtlCol="0"/>
            <a:lstStyle/>
            <a:p>
              <a:endParaRPr sz="2400"/>
            </a:p>
          </p:txBody>
        </p:sp>
        <p:sp>
          <p:nvSpPr>
            <p:cNvPr id="148" name="object 148"/>
            <p:cNvSpPr/>
            <p:nvPr/>
          </p:nvSpPr>
          <p:spPr>
            <a:xfrm>
              <a:off x="7415276" y="3024250"/>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49" name="object 149"/>
            <p:cNvSpPr/>
            <p:nvPr/>
          </p:nvSpPr>
          <p:spPr>
            <a:xfrm>
              <a:off x="7415276" y="3024250"/>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50" name="object 150"/>
            <p:cNvSpPr/>
            <p:nvPr/>
          </p:nvSpPr>
          <p:spPr>
            <a:xfrm>
              <a:off x="7439025" y="3057524"/>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0000"/>
            </a:solidFill>
          </p:spPr>
          <p:txBody>
            <a:bodyPr wrap="square" lIns="0" tIns="0" rIns="0" bIns="0" rtlCol="0"/>
            <a:lstStyle/>
            <a:p>
              <a:endParaRPr sz="2400"/>
            </a:p>
          </p:txBody>
        </p:sp>
        <p:sp>
          <p:nvSpPr>
            <p:cNvPr id="151" name="object 151"/>
            <p:cNvSpPr/>
            <p:nvPr/>
          </p:nvSpPr>
          <p:spPr>
            <a:xfrm>
              <a:off x="5081651" y="269087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52" name="object 152"/>
            <p:cNvSpPr/>
            <p:nvPr/>
          </p:nvSpPr>
          <p:spPr>
            <a:xfrm>
              <a:off x="5081651" y="269087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53" name="object 153"/>
            <p:cNvSpPr/>
            <p:nvPr/>
          </p:nvSpPr>
          <p:spPr>
            <a:xfrm>
              <a:off x="5105400" y="2724149"/>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0000"/>
            </a:solidFill>
          </p:spPr>
          <p:txBody>
            <a:bodyPr wrap="square" lIns="0" tIns="0" rIns="0" bIns="0" rtlCol="0"/>
            <a:lstStyle/>
            <a:p>
              <a:endParaRPr sz="2400"/>
            </a:p>
          </p:txBody>
        </p:sp>
        <p:sp>
          <p:nvSpPr>
            <p:cNvPr id="154" name="object 154"/>
            <p:cNvSpPr/>
            <p:nvPr/>
          </p:nvSpPr>
          <p:spPr>
            <a:xfrm>
              <a:off x="7081901" y="269087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55" name="object 155"/>
            <p:cNvSpPr/>
            <p:nvPr/>
          </p:nvSpPr>
          <p:spPr>
            <a:xfrm>
              <a:off x="7081901" y="269087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56" name="object 156"/>
            <p:cNvSpPr/>
            <p:nvPr/>
          </p:nvSpPr>
          <p:spPr>
            <a:xfrm>
              <a:off x="7105650" y="2724149"/>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0000"/>
            </a:solidFill>
          </p:spPr>
          <p:txBody>
            <a:bodyPr wrap="square" lIns="0" tIns="0" rIns="0" bIns="0" rtlCol="0"/>
            <a:lstStyle/>
            <a:p>
              <a:endParaRPr sz="2400"/>
            </a:p>
          </p:txBody>
        </p:sp>
        <p:sp>
          <p:nvSpPr>
            <p:cNvPr id="157" name="object 157"/>
            <p:cNvSpPr/>
            <p:nvPr/>
          </p:nvSpPr>
          <p:spPr>
            <a:xfrm>
              <a:off x="6415151" y="2690875"/>
              <a:ext cx="333375" cy="333375"/>
            </a:xfrm>
            <a:custGeom>
              <a:avLst/>
              <a:gdLst/>
              <a:ahLst/>
              <a:cxnLst/>
              <a:rect l="l" t="t" r="r" b="b"/>
              <a:pathLst>
                <a:path w="333375" h="333375">
                  <a:moveTo>
                    <a:pt x="333375" y="0"/>
                  </a:moveTo>
                  <a:lnTo>
                    <a:pt x="0" y="0"/>
                  </a:lnTo>
                  <a:lnTo>
                    <a:pt x="0" y="333375"/>
                  </a:lnTo>
                  <a:lnTo>
                    <a:pt x="333375" y="333375"/>
                  </a:lnTo>
                  <a:lnTo>
                    <a:pt x="333375" y="0"/>
                  </a:lnTo>
                  <a:close/>
                </a:path>
              </a:pathLst>
            </a:custGeom>
            <a:solidFill>
              <a:srgbClr val="003300"/>
            </a:solidFill>
          </p:spPr>
          <p:txBody>
            <a:bodyPr wrap="square" lIns="0" tIns="0" rIns="0" bIns="0" rtlCol="0"/>
            <a:lstStyle/>
            <a:p>
              <a:endParaRPr sz="2400"/>
            </a:p>
          </p:txBody>
        </p:sp>
        <p:sp>
          <p:nvSpPr>
            <p:cNvPr id="158" name="object 158"/>
            <p:cNvSpPr/>
            <p:nvPr/>
          </p:nvSpPr>
          <p:spPr>
            <a:xfrm>
              <a:off x="6415151" y="2690875"/>
              <a:ext cx="333375" cy="333375"/>
            </a:xfrm>
            <a:custGeom>
              <a:avLst/>
              <a:gdLst/>
              <a:ahLst/>
              <a:cxnLst/>
              <a:rect l="l" t="t" r="r" b="b"/>
              <a:pathLst>
                <a:path w="333375" h="333375">
                  <a:moveTo>
                    <a:pt x="0" y="333375"/>
                  </a:moveTo>
                  <a:lnTo>
                    <a:pt x="333375" y="333375"/>
                  </a:lnTo>
                  <a:lnTo>
                    <a:pt x="333375" y="0"/>
                  </a:lnTo>
                  <a:lnTo>
                    <a:pt x="0" y="0"/>
                  </a:lnTo>
                  <a:lnTo>
                    <a:pt x="0" y="333375"/>
                  </a:lnTo>
                  <a:close/>
                </a:path>
              </a:pathLst>
            </a:custGeom>
            <a:ln w="9525">
              <a:solidFill>
                <a:srgbClr val="000000"/>
              </a:solidFill>
            </a:ln>
          </p:spPr>
          <p:txBody>
            <a:bodyPr wrap="square" lIns="0" tIns="0" rIns="0" bIns="0" rtlCol="0"/>
            <a:lstStyle/>
            <a:p>
              <a:endParaRPr sz="2400"/>
            </a:p>
          </p:txBody>
        </p:sp>
        <p:sp>
          <p:nvSpPr>
            <p:cNvPr id="159" name="object 159"/>
            <p:cNvSpPr/>
            <p:nvPr/>
          </p:nvSpPr>
          <p:spPr>
            <a:xfrm>
              <a:off x="6438900" y="2724149"/>
              <a:ext cx="266700" cy="266700"/>
            </a:xfrm>
            <a:custGeom>
              <a:avLst/>
              <a:gdLst/>
              <a:ahLst/>
              <a:cxnLst/>
              <a:rect l="l" t="t" r="r" b="b"/>
              <a:pathLst>
                <a:path w="266700" h="266700">
                  <a:moveTo>
                    <a:pt x="133350" y="0"/>
                  </a:moveTo>
                  <a:lnTo>
                    <a:pt x="91196" y="6797"/>
                  </a:lnTo>
                  <a:lnTo>
                    <a:pt x="54589" y="25725"/>
                  </a:lnTo>
                  <a:lnTo>
                    <a:pt x="25725" y="54589"/>
                  </a:lnTo>
                  <a:lnTo>
                    <a:pt x="6797" y="91196"/>
                  </a:lnTo>
                  <a:lnTo>
                    <a:pt x="0" y="133350"/>
                  </a:ln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close/>
                </a:path>
              </a:pathLst>
            </a:custGeom>
            <a:solidFill>
              <a:srgbClr val="FF0000"/>
            </a:solidFill>
          </p:spPr>
          <p:txBody>
            <a:bodyPr wrap="square" lIns="0" tIns="0" rIns="0" bIns="0" rtlCol="0"/>
            <a:lstStyle/>
            <a:p>
              <a:endParaRPr sz="2400"/>
            </a:p>
          </p:txBody>
        </p:sp>
      </p:grpSp>
      <p:sp>
        <p:nvSpPr>
          <p:cNvPr id="160" name="Slide Number Placeholder 159">
            <a:extLst>
              <a:ext uri="{FF2B5EF4-FFF2-40B4-BE49-F238E27FC236}">
                <a16:creationId xmlns:a16="http://schemas.microsoft.com/office/drawing/2014/main" id="{E837ADF3-9C9C-1D4C-CBD7-DD6B16A98936}"/>
              </a:ext>
            </a:extLst>
          </p:cNvPr>
          <p:cNvSpPr>
            <a:spLocks noGrp="1"/>
          </p:cNvSpPr>
          <p:nvPr>
            <p:ph type="sldNum" sz="quarter" idx="12"/>
          </p:nvPr>
        </p:nvSpPr>
        <p:spPr/>
        <p:txBody>
          <a:bodyPr/>
          <a:lstStyle/>
          <a:p>
            <a:fld id="{F3D452E6-B841-3847-A8C5-7EC0C3BB5A96}" type="slidenum">
              <a:rPr lang="en-PS" smtClean="0"/>
              <a:t>4</a:t>
            </a:fld>
            <a:endParaRPr lang="en-P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959EA-BD83-E62E-2FCE-874A0CF7EDE2}"/>
              </a:ext>
            </a:extLst>
          </p:cNvPr>
          <p:cNvSpPr>
            <a:spLocks noGrp="1"/>
          </p:cNvSpPr>
          <p:nvPr>
            <p:ph type="title"/>
          </p:nvPr>
        </p:nvSpPr>
        <p:spPr>
          <a:xfrm>
            <a:off x="339047" y="136525"/>
            <a:ext cx="10515600" cy="792833"/>
          </a:xfrm>
        </p:spPr>
        <p:txBody>
          <a:bodyPr/>
          <a:lstStyle/>
          <a:p>
            <a:r>
              <a:rPr lang="en-US" dirty="0">
                <a:solidFill>
                  <a:srgbClr val="0432FF"/>
                </a:solidFill>
              </a:rPr>
              <a:t>The Impact of Learning Volume</a:t>
            </a:r>
            <a:endParaRPr lang="en-PS" dirty="0">
              <a:solidFill>
                <a:srgbClr val="0432FF"/>
              </a:solidFill>
            </a:endParaRPr>
          </a:p>
        </p:txBody>
      </p:sp>
      <p:sp>
        <p:nvSpPr>
          <p:cNvPr id="3" name="Content Placeholder 2">
            <a:extLst>
              <a:ext uri="{FF2B5EF4-FFF2-40B4-BE49-F238E27FC236}">
                <a16:creationId xmlns:a16="http://schemas.microsoft.com/office/drawing/2014/main" id="{E2BE97BE-AD62-5B4E-0583-4041DDF5B1F3}"/>
              </a:ext>
            </a:extLst>
          </p:cNvPr>
          <p:cNvSpPr>
            <a:spLocks noGrp="1"/>
          </p:cNvSpPr>
          <p:nvPr>
            <p:ph idx="1"/>
          </p:nvPr>
        </p:nvSpPr>
        <p:spPr>
          <a:xfrm>
            <a:off x="339047" y="929358"/>
            <a:ext cx="5093565" cy="5928641"/>
          </a:xfrm>
        </p:spPr>
        <p:txBody>
          <a:bodyPr>
            <a:normAutofit/>
          </a:bodyPr>
          <a:lstStyle/>
          <a:p>
            <a:r>
              <a:rPr lang="en-US" dirty="0"/>
              <a:t>The more chances a learning algorithm has to practice, the better it becomes.</a:t>
            </a:r>
          </a:p>
          <a:p>
            <a:r>
              <a:rPr lang="en-US" dirty="0"/>
              <a:t>Samuel’s checkers program improved because it played a very large number of games against itself.</a:t>
            </a:r>
          </a:p>
          <a:p>
            <a:r>
              <a:rPr lang="en-US" dirty="0"/>
              <a:t>He programmed the computer to play </a:t>
            </a:r>
            <a:r>
              <a:rPr lang="en-US" b="1" dirty="0"/>
              <a:t>thousands of self-play games</a:t>
            </a:r>
            <a:r>
              <a:rPr lang="en-US" dirty="0"/>
              <a:t>, learning from each outcome.</a:t>
            </a:r>
          </a:p>
          <a:p>
            <a:r>
              <a:rPr lang="en-US" dirty="0"/>
              <a:t>Over time, the program became stronger and eventually outperformed Samuel himself.</a:t>
            </a:r>
          </a:p>
        </p:txBody>
      </p:sp>
      <p:pic>
        <p:nvPicPr>
          <p:cNvPr id="2050" name="Picture 2">
            <a:extLst>
              <a:ext uri="{FF2B5EF4-FFF2-40B4-BE49-F238E27FC236}">
                <a16:creationId xmlns:a16="http://schemas.microsoft.com/office/drawing/2014/main" id="{47727EF7-9144-53E3-C768-A82D643C9D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2612" y="1613632"/>
            <a:ext cx="6669768" cy="376519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8A0E2095-6539-6A8E-0322-B08C96B26600}"/>
              </a:ext>
            </a:extLst>
          </p:cNvPr>
          <p:cNvSpPr>
            <a:spLocks noGrp="1"/>
          </p:cNvSpPr>
          <p:nvPr>
            <p:ph type="sldNum" sz="quarter" idx="12"/>
          </p:nvPr>
        </p:nvSpPr>
        <p:spPr/>
        <p:txBody>
          <a:bodyPr/>
          <a:lstStyle/>
          <a:p>
            <a:fld id="{F3D452E6-B841-3847-A8C5-7EC0C3BB5A96}" type="slidenum">
              <a:rPr lang="en-PS" smtClean="0"/>
              <a:t>5</a:t>
            </a:fld>
            <a:endParaRPr lang="en-PS"/>
          </a:p>
        </p:txBody>
      </p:sp>
    </p:spTree>
    <p:extLst>
      <p:ext uri="{BB962C8B-B14F-4D97-AF65-F5344CB8AC3E}">
        <p14:creationId xmlns:p14="http://schemas.microsoft.com/office/powerpoint/2010/main" val="1179945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9471" y="2182282"/>
            <a:ext cx="10215879" cy="3056628"/>
          </a:xfrm>
          <a:prstGeom prst="rect">
            <a:avLst/>
          </a:prstGeom>
        </p:spPr>
        <p:txBody>
          <a:bodyPr vert="horz" wrap="square" lIns="0" tIns="21167" rIns="0" bIns="0" rtlCol="0">
            <a:spAutoFit/>
          </a:bodyPr>
          <a:lstStyle/>
          <a:p>
            <a:pPr marL="16933" marR="6773">
              <a:spcBef>
                <a:spcPts val="167"/>
              </a:spcBef>
            </a:pPr>
            <a:r>
              <a:rPr sz="2667" spc="-27" dirty="0">
                <a:latin typeface="Verdana"/>
                <a:cs typeface="Verdana"/>
              </a:rPr>
              <a:t>I</a:t>
            </a:r>
            <a:r>
              <a:rPr sz="2667" spc="7" dirty="0">
                <a:latin typeface="Verdana"/>
                <a:cs typeface="Verdana"/>
              </a:rPr>
              <a:t>f</a:t>
            </a:r>
            <a:r>
              <a:rPr sz="2667" spc="15" dirty="0">
                <a:latin typeface="Verdana"/>
                <a:cs typeface="Verdana"/>
              </a:rPr>
              <a:t> </a:t>
            </a:r>
            <a:r>
              <a:rPr sz="2667" spc="47" dirty="0">
                <a:latin typeface="Verdana"/>
                <a:cs typeface="Verdana"/>
              </a:rPr>
              <a:t>t</a:t>
            </a:r>
            <a:r>
              <a:rPr sz="2667" spc="20" dirty="0">
                <a:latin typeface="Verdana"/>
                <a:cs typeface="Verdana"/>
              </a:rPr>
              <a:t>he</a:t>
            </a:r>
            <a:r>
              <a:rPr sz="2667" spc="-153" dirty="0">
                <a:latin typeface="Verdana"/>
                <a:cs typeface="Verdana"/>
              </a:rPr>
              <a:t> </a:t>
            </a:r>
            <a:r>
              <a:rPr sz="2667" spc="15" dirty="0">
                <a:latin typeface="Verdana"/>
                <a:cs typeface="Verdana"/>
              </a:rPr>
              <a:t>c</a:t>
            </a:r>
            <a:r>
              <a:rPr sz="2667" dirty="0">
                <a:latin typeface="Verdana"/>
                <a:cs typeface="Verdana"/>
              </a:rPr>
              <a:t>h</a:t>
            </a:r>
            <a:r>
              <a:rPr sz="2667" spc="20" dirty="0">
                <a:latin typeface="Verdana"/>
                <a:cs typeface="Verdana"/>
              </a:rPr>
              <a:t>e</a:t>
            </a:r>
            <a:r>
              <a:rPr sz="2667" dirty="0">
                <a:latin typeface="Verdana"/>
                <a:cs typeface="Verdana"/>
              </a:rPr>
              <a:t>c</a:t>
            </a:r>
            <a:r>
              <a:rPr sz="2667" spc="20" dirty="0">
                <a:latin typeface="Verdana"/>
                <a:cs typeface="Verdana"/>
              </a:rPr>
              <a:t>ke</a:t>
            </a:r>
            <a:r>
              <a:rPr sz="2667" spc="53" dirty="0">
                <a:latin typeface="Verdana"/>
                <a:cs typeface="Verdana"/>
              </a:rPr>
              <a:t>r</a:t>
            </a:r>
            <a:r>
              <a:rPr sz="2667" spc="15" dirty="0">
                <a:latin typeface="Verdana"/>
                <a:cs typeface="Verdana"/>
              </a:rPr>
              <a:t>s</a:t>
            </a:r>
            <a:r>
              <a:rPr sz="2667" spc="-140" dirty="0">
                <a:latin typeface="Verdana"/>
                <a:cs typeface="Verdana"/>
              </a:rPr>
              <a:t> </a:t>
            </a:r>
            <a:r>
              <a:rPr sz="2667" spc="33" dirty="0">
                <a:latin typeface="Verdana"/>
                <a:cs typeface="Verdana"/>
              </a:rPr>
              <a:t>p</a:t>
            </a:r>
            <a:r>
              <a:rPr sz="2667" spc="60" dirty="0">
                <a:latin typeface="Verdana"/>
                <a:cs typeface="Verdana"/>
              </a:rPr>
              <a:t>r</a:t>
            </a:r>
            <a:r>
              <a:rPr sz="2667" spc="-20" dirty="0">
                <a:latin typeface="Verdana"/>
                <a:cs typeface="Verdana"/>
              </a:rPr>
              <a:t>o</a:t>
            </a:r>
            <a:r>
              <a:rPr sz="2667" spc="33" dirty="0">
                <a:latin typeface="Verdana"/>
                <a:cs typeface="Verdana"/>
              </a:rPr>
              <a:t>g</a:t>
            </a:r>
            <a:r>
              <a:rPr sz="2667" spc="60" dirty="0">
                <a:latin typeface="Verdana"/>
                <a:cs typeface="Verdana"/>
              </a:rPr>
              <a:t>r</a:t>
            </a:r>
            <a:r>
              <a:rPr sz="2667" spc="-7" dirty="0">
                <a:latin typeface="Verdana"/>
                <a:cs typeface="Verdana"/>
              </a:rPr>
              <a:t>a</a:t>
            </a:r>
            <a:r>
              <a:rPr sz="2667" spc="33" dirty="0">
                <a:latin typeface="Verdana"/>
                <a:cs typeface="Verdana"/>
              </a:rPr>
              <a:t>m</a:t>
            </a:r>
            <a:r>
              <a:rPr sz="2667" spc="-267" dirty="0">
                <a:latin typeface="Verdana"/>
                <a:cs typeface="Verdana"/>
              </a:rPr>
              <a:t> </a:t>
            </a:r>
            <a:r>
              <a:rPr sz="2667" spc="20" dirty="0">
                <a:latin typeface="Verdana"/>
                <a:cs typeface="Verdana"/>
              </a:rPr>
              <a:t>h</a:t>
            </a:r>
            <a:r>
              <a:rPr sz="2667" spc="-15" dirty="0">
                <a:latin typeface="Verdana"/>
                <a:cs typeface="Verdana"/>
              </a:rPr>
              <a:t>a</a:t>
            </a:r>
            <a:r>
              <a:rPr sz="2667" spc="20" dirty="0">
                <a:latin typeface="Verdana"/>
                <a:cs typeface="Verdana"/>
              </a:rPr>
              <a:t>d</a:t>
            </a:r>
            <a:r>
              <a:rPr sz="2667" spc="-20" dirty="0">
                <a:latin typeface="Verdana"/>
                <a:cs typeface="Verdana"/>
              </a:rPr>
              <a:t> </a:t>
            </a:r>
            <a:r>
              <a:rPr sz="2667" spc="33" dirty="0">
                <a:latin typeface="Verdana"/>
                <a:cs typeface="Verdana"/>
              </a:rPr>
              <a:t>b</a:t>
            </a:r>
            <a:r>
              <a:rPr sz="2667" spc="20" dirty="0">
                <a:latin typeface="Verdana"/>
                <a:cs typeface="Verdana"/>
              </a:rPr>
              <a:t>e</a:t>
            </a:r>
            <a:r>
              <a:rPr sz="2667" dirty="0">
                <a:latin typeface="Verdana"/>
                <a:cs typeface="Verdana"/>
              </a:rPr>
              <a:t>e</a:t>
            </a:r>
            <a:r>
              <a:rPr sz="2667" spc="20" dirty="0">
                <a:latin typeface="Verdana"/>
                <a:cs typeface="Verdana"/>
              </a:rPr>
              <a:t>n</a:t>
            </a:r>
            <a:r>
              <a:rPr sz="2667" spc="-47" dirty="0">
                <a:latin typeface="Verdana"/>
                <a:cs typeface="Verdana"/>
              </a:rPr>
              <a:t> </a:t>
            </a:r>
            <a:r>
              <a:rPr sz="2667" spc="-7" dirty="0">
                <a:latin typeface="Verdana"/>
                <a:cs typeface="Verdana"/>
              </a:rPr>
              <a:t>a</a:t>
            </a:r>
            <a:r>
              <a:rPr sz="2667" spc="-27" dirty="0">
                <a:latin typeface="Verdana"/>
                <a:cs typeface="Verdana"/>
              </a:rPr>
              <a:t>llo</a:t>
            </a:r>
            <a:r>
              <a:rPr sz="2667" spc="20" dirty="0">
                <a:latin typeface="Verdana"/>
                <a:cs typeface="Verdana"/>
              </a:rPr>
              <a:t>w</a:t>
            </a:r>
            <a:r>
              <a:rPr sz="2667" dirty="0">
                <a:latin typeface="Verdana"/>
                <a:cs typeface="Verdana"/>
              </a:rPr>
              <a:t>e</a:t>
            </a:r>
            <a:r>
              <a:rPr sz="2667" spc="20" dirty="0">
                <a:latin typeface="Verdana"/>
                <a:cs typeface="Verdana"/>
              </a:rPr>
              <a:t>d</a:t>
            </a:r>
            <a:r>
              <a:rPr sz="2667" spc="-20" dirty="0">
                <a:latin typeface="Verdana"/>
                <a:cs typeface="Verdana"/>
              </a:rPr>
              <a:t> </a:t>
            </a:r>
            <a:r>
              <a:rPr sz="2667" spc="47" dirty="0">
                <a:latin typeface="Verdana"/>
                <a:cs typeface="Verdana"/>
              </a:rPr>
              <a:t>t</a:t>
            </a:r>
            <a:r>
              <a:rPr sz="2667" spc="20" dirty="0">
                <a:latin typeface="Verdana"/>
                <a:cs typeface="Verdana"/>
              </a:rPr>
              <a:t>o</a:t>
            </a:r>
            <a:r>
              <a:rPr sz="2667" spc="-73" dirty="0">
                <a:latin typeface="Verdana"/>
                <a:cs typeface="Verdana"/>
              </a:rPr>
              <a:t> </a:t>
            </a:r>
            <a:r>
              <a:rPr sz="2667" spc="33" dirty="0">
                <a:latin typeface="Verdana"/>
                <a:cs typeface="Verdana"/>
              </a:rPr>
              <a:t>p</a:t>
            </a:r>
            <a:r>
              <a:rPr sz="2667" spc="-33" dirty="0">
                <a:latin typeface="Verdana"/>
                <a:cs typeface="Verdana"/>
              </a:rPr>
              <a:t>l</a:t>
            </a:r>
            <a:r>
              <a:rPr sz="2667" spc="-7" dirty="0">
                <a:latin typeface="Verdana"/>
                <a:cs typeface="Verdana"/>
              </a:rPr>
              <a:t>a</a:t>
            </a:r>
            <a:r>
              <a:rPr sz="2667" spc="20" dirty="0">
                <a:latin typeface="Verdana"/>
                <a:cs typeface="Verdana"/>
              </a:rPr>
              <a:t>y</a:t>
            </a:r>
            <a:r>
              <a:rPr sz="2667" spc="-33" dirty="0">
                <a:latin typeface="Verdana"/>
                <a:cs typeface="Verdana"/>
              </a:rPr>
              <a:t> </a:t>
            </a:r>
            <a:r>
              <a:rPr sz="2667" spc="-20" dirty="0">
                <a:latin typeface="Verdana"/>
                <a:cs typeface="Verdana"/>
              </a:rPr>
              <a:t>o</a:t>
            </a:r>
            <a:r>
              <a:rPr sz="2667" spc="20" dirty="0">
                <a:latin typeface="Verdana"/>
                <a:cs typeface="Verdana"/>
              </a:rPr>
              <a:t>n</a:t>
            </a:r>
            <a:r>
              <a:rPr sz="2667" spc="-41" dirty="0">
                <a:latin typeface="Verdana"/>
                <a:cs typeface="Verdana"/>
              </a:rPr>
              <a:t>l</a:t>
            </a:r>
            <a:r>
              <a:rPr sz="2667" spc="20" dirty="0">
                <a:latin typeface="Verdana"/>
                <a:cs typeface="Verdana"/>
              </a:rPr>
              <a:t>y</a:t>
            </a:r>
            <a:r>
              <a:rPr sz="2667" spc="60" dirty="0">
                <a:latin typeface="Verdana"/>
                <a:cs typeface="Verdana"/>
              </a:rPr>
              <a:t> </a:t>
            </a:r>
            <a:r>
              <a:rPr sz="2667" spc="47" dirty="0">
                <a:latin typeface="Verdana"/>
                <a:cs typeface="Verdana"/>
              </a:rPr>
              <a:t>t</a:t>
            </a:r>
            <a:r>
              <a:rPr sz="2667" spc="15" dirty="0">
                <a:latin typeface="Verdana"/>
                <a:cs typeface="Verdana"/>
              </a:rPr>
              <a:t>en  games</a:t>
            </a:r>
            <a:r>
              <a:rPr sz="2667" spc="-53" dirty="0">
                <a:latin typeface="Verdana"/>
                <a:cs typeface="Verdana"/>
              </a:rPr>
              <a:t> </a:t>
            </a:r>
            <a:r>
              <a:rPr sz="2667" spc="7" dirty="0">
                <a:latin typeface="Verdana"/>
                <a:cs typeface="Verdana"/>
              </a:rPr>
              <a:t>(instead</a:t>
            </a:r>
            <a:r>
              <a:rPr sz="2667" spc="-127" dirty="0">
                <a:latin typeface="Verdana"/>
                <a:cs typeface="Verdana"/>
              </a:rPr>
              <a:t> </a:t>
            </a:r>
            <a:r>
              <a:rPr sz="2667" spc="-7" dirty="0">
                <a:latin typeface="Verdana"/>
                <a:cs typeface="Verdana"/>
              </a:rPr>
              <a:t>of</a:t>
            </a:r>
            <a:r>
              <a:rPr sz="2667" spc="15" dirty="0">
                <a:latin typeface="Verdana"/>
                <a:cs typeface="Verdana"/>
              </a:rPr>
              <a:t> </a:t>
            </a:r>
            <a:r>
              <a:rPr sz="2667" spc="20" dirty="0">
                <a:latin typeface="Verdana"/>
                <a:cs typeface="Verdana"/>
              </a:rPr>
              <a:t>tens</a:t>
            </a:r>
            <a:r>
              <a:rPr sz="2667" spc="-148" dirty="0">
                <a:latin typeface="Verdana"/>
                <a:cs typeface="Verdana"/>
              </a:rPr>
              <a:t> </a:t>
            </a:r>
            <a:r>
              <a:rPr sz="2667" spc="-7" dirty="0">
                <a:latin typeface="Verdana"/>
                <a:cs typeface="Verdana"/>
              </a:rPr>
              <a:t>of</a:t>
            </a:r>
            <a:r>
              <a:rPr sz="2667" spc="15" dirty="0">
                <a:latin typeface="Verdana"/>
                <a:cs typeface="Verdana"/>
              </a:rPr>
              <a:t> thousands)</a:t>
            </a:r>
            <a:r>
              <a:rPr sz="2667" spc="-167" dirty="0">
                <a:latin typeface="Verdana"/>
                <a:cs typeface="Verdana"/>
              </a:rPr>
              <a:t> </a:t>
            </a:r>
            <a:r>
              <a:rPr sz="2667" spc="7" dirty="0">
                <a:latin typeface="Verdana"/>
                <a:cs typeface="Verdana"/>
              </a:rPr>
              <a:t>against</a:t>
            </a:r>
            <a:r>
              <a:rPr sz="2667" spc="-7" dirty="0">
                <a:latin typeface="Verdana"/>
                <a:cs typeface="Verdana"/>
              </a:rPr>
              <a:t> </a:t>
            </a:r>
            <a:r>
              <a:rPr sz="2667" spc="7" dirty="0">
                <a:latin typeface="Verdana"/>
                <a:cs typeface="Verdana"/>
              </a:rPr>
              <a:t>itself,</a:t>
            </a:r>
            <a:r>
              <a:rPr sz="2667" spc="-121" dirty="0">
                <a:latin typeface="Verdana"/>
                <a:cs typeface="Verdana"/>
              </a:rPr>
              <a:t> </a:t>
            </a:r>
            <a:r>
              <a:rPr sz="2667" spc="20" dirty="0">
                <a:latin typeface="Verdana"/>
                <a:cs typeface="Verdana"/>
              </a:rPr>
              <a:t>a</a:t>
            </a:r>
            <a:r>
              <a:rPr sz="2667" spc="-60" dirty="0">
                <a:latin typeface="Verdana"/>
                <a:cs typeface="Verdana"/>
              </a:rPr>
              <a:t> </a:t>
            </a:r>
            <a:r>
              <a:rPr sz="2667" spc="15" dirty="0">
                <a:latin typeface="Verdana"/>
                <a:cs typeface="Verdana"/>
              </a:rPr>
              <a:t>much </a:t>
            </a:r>
            <a:r>
              <a:rPr sz="2667" spc="-921" dirty="0">
                <a:latin typeface="Verdana"/>
                <a:cs typeface="Verdana"/>
              </a:rPr>
              <a:t> </a:t>
            </a:r>
            <a:r>
              <a:rPr sz="2667" spc="-7" dirty="0">
                <a:latin typeface="Verdana"/>
                <a:cs typeface="Verdana"/>
              </a:rPr>
              <a:t>smaller</a:t>
            </a:r>
            <a:r>
              <a:rPr sz="2667" dirty="0">
                <a:latin typeface="Verdana"/>
                <a:cs typeface="Verdana"/>
              </a:rPr>
              <a:t> </a:t>
            </a:r>
            <a:r>
              <a:rPr sz="2667" spc="15" dirty="0">
                <a:latin typeface="Verdana"/>
                <a:cs typeface="Verdana"/>
              </a:rPr>
              <a:t>number</a:t>
            </a:r>
            <a:r>
              <a:rPr sz="2667" spc="-95" dirty="0">
                <a:latin typeface="Verdana"/>
                <a:cs typeface="Verdana"/>
              </a:rPr>
              <a:t> </a:t>
            </a:r>
            <a:r>
              <a:rPr sz="2667" spc="-7" dirty="0">
                <a:latin typeface="Verdana"/>
                <a:cs typeface="Verdana"/>
              </a:rPr>
              <a:t>of</a:t>
            </a:r>
            <a:r>
              <a:rPr sz="2667" spc="15" dirty="0">
                <a:latin typeface="Verdana"/>
                <a:cs typeface="Verdana"/>
              </a:rPr>
              <a:t> games,</a:t>
            </a:r>
            <a:r>
              <a:rPr sz="2667" spc="-133" dirty="0">
                <a:latin typeface="Verdana"/>
                <a:cs typeface="Verdana"/>
              </a:rPr>
              <a:t> </a:t>
            </a:r>
            <a:r>
              <a:rPr sz="2667" spc="7" dirty="0">
                <a:latin typeface="Verdana"/>
                <a:cs typeface="Verdana"/>
              </a:rPr>
              <a:t>how</a:t>
            </a:r>
            <a:r>
              <a:rPr sz="2667" spc="-47" dirty="0">
                <a:latin typeface="Verdana"/>
                <a:cs typeface="Verdana"/>
              </a:rPr>
              <a:t> </a:t>
            </a:r>
            <a:r>
              <a:rPr sz="2667" dirty="0">
                <a:latin typeface="Verdana"/>
                <a:cs typeface="Verdana"/>
              </a:rPr>
              <a:t>would</a:t>
            </a:r>
            <a:r>
              <a:rPr sz="2667" spc="-27" dirty="0">
                <a:latin typeface="Verdana"/>
                <a:cs typeface="Verdana"/>
              </a:rPr>
              <a:t> </a:t>
            </a:r>
            <a:r>
              <a:rPr sz="2667" spc="7" dirty="0">
                <a:latin typeface="Verdana"/>
                <a:cs typeface="Verdana"/>
              </a:rPr>
              <a:t>this</a:t>
            </a:r>
            <a:r>
              <a:rPr sz="2667" spc="-53" dirty="0">
                <a:latin typeface="Verdana"/>
                <a:cs typeface="Verdana"/>
              </a:rPr>
              <a:t> </a:t>
            </a:r>
            <a:r>
              <a:rPr sz="2667" spc="15" dirty="0">
                <a:latin typeface="Verdana"/>
                <a:cs typeface="Verdana"/>
              </a:rPr>
              <a:t>have</a:t>
            </a:r>
            <a:r>
              <a:rPr sz="2667" spc="-47" dirty="0">
                <a:latin typeface="Verdana"/>
                <a:cs typeface="Verdana"/>
              </a:rPr>
              <a:t> </a:t>
            </a:r>
            <a:r>
              <a:rPr sz="2667" spc="27" dirty="0">
                <a:latin typeface="Verdana"/>
                <a:cs typeface="Verdana"/>
              </a:rPr>
              <a:t>affected</a:t>
            </a:r>
            <a:r>
              <a:rPr sz="2667" spc="-225" dirty="0">
                <a:latin typeface="Verdana"/>
                <a:cs typeface="Verdana"/>
              </a:rPr>
              <a:t> </a:t>
            </a:r>
            <a:r>
              <a:rPr sz="2667" spc="15" dirty="0">
                <a:latin typeface="Verdana"/>
                <a:cs typeface="Verdana"/>
              </a:rPr>
              <a:t>its </a:t>
            </a:r>
            <a:r>
              <a:rPr sz="2667" spc="-921" dirty="0">
                <a:latin typeface="Verdana"/>
                <a:cs typeface="Verdana"/>
              </a:rPr>
              <a:t> </a:t>
            </a:r>
            <a:r>
              <a:rPr sz="2667" spc="20" dirty="0">
                <a:latin typeface="Verdana"/>
                <a:cs typeface="Verdana"/>
              </a:rPr>
              <a:t>performance?</a:t>
            </a:r>
            <a:endParaRPr sz="2667">
              <a:latin typeface="Verdana"/>
              <a:cs typeface="Verdana"/>
            </a:endParaRPr>
          </a:p>
          <a:p>
            <a:pPr marL="419079" marR="5693548">
              <a:lnSpc>
                <a:spcPct val="171800"/>
              </a:lnSpc>
              <a:spcBef>
                <a:spcPts val="1745"/>
              </a:spcBef>
            </a:pPr>
            <a:r>
              <a:rPr sz="2400" spc="-7" dirty="0">
                <a:latin typeface="Verdana"/>
                <a:cs typeface="Verdana"/>
              </a:rPr>
              <a:t>Would</a:t>
            </a:r>
            <a:r>
              <a:rPr sz="2400" spc="-60" dirty="0">
                <a:latin typeface="Verdana"/>
                <a:cs typeface="Verdana"/>
              </a:rPr>
              <a:t> </a:t>
            </a:r>
            <a:r>
              <a:rPr sz="2400" spc="-27" dirty="0">
                <a:latin typeface="Verdana"/>
                <a:cs typeface="Verdana"/>
              </a:rPr>
              <a:t>have</a:t>
            </a:r>
            <a:r>
              <a:rPr sz="2400" spc="107" dirty="0">
                <a:latin typeface="Verdana"/>
                <a:cs typeface="Verdana"/>
              </a:rPr>
              <a:t> </a:t>
            </a:r>
            <a:r>
              <a:rPr sz="2400" spc="-27" dirty="0">
                <a:latin typeface="Verdana"/>
                <a:cs typeface="Verdana"/>
              </a:rPr>
              <a:t>made</a:t>
            </a:r>
            <a:r>
              <a:rPr sz="2400" spc="15" dirty="0">
                <a:latin typeface="Verdana"/>
                <a:cs typeface="Verdana"/>
              </a:rPr>
              <a:t> </a:t>
            </a:r>
            <a:r>
              <a:rPr sz="2400" spc="-33" dirty="0">
                <a:latin typeface="Verdana"/>
                <a:cs typeface="Verdana"/>
              </a:rPr>
              <a:t>it</a:t>
            </a:r>
            <a:r>
              <a:rPr sz="2400" spc="87" dirty="0">
                <a:latin typeface="Verdana"/>
                <a:cs typeface="Verdana"/>
              </a:rPr>
              <a:t> </a:t>
            </a:r>
            <a:r>
              <a:rPr sz="2400" spc="-33" dirty="0">
                <a:latin typeface="Verdana"/>
                <a:cs typeface="Verdana"/>
              </a:rPr>
              <a:t>better </a:t>
            </a:r>
            <a:r>
              <a:rPr sz="2400" spc="-827" dirty="0">
                <a:latin typeface="Verdana"/>
                <a:cs typeface="Verdana"/>
              </a:rPr>
              <a:t> </a:t>
            </a:r>
            <a:r>
              <a:rPr sz="2400" spc="-7" dirty="0">
                <a:latin typeface="Verdana"/>
                <a:cs typeface="Verdana"/>
              </a:rPr>
              <a:t>Would</a:t>
            </a:r>
            <a:r>
              <a:rPr sz="2400" spc="-60" dirty="0">
                <a:latin typeface="Verdana"/>
                <a:cs typeface="Verdana"/>
              </a:rPr>
              <a:t> </a:t>
            </a:r>
            <a:r>
              <a:rPr sz="2400" spc="-27" dirty="0">
                <a:latin typeface="Verdana"/>
                <a:cs typeface="Verdana"/>
              </a:rPr>
              <a:t>have</a:t>
            </a:r>
            <a:r>
              <a:rPr sz="2400" spc="100" dirty="0">
                <a:latin typeface="Verdana"/>
                <a:cs typeface="Verdana"/>
              </a:rPr>
              <a:t> </a:t>
            </a:r>
            <a:r>
              <a:rPr sz="2400" spc="-27" dirty="0">
                <a:latin typeface="Verdana"/>
                <a:cs typeface="Verdana"/>
              </a:rPr>
              <a:t>made</a:t>
            </a:r>
            <a:r>
              <a:rPr sz="2400" spc="7" dirty="0">
                <a:latin typeface="Verdana"/>
                <a:cs typeface="Verdana"/>
              </a:rPr>
              <a:t> </a:t>
            </a:r>
            <a:r>
              <a:rPr sz="2400" spc="-33" dirty="0">
                <a:latin typeface="Verdana"/>
                <a:cs typeface="Verdana"/>
              </a:rPr>
              <a:t>it</a:t>
            </a:r>
            <a:r>
              <a:rPr sz="2400" spc="87" dirty="0">
                <a:latin typeface="Verdana"/>
                <a:cs typeface="Verdana"/>
              </a:rPr>
              <a:t> </a:t>
            </a:r>
            <a:r>
              <a:rPr sz="2400" spc="15" dirty="0">
                <a:latin typeface="Verdana"/>
                <a:cs typeface="Verdana"/>
              </a:rPr>
              <a:t>worse</a:t>
            </a:r>
            <a:endParaRPr sz="2400">
              <a:latin typeface="Verdana"/>
              <a:cs typeface="Verdana"/>
            </a:endParaRPr>
          </a:p>
        </p:txBody>
      </p:sp>
      <p:pic>
        <p:nvPicPr>
          <p:cNvPr id="4" name="object 4"/>
          <p:cNvPicPr/>
          <p:nvPr/>
        </p:nvPicPr>
        <p:blipFill>
          <a:blip r:embed="rId3" cstate="print"/>
          <a:stretch>
            <a:fillRect/>
          </a:stretch>
        </p:blipFill>
        <p:spPr>
          <a:xfrm>
            <a:off x="771750" y="4322533"/>
            <a:ext cx="342001" cy="959087"/>
          </a:xfrm>
          <a:prstGeom prst="rect">
            <a:avLst/>
          </a:prstGeom>
        </p:spPr>
      </p:pic>
      <p:sp>
        <p:nvSpPr>
          <p:cNvPr id="7" name="object 7"/>
          <p:cNvSpPr txBox="1">
            <a:spLocks noGrp="1"/>
          </p:cNvSpPr>
          <p:nvPr>
            <p:ph type="title"/>
          </p:nvPr>
        </p:nvSpPr>
        <p:spPr>
          <a:xfrm>
            <a:off x="839472" y="623647"/>
            <a:ext cx="2112433" cy="631628"/>
          </a:xfrm>
          <a:prstGeom prst="rect">
            <a:avLst/>
          </a:prstGeom>
        </p:spPr>
        <p:txBody>
          <a:bodyPr vert="horz" wrap="square" lIns="0" tIns="22015" rIns="0" bIns="0" rtlCol="0" anchor="ctr">
            <a:spAutoFit/>
          </a:bodyPr>
          <a:lstStyle/>
          <a:p>
            <a:pPr marL="16933">
              <a:spcBef>
                <a:spcPts val="175"/>
              </a:spcBef>
            </a:pPr>
            <a:r>
              <a:rPr dirty="0"/>
              <a:t>Question</a:t>
            </a:r>
          </a:p>
        </p:txBody>
      </p:sp>
      <p:sp>
        <p:nvSpPr>
          <p:cNvPr id="8" name="object 8"/>
          <p:cNvSpPr/>
          <p:nvPr/>
        </p:nvSpPr>
        <p:spPr>
          <a:xfrm>
            <a:off x="0" y="1714500"/>
            <a:ext cx="12192000" cy="0"/>
          </a:xfrm>
          <a:custGeom>
            <a:avLst/>
            <a:gdLst/>
            <a:ahLst/>
            <a:cxnLst/>
            <a:rect l="l" t="t" r="r" b="b"/>
            <a:pathLst>
              <a:path w="9144000">
                <a:moveTo>
                  <a:pt x="0" y="0"/>
                </a:moveTo>
                <a:lnTo>
                  <a:pt x="9144000" y="0"/>
                </a:lnTo>
              </a:path>
            </a:pathLst>
          </a:custGeom>
          <a:ln w="19050">
            <a:solidFill>
              <a:srgbClr val="D9D9D9"/>
            </a:solidFill>
          </a:ln>
        </p:spPr>
        <p:txBody>
          <a:bodyPr wrap="square" lIns="0" tIns="0" rIns="0" bIns="0" rtlCol="0"/>
          <a:lstStyle/>
          <a:p>
            <a:endParaRPr sz="2400"/>
          </a:p>
        </p:txBody>
      </p:sp>
      <p:sp>
        <p:nvSpPr>
          <p:cNvPr id="3" name="Slide Number Placeholder 2">
            <a:extLst>
              <a:ext uri="{FF2B5EF4-FFF2-40B4-BE49-F238E27FC236}">
                <a16:creationId xmlns:a16="http://schemas.microsoft.com/office/drawing/2014/main" id="{EF230D29-B26B-52FF-AE77-060BCF312D9E}"/>
              </a:ext>
            </a:extLst>
          </p:cNvPr>
          <p:cNvSpPr>
            <a:spLocks noGrp="1"/>
          </p:cNvSpPr>
          <p:nvPr>
            <p:ph type="sldNum" sz="quarter" idx="12"/>
          </p:nvPr>
        </p:nvSpPr>
        <p:spPr/>
        <p:txBody>
          <a:bodyPr/>
          <a:lstStyle/>
          <a:p>
            <a:fld id="{F3D452E6-B841-3847-A8C5-7EC0C3BB5A96}" type="slidenum">
              <a:rPr lang="en-PS" smtClean="0"/>
              <a:t>6</a:t>
            </a:fld>
            <a:endParaRPr lang="en-P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EEA3D-35D4-4FA3-B9A9-FC07692EAD2A}"/>
              </a:ext>
            </a:extLst>
          </p:cNvPr>
          <p:cNvSpPr>
            <a:spLocks noGrp="1"/>
          </p:cNvSpPr>
          <p:nvPr>
            <p:ph type="title"/>
          </p:nvPr>
        </p:nvSpPr>
        <p:spPr>
          <a:xfrm>
            <a:off x="380999" y="197828"/>
            <a:ext cx="10734675" cy="793751"/>
          </a:xfrm>
        </p:spPr>
        <p:txBody>
          <a:bodyPr>
            <a:normAutofit/>
          </a:bodyPr>
          <a:lstStyle/>
          <a:p>
            <a:r>
              <a:rPr lang="en-US" sz="4000" dirty="0">
                <a:solidFill>
                  <a:srgbClr val="0432FF"/>
                </a:solidFill>
              </a:rPr>
              <a:t>What is Machine Learning?</a:t>
            </a:r>
            <a:endParaRPr lang="en-PS" sz="4000" dirty="0">
              <a:solidFill>
                <a:srgbClr val="0432FF"/>
              </a:solidFill>
            </a:endParaRPr>
          </a:p>
        </p:txBody>
      </p:sp>
      <p:sp>
        <p:nvSpPr>
          <p:cNvPr id="4" name="Slide Number Placeholder 3">
            <a:extLst>
              <a:ext uri="{FF2B5EF4-FFF2-40B4-BE49-F238E27FC236}">
                <a16:creationId xmlns:a16="http://schemas.microsoft.com/office/drawing/2014/main" id="{017BAC87-C58B-D8AA-0BFF-C665F45AA704}"/>
              </a:ext>
            </a:extLst>
          </p:cNvPr>
          <p:cNvSpPr>
            <a:spLocks noGrp="1"/>
          </p:cNvSpPr>
          <p:nvPr>
            <p:ph type="sldNum" sz="quarter" idx="12"/>
          </p:nvPr>
        </p:nvSpPr>
        <p:spPr/>
        <p:txBody>
          <a:bodyPr/>
          <a:lstStyle/>
          <a:p>
            <a:fld id="{F3D452E6-B841-3847-A8C5-7EC0C3BB5A96}" type="slidenum">
              <a:rPr lang="en-PS" smtClean="0"/>
              <a:t>7</a:t>
            </a:fld>
            <a:endParaRPr lang="en-PS"/>
          </a:p>
        </p:txBody>
      </p:sp>
      <p:pic>
        <p:nvPicPr>
          <p:cNvPr id="15" name="Picture 14">
            <a:extLst>
              <a:ext uri="{FF2B5EF4-FFF2-40B4-BE49-F238E27FC236}">
                <a16:creationId xmlns:a16="http://schemas.microsoft.com/office/drawing/2014/main" id="{BE94FF1E-C030-3E42-B44B-51C407DF5800}"/>
              </a:ext>
            </a:extLst>
          </p:cNvPr>
          <p:cNvPicPr>
            <a:picLocks noChangeAspect="1"/>
          </p:cNvPicPr>
          <p:nvPr/>
        </p:nvPicPr>
        <p:blipFill>
          <a:blip r:embed="rId2"/>
          <a:stretch>
            <a:fillRect/>
          </a:stretch>
        </p:blipFill>
        <p:spPr>
          <a:xfrm>
            <a:off x="3581401" y="1081649"/>
            <a:ext cx="6923495" cy="5351929"/>
          </a:xfrm>
          <a:prstGeom prst="rect">
            <a:avLst/>
          </a:prstGeom>
        </p:spPr>
      </p:pic>
      <p:sp>
        <p:nvSpPr>
          <p:cNvPr id="17" name="TextBox 16">
            <a:extLst>
              <a:ext uri="{FF2B5EF4-FFF2-40B4-BE49-F238E27FC236}">
                <a16:creationId xmlns:a16="http://schemas.microsoft.com/office/drawing/2014/main" id="{32DECCD7-EBDD-4440-81C1-E8DFE60A003E}"/>
              </a:ext>
            </a:extLst>
          </p:cNvPr>
          <p:cNvSpPr txBox="1"/>
          <p:nvPr/>
        </p:nvSpPr>
        <p:spPr>
          <a:xfrm>
            <a:off x="380999" y="1261788"/>
            <a:ext cx="5562601" cy="1569660"/>
          </a:xfrm>
          <a:prstGeom prst="rect">
            <a:avLst/>
          </a:prstGeom>
          <a:noFill/>
        </p:spPr>
        <p:txBody>
          <a:bodyPr wrap="square">
            <a:spAutoFit/>
          </a:bodyPr>
          <a:lstStyle/>
          <a:p>
            <a:r>
              <a:rPr lang="en-US" sz="2400" dirty="0">
                <a:solidFill>
                  <a:prstClr val="black"/>
                </a:solidFill>
              </a:rPr>
              <a:t>Machine learning is a field of AI that lets computers learn from data and improve performance without being explicitly programmed</a:t>
            </a:r>
            <a:endParaRPr lang="en-IL" sz="2400" dirty="0"/>
          </a:p>
        </p:txBody>
      </p:sp>
      <p:sp>
        <p:nvSpPr>
          <p:cNvPr id="19" name="TextBox 18">
            <a:extLst>
              <a:ext uri="{FF2B5EF4-FFF2-40B4-BE49-F238E27FC236}">
                <a16:creationId xmlns:a16="http://schemas.microsoft.com/office/drawing/2014/main" id="{1C946B6A-ABEA-6646-A6FC-9F810BBB4762}"/>
              </a:ext>
            </a:extLst>
          </p:cNvPr>
          <p:cNvSpPr txBox="1"/>
          <p:nvPr/>
        </p:nvSpPr>
        <p:spPr>
          <a:xfrm>
            <a:off x="380999" y="4800165"/>
            <a:ext cx="6098240" cy="1384995"/>
          </a:xfrm>
          <a:prstGeom prst="rect">
            <a:avLst/>
          </a:prstGeom>
          <a:noFill/>
        </p:spPr>
        <p:txBody>
          <a:bodyPr wrap="square">
            <a:spAutoFit/>
          </a:bodyPr>
          <a:lstStyle/>
          <a:p>
            <a:r>
              <a:rPr lang="en-US" sz="2800" dirty="0"/>
              <a:t>It uses algorithms to find patterns, make predictions, and support decision-making.</a:t>
            </a:r>
            <a:endParaRPr lang="en-IL" sz="2800" dirty="0"/>
          </a:p>
        </p:txBody>
      </p:sp>
    </p:spTree>
    <p:extLst>
      <p:ext uri="{BB962C8B-B14F-4D97-AF65-F5344CB8AC3E}">
        <p14:creationId xmlns:p14="http://schemas.microsoft.com/office/powerpoint/2010/main" val="2195607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7CA4D-152B-9AC7-1836-C1D884F6F696}"/>
              </a:ext>
            </a:extLst>
          </p:cNvPr>
          <p:cNvSpPr>
            <a:spLocks noGrp="1"/>
          </p:cNvSpPr>
          <p:nvPr>
            <p:ph type="title"/>
          </p:nvPr>
        </p:nvSpPr>
        <p:spPr>
          <a:xfrm>
            <a:off x="95241" y="108156"/>
            <a:ext cx="11919777" cy="1101542"/>
          </a:xfrm>
        </p:spPr>
        <p:txBody>
          <a:bodyPr>
            <a:normAutofit/>
          </a:bodyPr>
          <a:lstStyle/>
          <a:p>
            <a:r>
              <a:rPr lang="en-US" dirty="0">
                <a:solidFill>
                  <a:srgbClr val="0432FF"/>
                </a:solidFill>
              </a:rPr>
              <a:t>The Significance of Machine Learning:</a:t>
            </a:r>
            <a:endParaRPr lang="en-PS" dirty="0">
              <a:solidFill>
                <a:srgbClr val="0432FF"/>
              </a:solidFill>
            </a:endParaRPr>
          </a:p>
        </p:txBody>
      </p:sp>
      <p:sp>
        <p:nvSpPr>
          <p:cNvPr id="3" name="Content Placeholder 2">
            <a:extLst>
              <a:ext uri="{FF2B5EF4-FFF2-40B4-BE49-F238E27FC236}">
                <a16:creationId xmlns:a16="http://schemas.microsoft.com/office/drawing/2014/main" id="{E564315C-F7AC-99EF-AA13-3749B66FD5FE}"/>
              </a:ext>
            </a:extLst>
          </p:cNvPr>
          <p:cNvSpPr>
            <a:spLocks noGrp="1"/>
          </p:cNvSpPr>
          <p:nvPr>
            <p:ph idx="1"/>
          </p:nvPr>
        </p:nvSpPr>
        <p:spPr>
          <a:xfrm>
            <a:off x="278411" y="1492624"/>
            <a:ext cx="5817589" cy="3671047"/>
          </a:xfrm>
        </p:spPr>
        <p:txBody>
          <a:bodyPr>
            <a:normAutofit/>
          </a:bodyPr>
          <a:lstStyle/>
          <a:p>
            <a:pPr>
              <a:spcAft>
                <a:spcPts val="1200"/>
              </a:spcAft>
              <a:buFont typeface="Arial" panose="020B0604020202020204" pitchFamily="34" charset="0"/>
              <a:buChar char="•"/>
            </a:pPr>
            <a:r>
              <a:rPr lang="en-US" dirty="0"/>
              <a:t>Many real-world tasks are too complex to code with fixed rules.</a:t>
            </a:r>
          </a:p>
          <a:p>
            <a:pPr>
              <a:spcAft>
                <a:spcPts val="1200"/>
              </a:spcAft>
              <a:buFont typeface="Arial" panose="020B0604020202020204" pitchFamily="34" charset="0"/>
              <a:buChar char="•"/>
            </a:pPr>
            <a:r>
              <a:rPr lang="en-US" dirty="0"/>
              <a:t>Machine learning replaces manual programming by learning patterns automatically from data.</a:t>
            </a:r>
          </a:p>
          <a:p>
            <a:pPr>
              <a:spcAft>
                <a:spcPts val="1200"/>
              </a:spcAft>
              <a:buFont typeface="Arial" panose="020B0604020202020204" pitchFamily="34" charset="0"/>
              <a:buChar char="•"/>
            </a:pPr>
            <a:r>
              <a:rPr lang="en-US" dirty="0"/>
              <a:t>This makes it a powerful approach for building intelligent systems.</a:t>
            </a:r>
          </a:p>
        </p:txBody>
      </p:sp>
      <p:pic>
        <p:nvPicPr>
          <p:cNvPr id="1026" name="Picture 2" descr="How to draw route and calculate distance between multiple markers on google  map in android - Stack Overflow">
            <a:extLst>
              <a:ext uri="{FF2B5EF4-FFF2-40B4-BE49-F238E27FC236}">
                <a16:creationId xmlns:a16="http://schemas.microsoft.com/office/drawing/2014/main" id="{3E93DF7E-5F99-6894-B413-55EB2E4D3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3528" y="1209697"/>
            <a:ext cx="4316507" cy="431565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9F8D76BE-DC38-46A9-3839-D0B485AA2E79}"/>
              </a:ext>
            </a:extLst>
          </p:cNvPr>
          <p:cNvSpPr>
            <a:spLocks noGrp="1"/>
          </p:cNvSpPr>
          <p:nvPr>
            <p:ph type="sldNum" sz="quarter" idx="12"/>
          </p:nvPr>
        </p:nvSpPr>
        <p:spPr/>
        <p:txBody>
          <a:bodyPr/>
          <a:lstStyle/>
          <a:p>
            <a:fld id="{F3D452E6-B841-3847-A8C5-7EC0C3BB5A96}" type="slidenum">
              <a:rPr lang="en-PS" smtClean="0"/>
              <a:t>8</a:t>
            </a:fld>
            <a:endParaRPr lang="en-PS"/>
          </a:p>
        </p:txBody>
      </p:sp>
      <p:sp>
        <p:nvSpPr>
          <p:cNvPr id="7" name="TextBox 6">
            <a:extLst>
              <a:ext uri="{FF2B5EF4-FFF2-40B4-BE49-F238E27FC236}">
                <a16:creationId xmlns:a16="http://schemas.microsoft.com/office/drawing/2014/main" id="{46E31CE7-5320-CD4C-BC12-8A29844BEAEA}"/>
              </a:ext>
            </a:extLst>
          </p:cNvPr>
          <p:cNvSpPr txBox="1"/>
          <p:nvPr/>
        </p:nvSpPr>
        <p:spPr>
          <a:xfrm>
            <a:off x="209428" y="5584805"/>
            <a:ext cx="10830608" cy="1077218"/>
          </a:xfrm>
          <a:prstGeom prst="rect">
            <a:avLst/>
          </a:prstGeom>
          <a:solidFill>
            <a:schemeClr val="bg1"/>
          </a:solidFill>
          <a:ln>
            <a:solidFill>
              <a:srgbClr val="0432FF"/>
            </a:solidFill>
          </a:ln>
        </p:spPr>
        <p:txBody>
          <a:bodyPr wrap="square">
            <a:spAutoFit/>
          </a:bodyPr>
          <a:lstStyle/>
          <a:p>
            <a:r>
              <a:rPr lang="en-US" sz="3200" dirty="0">
                <a:ln w="0"/>
                <a:effectLst>
                  <a:outerShdw blurRad="38100" dist="19050" dir="2700000" algn="tl" rotWithShape="0">
                    <a:schemeClr val="dk1">
                      <a:alpha val="40000"/>
                    </a:schemeClr>
                  </a:outerShdw>
                </a:effectLst>
              </a:rPr>
              <a:t>Machine learning does what coding can’t—it learns the rules instead of needing them written.</a:t>
            </a:r>
            <a:endParaRPr lang="en-IL" sz="32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720571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2FE03-2F16-122A-1267-E46086E8FC5B}"/>
              </a:ext>
            </a:extLst>
          </p:cNvPr>
          <p:cNvSpPr>
            <a:spLocks noGrp="1"/>
          </p:cNvSpPr>
          <p:nvPr>
            <p:ph type="title"/>
          </p:nvPr>
        </p:nvSpPr>
        <p:spPr>
          <a:xfrm>
            <a:off x="838200" y="217642"/>
            <a:ext cx="10515600" cy="898596"/>
          </a:xfrm>
        </p:spPr>
        <p:txBody>
          <a:bodyPr/>
          <a:lstStyle/>
          <a:p>
            <a:r>
              <a:rPr lang="en-PS" dirty="0">
                <a:solidFill>
                  <a:srgbClr val="0432FF"/>
                </a:solidFill>
              </a:rPr>
              <a:t>Examples of tasks that are hard to program</a:t>
            </a:r>
          </a:p>
        </p:txBody>
      </p:sp>
      <p:sp>
        <p:nvSpPr>
          <p:cNvPr id="3" name="Content Placeholder 2">
            <a:extLst>
              <a:ext uri="{FF2B5EF4-FFF2-40B4-BE49-F238E27FC236}">
                <a16:creationId xmlns:a16="http://schemas.microsoft.com/office/drawing/2014/main" id="{F2BC18BB-2E60-1E87-B0CE-B2089835FA9E}"/>
              </a:ext>
            </a:extLst>
          </p:cNvPr>
          <p:cNvSpPr>
            <a:spLocks noGrp="1"/>
          </p:cNvSpPr>
          <p:nvPr>
            <p:ph idx="1"/>
          </p:nvPr>
        </p:nvSpPr>
        <p:spPr>
          <a:xfrm>
            <a:off x="838200" y="1263722"/>
            <a:ext cx="10515600" cy="4163354"/>
          </a:xfrm>
        </p:spPr>
        <p:txBody>
          <a:bodyPr/>
          <a:lstStyle/>
          <a:p>
            <a:r>
              <a:rPr lang="en-US" dirty="0"/>
              <a:t>Web searches, </a:t>
            </a:r>
          </a:p>
          <a:p>
            <a:r>
              <a:rPr lang="en-US" dirty="0"/>
              <a:t>Speech recognition, </a:t>
            </a:r>
          </a:p>
          <a:p>
            <a:r>
              <a:rPr lang="en-US" dirty="0"/>
              <a:t>Medical diagnosis from x-rays,</a:t>
            </a:r>
          </a:p>
          <a:p>
            <a:r>
              <a:rPr lang="en-US" dirty="0"/>
              <a:t>Developing self-driving cars. </a:t>
            </a:r>
          </a:p>
          <a:p>
            <a:r>
              <a:rPr lang="en-US" dirty="0"/>
              <a:t>Speech recognition, </a:t>
            </a:r>
          </a:p>
          <a:p>
            <a:r>
              <a:rPr lang="en-US" dirty="0"/>
              <a:t>Computer vision for google maps street view images, </a:t>
            </a:r>
          </a:p>
          <a:p>
            <a:r>
              <a:rPr lang="en-US" dirty="0"/>
              <a:t>Advertising.</a:t>
            </a:r>
          </a:p>
          <a:p>
            <a:r>
              <a:rPr lang="en-US" dirty="0"/>
              <a:t>Large scale agriculture </a:t>
            </a:r>
            <a:endParaRPr lang="en-PS" dirty="0"/>
          </a:p>
        </p:txBody>
      </p:sp>
      <p:sp>
        <p:nvSpPr>
          <p:cNvPr id="4" name="TextBox 3">
            <a:extLst>
              <a:ext uri="{FF2B5EF4-FFF2-40B4-BE49-F238E27FC236}">
                <a16:creationId xmlns:a16="http://schemas.microsoft.com/office/drawing/2014/main" id="{64551AA6-B5B6-DA58-4181-8F988C42AB24}"/>
              </a:ext>
            </a:extLst>
          </p:cNvPr>
          <p:cNvSpPr txBox="1"/>
          <p:nvPr/>
        </p:nvSpPr>
        <p:spPr>
          <a:xfrm>
            <a:off x="838200" y="5683046"/>
            <a:ext cx="9503756" cy="584775"/>
          </a:xfrm>
          <a:prstGeom prst="rect">
            <a:avLst/>
          </a:prstGeom>
          <a:noFill/>
        </p:spPr>
        <p:txBody>
          <a:bodyPr wrap="none" rtlCol="0">
            <a:spAutoFit/>
          </a:bodyPr>
          <a:lstStyle/>
          <a:p>
            <a:r>
              <a:rPr lang="en-PS" sz="3200" dirty="0">
                <a:solidFill>
                  <a:schemeClr val="accent1"/>
                </a:solidFill>
              </a:rPr>
              <a:t> </a:t>
            </a:r>
            <a:r>
              <a:rPr lang="en-PS" sz="3200" dirty="0">
                <a:solidFill>
                  <a:schemeClr val="accent1"/>
                </a:solidFill>
                <a:sym typeface="Wingdings" pitchFamily="2" charset="2"/>
              </a:rPr>
              <a:t> </a:t>
            </a:r>
            <a:r>
              <a:rPr lang="en-PS" sz="3200" dirty="0">
                <a:solidFill>
                  <a:schemeClr val="accent1"/>
                </a:solidFill>
              </a:rPr>
              <a:t>The solution of all of these tasks is machine learning </a:t>
            </a:r>
          </a:p>
        </p:txBody>
      </p:sp>
      <p:sp>
        <p:nvSpPr>
          <p:cNvPr id="5" name="Slide Number Placeholder 4">
            <a:extLst>
              <a:ext uri="{FF2B5EF4-FFF2-40B4-BE49-F238E27FC236}">
                <a16:creationId xmlns:a16="http://schemas.microsoft.com/office/drawing/2014/main" id="{67C56527-45E4-42AA-6908-C77D3BE80271}"/>
              </a:ext>
            </a:extLst>
          </p:cNvPr>
          <p:cNvSpPr>
            <a:spLocks noGrp="1"/>
          </p:cNvSpPr>
          <p:nvPr>
            <p:ph type="sldNum" sz="quarter" idx="12"/>
          </p:nvPr>
        </p:nvSpPr>
        <p:spPr/>
        <p:txBody>
          <a:bodyPr/>
          <a:lstStyle/>
          <a:p>
            <a:fld id="{F3D452E6-B841-3847-A8C5-7EC0C3BB5A96}" type="slidenum">
              <a:rPr lang="en-PS" smtClean="0"/>
              <a:t>9</a:t>
            </a:fld>
            <a:endParaRPr lang="en-PS"/>
          </a:p>
        </p:txBody>
      </p:sp>
    </p:spTree>
    <p:extLst>
      <p:ext uri="{BB962C8B-B14F-4D97-AF65-F5344CB8AC3E}">
        <p14:creationId xmlns:p14="http://schemas.microsoft.com/office/powerpoint/2010/main" val="1140092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B5AA6-6BFB-E203-6AE4-4D6954AA0D00}"/>
              </a:ext>
            </a:extLst>
          </p:cNvPr>
          <p:cNvSpPr>
            <a:spLocks noGrp="1"/>
          </p:cNvSpPr>
          <p:nvPr>
            <p:ph type="title"/>
          </p:nvPr>
        </p:nvSpPr>
        <p:spPr>
          <a:xfrm>
            <a:off x="458936" y="333716"/>
            <a:ext cx="6789029" cy="844243"/>
          </a:xfrm>
        </p:spPr>
        <p:txBody>
          <a:bodyPr>
            <a:normAutofit/>
          </a:bodyPr>
          <a:lstStyle/>
          <a:p>
            <a:r>
              <a:rPr lang="en-PS" sz="4000" b="1" dirty="0">
                <a:solidFill>
                  <a:srgbClr val="0432FF"/>
                </a:solidFill>
              </a:rPr>
              <a:t>Types of Machine Learning </a:t>
            </a:r>
          </a:p>
        </p:txBody>
      </p:sp>
      <p:sp>
        <p:nvSpPr>
          <p:cNvPr id="3" name="Content Placeholder 2">
            <a:extLst>
              <a:ext uri="{FF2B5EF4-FFF2-40B4-BE49-F238E27FC236}">
                <a16:creationId xmlns:a16="http://schemas.microsoft.com/office/drawing/2014/main" id="{DAC45D95-4A9C-84DD-C9D3-15B5E919FEFC}"/>
              </a:ext>
            </a:extLst>
          </p:cNvPr>
          <p:cNvSpPr>
            <a:spLocks noGrp="1"/>
          </p:cNvSpPr>
          <p:nvPr>
            <p:ph idx="1"/>
          </p:nvPr>
        </p:nvSpPr>
        <p:spPr>
          <a:xfrm>
            <a:off x="585377" y="1398351"/>
            <a:ext cx="5051323" cy="2907304"/>
          </a:xfrm>
        </p:spPr>
        <p:txBody>
          <a:bodyPr>
            <a:normAutofit/>
          </a:bodyPr>
          <a:lstStyle/>
          <a:p>
            <a:pPr>
              <a:lnSpc>
                <a:spcPct val="150000"/>
              </a:lnSpc>
            </a:pPr>
            <a:r>
              <a:rPr lang="en-US" sz="3200" dirty="0">
                <a:latin typeface="+mj-lt"/>
              </a:rPr>
              <a:t>Supervised Learning</a:t>
            </a:r>
          </a:p>
          <a:p>
            <a:pPr>
              <a:lnSpc>
                <a:spcPct val="150000"/>
              </a:lnSpc>
            </a:pPr>
            <a:r>
              <a:rPr lang="en-US" sz="3200" dirty="0">
                <a:latin typeface="+mj-lt"/>
              </a:rPr>
              <a:t>Unsupervised Learning</a:t>
            </a:r>
          </a:p>
          <a:p>
            <a:pPr>
              <a:lnSpc>
                <a:spcPct val="150000"/>
              </a:lnSpc>
            </a:pPr>
            <a:r>
              <a:rPr lang="en-US" sz="3200" dirty="0">
                <a:latin typeface="+mj-lt"/>
              </a:rPr>
              <a:t>Reinforcement Learning</a:t>
            </a:r>
            <a:endParaRPr lang="en-PS" sz="3200" dirty="0">
              <a:latin typeface="+mj-lt"/>
            </a:endParaRPr>
          </a:p>
        </p:txBody>
      </p:sp>
      <p:pic>
        <p:nvPicPr>
          <p:cNvPr id="1026" name="Picture 2" descr="Regression Analysis in Machine learning - Javatpoint">
            <a:extLst>
              <a:ext uri="{FF2B5EF4-FFF2-40B4-BE49-F238E27FC236}">
                <a16:creationId xmlns:a16="http://schemas.microsoft.com/office/drawing/2014/main" id="{EB74A7E2-4C48-A763-CB81-093603A33D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2191" y="672691"/>
            <a:ext cx="3079750" cy="24638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D7D50FC-F23E-CF77-BF8B-65F7BA08C6A1}"/>
              </a:ext>
            </a:extLst>
          </p:cNvPr>
          <p:cNvPicPr>
            <a:picLocks noChangeAspect="1"/>
          </p:cNvPicPr>
          <p:nvPr/>
        </p:nvPicPr>
        <p:blipFill>
          <a:blip r:embed="rId3"/>
          <a:stretch>
            <a:fillRect/>
          </a:stretch>
        </p:blipFill>
        <p:spPr>
          <a:xfrm>
            <a:off x="8510690" y="3429000"/>
            <a:ext cx="2739667" cy="2907304"/>
          </a:xfrm>
          <a:prstGeom prst="rect">
            <a:avLst/>
          </a:prstGeom>
        </p:spPr>
      </p:pic>
      <p:pic>
        <p:nvPicPr>
          <p:cNvPr id="1032" name="Picture 8" descr="What Is a Robot? - ROBOTS: Your Guide to the World of Robotics">
            <a:extLst>
              <a:ext uri="{FF2B5EF4-FFF2-40B4-BE49-F238E27FC236}">
                <a16:creationId xmlns:a16="http://schemas.microsoft.com/office/drawing/2014/main" id="{784FA05F-90FF-13EF-E856-1819AE2033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7587" y="4648202"/>
            <a:ext cx="2546555" cy="190991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362E224-090D-9BF7-BD13-A55C29223111}"/>
              </a:ext>
            </a:extLst>
          </p:cNvPr>
          <p:cNvSpPr>
            <a:spLocks noGrp="1"/>
          </p:cNvSpPr>
          <p:nvPr>
            <p:ph type="sldNum" sz="quarter" idx="12"/>
          </p:nvPr>
        </p:nvSpPr>
        <p:spPr/>
        <p:txBody>
          <a:bodyPr/>
          <a:lstStyle/>
          <a:p>
            <a:fld id="{F3D452E6-B841-3847-A8C5-7EC0C3BB5A96}" type="slidenum">
              <a:rPr lang="en-PS" smtClean="0"/>
              <a:t>10</a:t>
            </a:fld>
            <a:endParaRPr lang="en-PS"/>
          </a:p>
        </p:txBody>
      </p:sp>
    </p:spTree>
    <p:extLst>
      <p:ext uri="{BB962C8B-B14F-4D97-AF65-F5344CB8AC3E}">
        <p14:creationId xmlns:p14="http://schemas.microsoft.com/office/powerpoint/2010/main" val="1675189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0DF13-6DBD-D478-7F0A-A4B2CBB6D1C6}"/>
              </a:ext>
            </a:extLst>
          </p:cNvPr>
          <p:cNvSpPr>
            <a:spLocks noGrp="1"/>
          </p:cNvSpPr>
          <p:nvPr>
            <p:ph type="title"/>
          </p:nvPr>
        </p:nvSpPr>
        <p:spPr>
          <a:xfrm>
            <a:off x="405581" y="283496"/>
            <a:ext cx="10515600" cy="563669"/>
          </a:xfrm>
        </p:spPr>
        <p:txBody>
          <a:bodyPr>
            <a:normAutofit fontScale="90000"/>
          </a:bodyPr>
          <a:lstStyle/>
          <a:p>
            <a:r>
              <a:rPr lang="en-PS" dirty="0">
                <a:solidFill>
                  <a:srgbClr val="0432FF"/>
                </a:solidFill>
              </a:rPr>
              <a:t>Supervised Learning</a:t>
            </a:r>
          </a:p>
        </p:txBody>
      </p:sp>
      <p:pic>
        <p:nvPicPr>
          <p:cNvPr id="4" name="Picture 2" descr="Regression Analysis in Machine learning - Javatpoint">
            <a:extLst>
              <a:ext uri="{FF2B5EF4-FFF2-40B4-BE49-F238E27FC236}">
                <a16:creationId xmlns:a16="http://schemas.microsoft.com/office/drawing/2014/main" id="{C1D6F533-E0E8-1D48-965E-4A9604B048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2052" y="283496"/>
            <a:ext cx="6087680" cy="4870144"/>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EE4EA2AC-12F2-36EC-38A5-6CBF888DF483}"/>
              </a:ext>
            </a:extLst>
          </p:cNvPr>
          <p:cNvSpPr>
            <a:spLocks noGrp="1"/>
          </p:cNvSpPr>
          <p:nvPr>
            <p:ph type="sldNum" sz="quarter" idx="12"/>
          </p:nvPr>
        </p:nvSpPr>
        <p:spPr/>
        <p:txBody>
          <a:bodyPr/>
          <a:lstStyle/>
          <a:p>
            <a:fld id="{F3D452E6-B841-3847-A8C5-7EC0C3BB5A96}" type="slidenum">
              <a:rPr lang="en-PS" smtClean="0"/>
              <a:t>11</a:t>
            </a:fld>
            <a:endParaRPr lang="en-PS"/>
          </a:p>
        </p:txBody>
      </p:sp>
      <p:graphicFrame>
        <p:nvGraphicFramePr>
          <p:cNvPr id="8" name="Table 7">
            <a:extLst>
              <a:ext uri="{FF2B5EF4-FFF2-40B4-BE49-F238E27FC236}">
                <a16:creationId xmlns:a16="http://schemas.microsoft.com/office/drawing/2014/main" id="{340FCE12-6EAF-DF41-8B68-BC4FE1D05C9D}"/>
              </a:ext>
            </a:extLst>
          </p:cNvPr>
          <p:cNvGraphicFramePr>
            <a:graphicFrameLocks noGrp="1"/>
          </p:cNvGraphicFramePr>
          <p:nvPr>
            <p:extLst>
              <p:ext uri="{D42A27DB-BD31-4B8C-83A1-F6EECF244321}">
                <p14:modId xmlns:p14="http://schemas.microsoft.com/office/powerpoint/2010/main" val="4157627769"/>
              </p:ext>
            </p:extLst>
          </p:nvPr>
        </p:nvGraphicFramePr>
        <p:xfrm>
          <a:off x="607285" y="1143000"/>
          <a:ext cx="3991609" cy="4061010"/>
        </p:xfrm>
        <a:graphic>
          <a:graphicData uri="http://schemas.openxmlformats.org/drawingml/2006/table">
            <a:tbl>
              <a:tblPr/>
              <a:tblGrid>
                <a:gridCol w="2318459">
                  <a:extLst>
                    <a:ext uri="{9D8B030D-6E8A-4147-A177-3AD203B41FA5}">
                      <a16:colId xmlns:a16="http://schemas.microsoft.com/office/drawing/2014/main" val="3339736332"/>
                    </a:ext>
                  </a:extLst>
                </a:gridCol>
                <a:gridCol w="1673150">
                  <a:extLst>
                    <a:ext uri="{9D8B030D-6E8A-4147-A177-3AD203B41FA5}">
                      <a16:colId xmlns:a16="http://schemas.microsoft.com/office/drawing/2014/main" val="445204814"/>
                    </a:ext>
                  </a:extLst>
                </a:gridCol>
              </a:tblGrid>
              <a:tr h="406101">
                <a:tc>
                  <a:txBody>
                    <a:bodyPr/>
                    <a:lstStyle/>
                    <a:p>
                      <a:r>
                        <a:rPr lang="en-US" sz="2000"/>
                        <a:t>Experience (years)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Salary (USD)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8099212"/>
                  </a:ext>
                </a:extLst>
              </a:tr>
              <a:tr h="406101">
                <a:tc>
                  <a:txBody>
                    <a:bodyPr/>
                    <a:lstStyle/>
                    <a:p>
                      <a:r>
                        <a:rPr lang="en-IL" sz="20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sz="2000" dirty="0"/>
                        <a:t>40,000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9348086"/>
                  </a:ext>
                </a:extLst>
              </a:tr>
              <a:tr h="406101">
                <a:tc>
                  <a:txBody>
                    <a:bodyPr/>
                    <a:lstStyle/>
                    <a:p>
                      <a:r>
                        <a:rPr lang="en-IL" sz="20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sz="2000"/>
                        <a:t>48,000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9806646"/>
                  </a:ext>
                </a:extLst>
              </a:tr>
              <a:tr h="406101">
                <a:tc>
                  <a:txBody>
                    <a:bodyPr/>
                    <a:lstStyle/>
                    <a:p>
                      <a:r>
                        <a:rPr lang="en-IL" sz="200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sz="2000"/>
                        <a:t>55,000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665044"/>
                  </a:ext>
                </a:extLst>
              </a:tr>
              <a:tr h="406101">
                <a:tc>
                  <a:txBody>
                    <a:bodyPr/>
                    <a:lstStyle/>
                    <a:p>
                      <a:r>
                        <a:rPr lang="en-IL" sz="20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sz="2000"/>
                        <a:t>62,000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5851050"/>
                  </a:ext>
                </a:extLst>
              </a:tr>
              <a:tr h="406101">
                <a:tc>
                  <a:txBody>
                    <a:bodyPr/>
                    <a:lstStyle/>
                    <a:p>
                      <a:r>
                        <a:rPr lang="en-IL" sz="200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sz="2000"/>
                        <a:t>70,000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6612764"/>
                  </a:ext>
                </a:extLst>
              </a:tr>
              <a:tr h="406101">
                <a:tc>
                  <a:txBody>
                    <a:bodyPr/>
                    <a:lstStyle/>
                    <a:p>
                      <a:r>
                        <a:rPr lang="en-IL" sz="200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sz="2000"/>
                        <a:t>78,000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2304562"/>
                  </a:ext>
                </a:extLst>
              </a:tr>
              <a:tr h="406101">
                <a:tc>
                  <a:txBody>
                    <a:bodyPr/>
                    <a:lstStyle/>
                    <a:p>
                      <a:r>
                        <a:rPr lang="en-IL" sz="200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sz="2000" dirty="0"/>
                        <a:t>90,000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6807188"/>
                  </a:ext>
                </a:extLst>
              </a:tr>
              <a:tr h="406101">
                <a:tc>
                  <a:txBody>
                    <a:bodyPr/>
                    <a:lstStyle/>
                    <a:p>
                      <a:r>
                        <a:rPr lang="en-IL" sz="2000"/>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sz="2000"/>
                        <a:t>105,000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7710688"/>
                  </a:ext>
                </a:extLst>
              </a:tr>
              <a:tr h="406101">
                <a:tc>
                  <a:txBody>
                    <a:bodyPr/>
                    <a:lstStyle/>
                    <a:p>
                      <a:r>
                        <a:rPr lang="en-IL" sz="200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sz="2000" dirty="0"/>
                        <a:t>118,000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5465656"/>
                  </a:ext>
                </a:extLst>
              </a:tr>
            </a:tbl>
          </a:graphicData>
        </a:graphic>
      </p:graphicFrame>
      <p:sp>
        <p:nvSpPr>
          <p:cNvPr id="11" name="TextBox 10">
            <a:extLst>
              <a:ext uri="{FF2B5EF4-FFF2-40B4-BE49-F238E27FC236}">
                <a16:creationId xmlns:a16="http://schemas.microsoft.com/office/drawing/2014/main" id="{5A7B3FB7-5590-5443-B17A-088A3C8A41CD}"/>
              </a:ext>
            </a:extLst>
          </p:cNvPr>
          <p:cNvSpPr txBox="1"/>
          <p:nvPr/>
        </p:nvSpPr>
        <p:spPr>
          <a:xfrm>
            <a:off x="302487" y="5472951"/>
            <a:ext cx="11342666" cy="1384995"/>
          </a:xfrm>
          <a:prstGeom prst="rect">
            <a:avLst/>
          </a:prstGeom>
          <a:noFill/>
        </p:spPr>
        <p:txBody>
          <a:bodyPr wrap="square">
            <a:spAutoFit/>
          </a:bodyPr>
          <a:lstStyle/>
          <a:p>
            <a:r>
              <a:rPr lang="en-US" sz="2800" dirty="0"/>
              <a:t>Supervised learning trains a model using labeled examples—like experience paired with salary—so it can learn the relationship and predict salaries for new experience values.</a:t>
            </a:r>
            <a:endParaRPr lang="en-IL" sz="2800" dirty="0"/>
          </a:p>
        </p:txBody>
      </p:sp>
    </p:spTree>
    <p:extLst>
      <p:ext uri="{BB962C8B-B14F-4D97-AF65-F5344CB8AC3E}">
        <p14:creationId xmlns:p14="http://schemas.microsoft.com/office/powerpoint/2010/main" val="1536744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A7F3-C57A-D772-17C1-1854D2F67377}"/>
              </a:ext>
            </a:extLst>
          </p:cNvPr>
          <p:cNvSpPr>
            <a:spLocks noGrp="1"/>
          </p:cNvSpPr>
          <p:nvPr>
            <p:ph type="title"/>
          </p:nvPr>
        </p:nvSpPr>
        <p:spPr>
          <a:xfrm>
            <a:off x="612058" y="315964"/>
            <a:ext cx="10515600" cy="1325563"/>
          </a:xfrm>
        </p:spPr>
        <p:txBody>
          <a:bodyPr/>
          <a:lstStyle/>
          <a:p>
            <a:r>
              <a:rPr lang="en-US" i="0" dirty="0">
                <a:solidFill>
                  <a:schemeClr val="accent1"/>
                </a:solidFill>
                <a:effectLst/>
                <a:latin typeface="Söhne"/>
              </a:rPr>
              <a:t>Unsupervised Learning</a:t>
            </a:r>
            <a:endParaRPr lang="en-PS" dirty="0">
              <a:solidFill>
                <a:schemeClr val="accent1"/>
              </a:solidFill>
            </a:endParaRPr>
          </a:p>
        </p:txBody>
      </p:sp>
      <p:sp>
        <p:nvSpPr>
          <p:cNvPr id="3" name="Content Placeholder 2">
            <a:extLst>
              <a:ext uri="{FF2B5EF4-FFF2-40B4-BE49-F238E27FC236}">
                <a16:creationId xmlns:a16="http://schemas.microsoft.com/office/drawing/2014/main" id="{9174255E-6AE3-7CCF-513A-A7B5E9BDB7B5}"/>
              </a:ext>
            </a:extLst>
          </p:cNvPr>
          <p:cNvSpPr>
            <a:spLocks noGrp="1"/>
          </p:cNvSpPr>
          <p:nvPr>
            <p:ph idx="1"/>
          </p:nvPr>
        </p:nvSpPr>
        <p:spPr>
          <a:xfrm>
            <a:off x="710381" y="1641527"/>
            <a:ext cx="5159477" cy="4351338"/>
          </a:xfrm>
        </p:spPr>
        <p:txBody>
          <a:bodyPr/>
          <a:lstStyle/>
          <a:p>
            <a:pPr marL="0" indent="0">
              <a:buNone/>
            </a:pPr>
            <a:r>
              <a:rPr lang="en-US" dirty="0"/>
              <a:t>Unsupervised learning, on the other hand, focuses on finding inherent structures or patterns within data without the assistance of labeled information. </a:t>
            </a:r>
          </a:p>
          <a:p>
            <a:pPr marL="0" indent="0">
              <a:buNone/>
            </a:pPr>
            <a:r>
              <a:rPr lang="en-US" dirty="0"/>
              <a:t>For instance, it can group customers with similar purchasing behaviors in e-commerce, helping businesses offer more targeted recommendations.</a:t>
            </a:r>
            <a:endParaRPr lang="en-PS" dirty="0"/>
          </a:p>
        </p:txBody>
      </p:sp>
      <p:sp>
        <p:nvSpPr>
          <p:cNvPr id="5" name="Slide Number Placeholder 4">
            <a:extLst>
              <a:ext uri="{FF2B5EF4-FFF2-40B4-BE49-F238E27FC236}">
                <a16:creationId xmlns:a16="http://schemas.microsoft.com/office/drawing/2014/main" id="{DBA244AA-BE46-D6EB-9AA1-76408237A8D5}"/>
              </a:ext>
            </a:extLst>
          </p:cNvPr>
          <p:cNvSpPr>
            <a:spLocks noGrp="1"/>
          </p:cNvSpPr>
          <p:nvPr>
            <p:ph type="sldNum" sz="quarter" idx="12"/>
          </p:nvPr>
        </p:nvSpPr>
        <p:spPr/>
        <p:txBody>
          <a:bodyPr/>
          <a:lstStyle/>
          <a:p>
            <a:fld id="{F3D452E6-B841-3847-A8C5-7EC0C3BB5A96}" type="slidenum">
              <a:rPr lang="en-PS" smtClean="0"/>
              <a:t>12</a:t>
            </a:fld>
            <a:endParaRPr lang="en-PS"/>
          </a:p>
        </p:txBody>
      </p:sp>
      <p:pic>
        <p:nvPicPr>
          <p:cNvPr id="7" name="Picture 6">
            <a:extLst>
              <a:ext uri="{FF2B5EF4-FFF2-40B4-BE49-F238E27FC236}">
                <a16:creationId xmlns:a16="http://schemas.microsoft.com/office/drawing/2014/main" id="{1EF41324-DD74-6542-9B61-0FA2555D1159}"/>
              </a:ext>
            </a:extLst>
          </p:cNvPr>
          <p:cNvPicPr>
            <a:picLocks noChangeAspect="1"/>
          </p:cNvPicPr>
          <p:nvPr/>
        </p:nvPicPr>
        <p:blipFill>
          <a:blip r:embed="rId2"/>
          <a:stretch>
            <a:fillRect/>
          </a:stretch>
        </p:blipFill>
        <p:spPr>
          <a:xfrm>
            <a:off x="6096000" y="676275"/>
            <a:ext cx="5692058" cy="5814205"/>
          </a:xfrm>
          <a:prstGeom prst="rect">
            <a:avLst/>
          </a:prstGeom>
        </p:spPr>
      </p:pic>
    </p:spTree>
    <p:extLst>
      <p:ext uri="{BB962C8B-B14F-4D97-AF65-F5344CB8AC3E}">
        <p14:creationId xmlns:p14="http://schemas.microsoft.com/office/powerpoint/2010/main" val="4042054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2C948-7051-45C5-9E45-DCECBD98EE64}"/>
              </a:ext>
            </a:extLst>
          </p:cNvPr>
          <p:cNvSpPr>
            <a:spLocks noGrp="1"/>
          </p:cNvSpPr>
          <p:nvPr>
            <p:ph type="title"/>
          </p:nvPr>
        </p:nvSpPr>
        <p:spPr>
          <a:xfrm>
            <a:off x="617213" y="256970"/>
            <a:ext cx="10515600" cy="944791"/>
          </a:xfrm>
        </p:spPr>
        <p:txBody>
          <a:bodyPr/>
          <a:lstStyle/>
          <a:p>
            <a:r>
              <a:rPr lang="en-US" dirty="0">
                <a:solidFill>
                  <a:srgbClr val="0432FF"/>
                </a:solidFill>
              </a:rPr>
              <a:t>Reinforcement Learning</a:t>
            </a:r>
            <a:endParaRPr lang="en-PS" dirty="0">
              <a:solidFill>
                <a:srgbClr val="0432FF"/>
              </a:solidFill>
            </a:endParaRPr>
          </a:p>
        </p:txBody>
      </p:sp>
      <p:sp>
        <p:nvSpPr>
          <p:cNvPr id="3" name="Content Placeholder 2">
            <a:extLst>
              <a:ext uri="{FF2B5EF4-FFF2-40B4-BE49-F238E27FC236}">
                <a16:creationId xmlns:a16="http://schemas.microsoft.com/office/drawing/2014/main" id="{617CEE9A-B2FA-07BD-294E-31376713CFDE}"/>
              </a:ext>
            </a:extLst>
          </p:cNvPr>
          <p:cNvSpPr>
            <a:spLocks noGrp="1"/>
          </p:cNvSpPr>
          <p:nvPr>
            <p:ph idx="1"/>
          </p:nvPr>
        </p:nvSpPr>
        <p:spPr>
          <a:xfrm>
            <a:off x="617213" y="1344707"/>
            <a:ext cx="5601929" cy="5376768"/>
          </a:xfrm>
        </p:spPr>
        <p:txBody>
          <a:bodyPr>
            <a:normAutofit/>
          </a:bodyPr>
          <a:lstStyle/>
          <a:p>
            <a:pPr marL="0" indent="0">
              <a:buNone/>
            </a:pPr>
            <a:r>
              <a:rPr lang="en-US" dirty="0"/>
              <a:t>Reinforcement learning involves training agents to make a sequence of decisions in a dynamic environment. </a:t>
            </a:r>
          </a:p>
          <a:p>
            <a:pPr marL="0" indent="0">
              <a:buNone/>
            </a:pPr>
            <a:r>
              <a:rPr lang="en-US" dirty="0"/>
              <a:t>It's like teaching a robot to navigate a complex maze or a game character to make optimal moves. The agent learns by receiving rewards or penalties for its actions, gradually improving its decision-making process.</a:t>
            </a:r>
            <a:endParaRPr lang="en-PS" dirty="0"/>
          </a:p>
        </p:txBody>
      </p:sp>
      <p:pic>
        <p:nvPicPr>
          <p:cNvPr id="4" name="Picture 8" descr="What Is a Robot? - ROBOTS: Your Guide to the World of Robotics">
            <a:extLst>
              <a:ext uri="{FF2B5EF4-FFF2-40B4-BE49-F238E27FC236}">
                <a16:creationId xmlns:a16="http://schemas.microsoft.com/office/drawing/2014/main" id="{5AC05313-7E93-4383-D1A6-EC6A642B60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4310" y="2091377"/>
            <a:ext cx="4500477" cy="337535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0B745893-8B7E-6AD7-8917-9436F7E68403}"/>
              </a:ext>
            </a:extLst>
          </p:cNvPr>
          <p:cNvSpPr>
            <a:spLocks noGrp="1"/>
          </p:cNvSpPr>
          <p:nvPr>
            <p:ph type="sldNum" sz="quarter" idx="12"/>
          </p:nvPr>
        </p:nvSpPr>
        <p:spPr/>
        <p:txBody>
          <a:bodyPr/>
          <a:lstStyle/>
          <a:p>
            <a:fld id="{F3D452E6-B841-3847-A8C5-7EC0C3BB5A96}" type="slidenum">
              <a:rPr lang="en-PS" smtClean="0"/>
              <a:t>13</a:t>
            </a:fld>
            <a:endParaRPr lang="en-PS"/>
          </a:p>
        </p:txBody>
      </p:sp>
    </p:spTree>
    <p:extLst>
      <p:ext uri="{BB962C8B-B14F-4D97-AF65-F5344CB8AC3E}">
        <p14:creationId xmlns:p14="http://schemas.microsoft.com/office/powerpoint/2010/main" val="536919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97B3D-571E-53C1-7EDE-876651A97161}"/>
              </a:ext>
            </a:extLst>
          </p:cNvPr>
          <p:cNvSpPr>
            <a:spLocks noGrp="1"/>
          </p:cNvSpPr>
          <p:nvPr>
            <p:ph type="title"/>
          </p:nvPr>
        </p:nvSpPr>
        <p:spPr>
          <a:xfrm>
            <a:off x="513736" y="129150"/>
            <a:ext cx="10515600" cy="863907"/>
          </a:xfrm>
        </p:spPr>
        <p:txBody>
          <a:bodyPr/>
          <a:lstStyle/>
          <a:p>
            <a:r>
              <a:rPr lang="en-US" i="0" dirty="0">
                <a:solidFill>
                  <a:schemeClr val="accent1"/>
                </a:solidFill>
                <a:effectLst/>
                <a:latin typeface="Söhne"/>
              </a:rPr>
              <a:t>Applications of Machine Learning</a:t>
            </a:r>
            <a:endParaRPr lang="en-PS" dirty="0">
              <a:solidFill>
                <a:schemeClr val="accent1"/>
              </a:solidFill>
            </a:endParaRPr>
          </a:p>
        </p:txBody>
      </p:sp>
      <p:sp>
        <p:nvSpPr>
          <p:cNvPr id="3" name="Content Placeholder 2">
            <a:extLst>
              <a:ext uri="{FF2B5EF4-FFF2-40B4-BE49-F238E27FC236}">
                <a16:creationId xmlns:a16="http://schemas.microsoft.com/office/drawing/2014/main" id="{0DD67F76-1F39-CF65-2CE8-63042A4EA5DC}"/>
              </a:ext>
            </a:extLst>
          </p:cNvPr>
          <p:cNvSpPr>
            <a:spLocks noGrp="1"/>
          </p:cNvSpPr>
          <p:nvPr>
            <p:ph idx="1"/>
          </p:nvPr>
        </p:nvSpPr>
        <p:spPr>
          <a:xfrm>
            <a:off x="513736" y="1229032"/>
            <a:ext cx="10840064" cy="4947931"/>
          </a:xfrm>
        </p:spPr>
        <p:txBody>
          <a:bodyPr>
            <a:normAutofit lnSpcReduction="10000"/>
          </a:bodyPr>
          <a:lstStyle/>
          <a:p>
            <a:r>
              <a:rPr lang="en-US" dirty="0">
                <a:solidFill>
                  <a:srgbClr val="C00000"/>
                </a:solidFill>
              </a:rPr>
              <a:t>Image and Speech Recognition</a:t>
            </a:r>
          </a:p>
          <a:p>
            <a:pPr marL="0" indent="0">
              <a:buNone/>
            </a:pPr>
            <a:r>
              <a:rPr lang="en-US" dirty="0"/>
              <a:t>        Examples: Facial recognition, voice assistants</a:t>
            </a:r>
          </a:p>
          <a:p>
            <a:r>
              <a:rPr lang="en-US" dirty="0">
                <a:solidFill>
                  <a:srgbClr val="C00000"/>
                </a:solidFill>
              </a:rPr>
              <a:t>Natural Language Processing (NLP)</a:t>
            </a:r>
          </a:p>
          <a:p>
            <a:pPr marL="0" indent="0">
              <a:buNone/>
            </a:pPr>
            <a:r>
              <a:rPr lang="en-US" dirty="0"/>
              <a:t>        Examples: Chatbots, language translation, sentiment analysis</a:t>
            </a:r>
          </a:p>
          <a:p>
            <a:r>
              <a:rPr lang="en-US" dirty="0">
                <a:solidFill>
                  <a:srgbClr val="C00000"/>
                </a:solidFill>
              </a:rPr>
              <a:t>Recommendation Systems</a:t>
            </a:r>
          </a:p>
          <a:p>
            <a:pPr marL="0" indent="0">
              <a:buNone/>
            </a:pPr>
            <a:r>
              <a:rPr lang="en-US" dirty="0"/>
              <a:t>       Examples: Product recommendations, movie suggestions</a:t>
            </a:r>
          </a:p>
          <a:p>
            <a:r>
              <a:rPr lang="en-US" dirty="0">
                <a:solidFill>
                  <a:srgbClr val="C00000"/>
                </a:solidFill>
              </a:rPr>
              <a:t>Autonomous Vehicles</a:t>
            </a:r>
          </a:p>
          <a:p>
            <a:pPr marL="0" indent="0">
              <a:buNone/>
            </a:pPr>
            <a:r>
              <a:rPr lang="en-US" dirty="0"/>
              <a:t>        Examples: Self-driving cars, autonomous drones</a:t>
            </a:r>
          </a:p>
          <a:p>
            <a:r>
              <a:rPr lang="en-US" dirty="0">
                <a:solidFill>
                  <a:srgbClr val="C00000"/>
                </a:solidFill>
              </a:rPr>
              <a:t>Healthcare and Medical Diagnosing </a:t>
            </a:r>
          </a:p>
          <a:p>
            <a:pPr marL="0" indent="0">
              <a:buNone/>
            </a:pPr>
            <a:r>
              <a:rPr lang="en-US" dirty="0"/>
              <a:t>       Examples: Disease detection, personalized treatment, drug discovery</a:t>
            </a:r>
            <a:endParaRPr lang="en-PS" dirty="0"/>
          </a:p>
        </p:txBody>
      </p:sp>
      <p:sp>
        <p:nvSpPr>
          <p:cNvPr id="4" name="Slide Number Placeholder 3">
            <a:extLst>
              <a:ext uri="{FF2B5EF4-FFF2-40B4-BE49-F238E27FC236}">
                <a16:creationId xmlns:a16="http://schemas.microsoft.com/office/drawing/2014/main" id="{876B2AA5-1A44-1AFE-ADAB-404F5049FB58}"/>
              </a:ext>
            </a:extLst>
          </p:cNvPr>
          <p:cNvSpPr>
            <a:spLocks noGrp="1"/>
          </p:cNvSpPr>
          <p:nvPr>
            <p:ph type="sldNum" sz="quarter" idx="12"/>
          </p:nvPr>
        </p:nvSpPr>
        <p:spPr/>
        <p:txBody>
          <a:bodyPr/>
          <a:lstStyle/>
          <a:p>
            <a:fld id="{F3D452E6-B841-3847-A8C5-7EC0C3BB5A96}" type="slidenum">
              <a:rPr lang="en-PS" smtClean="0"/>
              <a:t>14</a:t>
            </a:fld>
            <a:endParaRPr lang="en-PS"/>
          </a:p>
        </p:txBody>
      </p:sp>
    </p:spTree>
    <p:extLst>
      <p:ext uri="{BB962C8B-B14F-4D97-AF65-F5344CB8AC3E}">
        <p14:creationId xmlns:p14="http://schemas.microsoft.com/office/powerpoint/2010/main" val="1704433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16C15-1F64-047C-E588-34DD92413B8D}"/>
              </a:ext>
            </a:extLst>
          </p:cNvPr>
          <p:cNvSpPr>
            <a:spLocks noGrp="1"/>
          </p:cNvSpPr>
          <p:nvPr>
            <p:ph type="title"/>
          </p:nvPr>
        </p:nvSpPr>
        <p:spPr>
          <a:xfrm>
            <a:off x="838200" y="365125"/>
            <a:ext cx="10515600" cy="898899"/>
          </a:xfrm>
        </p:spPr>
        <p:txBody>
          <a:bodyPr/>
          <a:lstStyle/>
          <a:p>
            <a:r>
              <a:rPr lang="en-US" dirty="0">
                <a:solidFill>
                  <a:srgbClr val="0432FF"/>
                </a:solidFill>
              </a:rPr>
              <a:t>Unlocking Value of Machine Learning:</a:t>
            </a:r>
            <a:endParaRPr lang="en-PS" dirty="0">
              <a:solidFill>
                <a:srgbClr val="0432FF"/>
              </a:solidFill>
            </a:endParaRPr>
          </a:p>
        </p:txBody>
      </p:sp>
      <p:sp>
        <p:nvSpPr>
          <p:cNvPr id="3" name="Content Placeholder 2">
            <a:extLst>
              <a:ext uri="{FF2B5EF4-FFF2-40B4-BE49-F238E27FC236}">
                <a16:creationId xmlns:a16="http://schemas.microsoft.com/office/drawing/2014/main" id="{824BE35C-E76F-871A-B4CD-EC2B51DA0B66}"/>
              </a:ext>
            </a:extLst>
          </p:cNvPr>
          <p:cNvSpPr>
            <a:spLocks noGrp="1"/>
          </p:cNvSpPr>
          <p:nvPr>
            <p:ph idx="1"/>
          </p:nvPr>
        </p:nvSpPr>
        <p:spPr/>
        <p:txBody>
          <a:bodyPr/>
          <a:lstStyle/>
          <a:p>
            <a:r>
              <a:rPr lang="en-US" dirty="0"/>
              <a:t>AI and ML are expected to add </a:t>
            </a:r>
            <a:r>
              <a:rPr lang="en-US" b="1" dirty="0"/>
              <a:t>$13 trillion USD</a:t>
            </a:r>
            <a:r>
              <a:rPr lang="en-US" dirty="0"/>
              <a:t> in value by 2030.</a:t>
            </a:r>
          </a:p>
          <a:p>
            <a:r>
              <a:rPr lang="en-US" dirty="0"/>
              <a:t>Rapid global growth driven by </a:t>
            </a:r>
            <a:r>
              <a:rPr lang="en-US" b="1" dirty="0"/>
              <a:t>generative AI</a:t>
            </a:r>
            <a:r>
              <a:rPr lang="en-US" dirty="0"/>
              <a:t> and automation.</a:t>
            </a:r>
          </a:p>
          <a:p>
            <a:r>
              <a:rPr lang="en-US" dirty="0"/>
              <a:t>ML is expanding beyond software into </a:t>
            </a:r>
            <a:r>
              <a:rPr lang="en-US" b="1" dirty="0"/>
              <a:t>healthcare, finance, retail, energy, and transportation</a:t>
            </a:r>
            <a:r>
              <a:rPr lang="en-US" dirty="0"/>
              <a:t>.</a:t>
            </a:r>
          </a:p>
          <a:p>
            <a:r>
              <a:rPr lang="en-US" dirty="0"/>
              <a:t>Countries and companies are investing heavily in AI adoption.</a:t>
            </a:r>
          </a:p>
          <a:p>
            <a:r>
              <a:rPr lang="en-US" dirty="0"/>
              <a:t>Demand for ML talent is rising fast—making now the best time to learn ML.</a:t>
            </a:r>
          </a:p>
          <a:p>
            <a:endParaRPr lang="en-PS" dirty="0"/>
          </a:p>
        </p:txBody>
      </p:sp>
      <p:sp>
        <p:nvSpPr>
          <p:cNvPr id="4" name="Slide Number Placeholder 3">
            <a:extLst>
              <a:ext uri="{FF2B5EF4-FFF2-40B4-BE49-F238E27FC236}">
                <a16:creationId xmlns:a16="http://schemas.microsoft.com/office/drawing/2014/main" id="{C007F983-7AE1-AB7A-C87A-C7AC801D41AE}"/>
              </a:ext>
            </a:extLst>
          </p:cNvPr>
          <p:cNvSpPr>
            <a:spLocks noGrp="1"/>
          </p:cNvSpPr>
          <p:nvPr>
            <p:ph type="sldNum" sz="quarter" idx="12"/>
          </p:nvPr>
        </p:nvSpPr>
        <p:spPr/>
        <p:txBody>
          <a:bodyPr/>
          <a:lstStyle/>
          <a:p>
            <a:fld id="{F3D452E6-B841-3847-A8C5-7EC0C3BB5A96}" type="slidenum">
              <a:rPr lang="en-PS" smtClean="0"/>
              <a:t>15</a:t>
            </a:fld>
            <a:endParaRPr lang="en-PS"/>
          </a:p>
        </p:txBody>
      </p:sp>
    </p:spTree>
    <p:extLst>
      <p:ext uri="{BB962C8B-B14F-4D97-AF65-F5344CB8AC3E}">
        <p14:creationId xmlns:p14="http://schemas.microsoft.com/office/powerpoint/2010/main" val="615217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A4109-D561-5FD3-26EF-562434D14EB9}"/>
              </a:ext>
            </a:extLst>
          </p:cNvPr>
          <p:cNvSpPr>
            <a:spLocks noGrp="1"/>
          </p:cNvSpPr>
          <p:nvPr>
            <p:ph type="title"/>
          </p:nvPr>
        </p:nvSpPr>
        <p:spPr/>
        <p:txBody>
          <a:bodyPr/>
          <a:lstStyle/>
          <a:p>
            <a:r>
              <a:rPr lang="en-PS" dirty="0">
                <a:solidFill>
                  <a:schemeClr val="accent1"/>
                </a:solidFill>
              </a:rPr>
              <a:t>Conclusion</a:t>
            </a:r>
          </a:p>
        </p:txBody>
      </p:sp>
      <p:sp>
        <p:nvSpPr>
          <p:cNvPr id="3" name="Content Placeholder 2">
            <a:extLst>
              <a:ext uri="{FF2B5EF4-FFF2-40B4-BE49-F238E27FC236}">
                <a16:creationId xmlns:a16="http://schemas.microsoft.com/office/drawing/2014/main" id="{626C9EFC-B9E7-871B-7A1A-7DF0D4FEC2A0}"/>
              </a:ext>
            </a:extLst>
          </p:cNvPr>
          <p:cNvSpPr>
            <a:spLocks noGrp="1"/>
          </p:cNvSpPr>
          <p:nvPr>
            <p:ph idx="1"/>
          </p:nvPr>
        </p:nvSpPr>
        <p:spPr/>
        <p:txBody>
          <a:bodyPr/>
          <a:lstStyle/>
          <a:p>
            <a:pPr marL="0" indent="0">
              <a:buNone/>
            </a:pPr>
            <a:r>
              <a:rPr lang="en-US" dirty="0"/>
              <a:t>Machine learning is not just a buzzword but a transformative technology with applications in numerous domains. </a:t>
            </a:r>
          </a:p>
          <a:p>
            <a:pPr marL="0" indent="0">
              <a:buNone/>
            </a:pPr>
            <a:r>
              <a:rPr lang="en-US" dirty="0"/>
              <a:t>It empowers computers to handle complex tasks, make accurate predictions, and unlock the potential of data-driven decision-making. As we continue to advance in this field, the possibilities are endless.</a:t>
            </a:r>
            <a:endParaRPr lang="en-PS" dirty="0"/>
          </a:p>
        </p:txBody>
      </p:sp>
      <p:sp>
        <p:nvSpPr>
          <p:cNvPr id="4" name="Slide Number Placeholder 3">
            <a:extLst>
              <a:ext uri="{FF2B5EF4-FFF2-40B4-BE49-F238E27FC236}">
                <a16:creationId xmlns:a16="http://schemas.microsoft.com/office/drawing/2014/main" id="{71D3187F-8E8A-0738-C310-6DA1ED32B29A}"/>
              </a:ext>
            </a:extLst>
          </p:cNvPr>
          <p:cNvSpPr>
            <a:spLocks noGrp="1"/>
          </p:cNvSpPr>
          <p:nvPr>
            <p:ph type="sldNum" sz="quarter" idx="12"/>
          </p:nvPr>
        </p:nvSpPr>
        <p:spPr/>
        <p:txBody>
          <a:bodyPr/>
          <a:lstStyle/>
          <a:p>
            <a:fld id="{F3D452E6-B841-3847-A8C5-7EC0C3BB5A96}" type="slidenum">
              <a:rPr lang="en-PS" smtClean="0"/>
              <a:t>16</a:t>
            </a:fld>
            <a:endParaRPr lang="en-PS"/>
          </a:p>
        </p:txBody>
      </p:sp>
    </p:spTree>
    <p:extLst>
      <p:ext uri="{BB962C8B-B14F-4D97-AF65-F5344CB8AC3E}">
        <p14:creationId xmlns:p14="http://schemas.microsoft.com/office/powerpoint/2010/main" val="15131566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623</TotalTime>
  <Words>1145</Words>
  <Application>Microsoft Macintosh PowerPoint</Application>
  <PresentationFormat>Widescreen</PresentationFormat>
  <Paragraphs>121</Paragraphs>
  <Slides>16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Söhne</vt:lpstr>
      <vt:lpstr>Verdana</vt:lpstr>
      <vt:lpstr>Office Theme</vt:lpstr>
      <vt:lpstr>Ch 2.1 </vt:lpstr>
      <vt:lpstr>Content </vt:lpstr>
      <vt:lpstr>Unvelling the Magic of ML</vt:lpstr>
      <vt:lpstr>Definition of Machine learning</vt:lpstr>
      <vt:lpstr>The Impact of Learning Volume</vt:lpstr>
      <vt:lpstr>Question</vt:lpstr>
      <vt:lpstr>What is Machine Learning?</vt:lpstr>
      <vt:lpstr>The Significance of Machine Learning:</vt:lpstr>
      <vt:lpstr>Examples of tasks that are hard to program</vt:lpstr>
      <vt:lpstr>Types of Machine Learning </vt:lpstr>
      <vt:lpstr>Supervised Learning</vt:lpstr>
      <vt:lpstr>Unsupervised Learning</vt:lpstr>
      <vt:lpstr>Reinforcement Learning</vt:lpstr>
      <vt:lpstr>Applications of Machine Learning</vt:lpstr>
      <vt:lpstr>Unlocking Value of Machine Learning:</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Khalid Rabayah</dc:creator>
  <cp:lastModifiedBy>khalid Rabayah</cp:lastModifiedBy>
  <cp:revision>30</cp:revision>
  <dcterms:created xsi:type="dcterms:W3CDTF">2023-11-04T15:36:58Z</dcterms:created>
  <dcterms:modified xsi:type="dcterms:W3CDTF">2025-11-15T11:22:43Z</dcterms:modified>
</cp:coreProperties>
</file>